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Masters/slideMaster2.xml" ContentType="application/vnd.openxmlformats-officedocument.presentationml.slideMaster+xml"/>
  <Override PartName="/ppt/slideMasters/theme/theme3.xml" ContentType="application/vnd.openxmlformats-officedocument.theme+xml"/>
  <Override PartName="/ppt/slideMasters/slideMaster3.xml" ContentType="application/vnd.openxmlformats-officedocument.presentationml.slideMaster+xml"/>
  <Override PartName="/ppt/slideMasters/theme/theme4.xml" ContentType="application/vnd.openxmlformats-officedocument.theme+xml"/>
  <Override PartName="/ppt/slideMasters/slideMaster4.xml" ContentType="application/vnd.openxmlformats-officedocument.presentationml.slideMaster+xml"/>
  <Override PartName="/ppt/slideMasters/theme/theme5.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notesMasters/notesMaster1.xml" ContentType="application/vnd.openxmlformats-officedocument.presentationml.notesMaster+xml"/>
  <Override PartName="/ppt/notesMasters/theme/theme6.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74706111a57e4e59" /><Relationship Type="http://schemas.openxmlformats.org/officeDocument/2006/relationships/extended-properties" Target="/docProps/app.xml" Id="Rd1d470a38a5e44eb" /><Relationship Type="http://schemas.openxmlformats.org/officeDocument/2006/relationships/officeDocument" Target="/ppt/presentation.xml" Id="Rfe6d52001aed47f5" /></Relationships>
</file>

<file path=ppt/presentation.xml><?xml version="1.0" encoding="utf-8"?>
<p:presentation xmlns:p="http://schemas.openxmlformats.org/presentationml/2006/main">
  <p:sldMasterIdLst>
    <p:sldMasterId xmlns:r="http://schemas.openxmlformats.org/officeDocument/2006/relationships" id="2147483648" r:id="R4b0a7ac29f374d08"/>
    <p:sldMasterId xmlns:r="http://schemas.openxmlformats.org/officeDocument/2006/relationships" id="2147483655" r:id="R377d85cf7f514e11"/>
    <p:sldMasterId xmlns:r="http://schemas.openxmlformats.org/officeDocument/2006/relationships" id="2147483662" r:id="R140a6ff060324b54"/>
    <p:sldMasterId xmlns:r="http://schemas.openxmlformats.org/officeDocument/2006/relationships" id="2147483669" r:id="R1d0539628aa5465e"/>
  </p:sldMasterIdLst>
  <p:notesMasterIdLst>
    <p:notesMasterId xmlns:r="http://schemas.openxmlformats.org/officeDocument/2006/relationships" r:id="R9de31453f73d4f13"/>
  </p:notesMasterIdLst>
  <p:sldIdLst>
    <p:sldId xmlns:r="http://schemas.openxmlformats.org/officeDocument/2006/relationships" id="256" r:id="R2ac7a132be474b40"/>
    <p:sldId xmlns:r="http://schemas.openxmlformats.org/officeDocument/2006/relationships" id="257" r:id="Rbeea3b7d40734251"/>
    <p:sldId xmlns:r="http://schemas.openxmlformats.org/officeDocument/2006/relationships" id="258" r:id="R97fd6b406cfd432a"/>
    <p:sldId xmlns:r="http://schemas.openxmlformats.org/officeDocument/2006/relationships" id="259" r:id="R36cc155c922d4c73"/>
    <p:sldId xmlns:r="http://schemas.openxmlformats.org/officeDocument/2006/relationships" id="260" r:id="Ra6580cd0ae154dcb"/>
    <p:sldId xmlns:r="http://schemas.openxmlformats.org/officeDocument/2006/relationships" id="261" r:id="Rf40e4adee48d4792"/>
    <p:sldId xmlns:r="http://schemas.openxmlformats.org/officeDocument/2006/relationships" id="262" r:id="R7f7d20a3c50f46c7"/>
    <p:sldId xmlns:r="http://schemas.openxmlformats.org/officeDocument/2006/relationships" id="263" r:id="Rcfc7a0f794334ad2"/>
    <p:sldId xmlns:r="http://schemas.openxmlformats.org/officeDocument/2006/relationships" id="264" r:id="Rb1d5040680494257"/>
    <p:sldId xmlns:r="http://schemas.openxmlformats.org/officeDocument/2006/relationships" id="265" r:id="Rfa7432e43b1b44b4"/>
    <p:sldId xmlns:r="http://schemas.openxmlformats.org/officeDocument/2006/relationships" id="266" r:id="Rb6768289ba384613"/>
    <p:sldId xmlns:r="http://schemas.openxmlformats.org/officeDocument/2006/relationships" id="267" r:id="R3c4af3b599d049ed"/>
    <p:sldId xmlns:r="http://schemas.openxmlformats.org/officeDocument/2006/relationships" id="268" r:id="R1249d47781ee45e0"/>
    <p:sldId xmlns:r="http://schemas.openxmlformats.org/officeDocument/2006/relationships" id="269" r:id="Rc523a1e5f1434fb9"/>
    <p:sldId xmlns:r="http://schemas.openxmlformats.org/officeDocument/2006/relationships" id="270" r:id="Rbfded5e0b97c4a7c"/>
    <p:sldId xmlns:r="http://schemas.openxmlformats.org/officeDocument/2006/relationships" id="271" r:id="Re8a52c099b7c4ad4"/>
    <p:sldId xmlns:r="http://schemas.openxmlformats.org/officeDocument/2006/relationships" id="272" r:id="R791d98cc483b4196"/>
    <p:sldId xmlns:r="http://schemas.openxmlformats.org/officeDocument/2006/relationships" id="273" r:id="Rca3556b96b274c82"/>
    <p:sldId xmlns:r="http://schemas.openxmlformats.org/officeDocument/2006/relationships" id="274" r:id="R3fb42f8bad854ac2"/>
    <p:sldId xmlns:r="http://schemas.openxmlformats.org/officeDocument/2006/relationships" id="275" r:id="R91ad72a078df4a8e"/>
    <p:sldId xmlns:r="http://schemas.openxmlformats.org/officeDocument/2006/relationships" id="276" r:id="Ra3260a9877f14a7e"/>
    <p:sldId xmlns:r="http://schemas.openxmlformats.org/officeDocument/2006/relationships" id="277" r:id="Rfffbde594b074d68"/>
    <p:sldId xmlns:r="http://schemas.openxmlformats.org/officeDocument/2006/relationships" id="278" r:id="R89e023fd79ee46e8"/>
    <p:sldId xmlns:r="http://schemas.openxmlformats.org/officeDocument/2006/relationships" id="279" r:id="Ra4f3f906cb97449a"/>
    <p:sldId xmlns:r="http://schemas.openxmlformats.org/officeDocument/2006/relationships" id="280" r:id="R8b1c187452ad4cd4"/>
    <p:sldId xmlns:r="http://schemas.openxmlformats.org/officeDocument/2006/relationships" id="281" r:id="R95d52d036c7143ea"/>
    <p:sldId xmlns:r="http://schemas.openxmlformats.org/officeDocument/2006/relationships" id="282" r:id="R925328615f2e4940"/>
    <p:sldId xmlns:r="http://schemas.openxmlformats.org/officeDocument/2006/relationships" id="283" r:id="R383cc5a8c28e4b87"/>
    <p:sldId xmlns:r="http://schemas.openxmlformats.org/officeDocument/2006/relationships" id="284" r:id="Re999a055c907469f"/>
    <p:sldId xmlns:r="http://schemas.openxmlformats.org/officeDocument/2006/relationships" id="285" r:id="R549a7c27434544bf"/>
    <p:sldId xmlns:r="http://schemas.openxmlformats.org/officeDocument/2006/relationships" id="286" r:id="R9fad7dceaa384ac3"/>
    <p:sldId xmlns:r="http://schemas.openxmlformats.org/officeDocument/2006/relationships" id="287" r:id="R7e374fcceba84c83"/>
    <p:sldId xmlns:r="http://schemas.openxmlformats.org/officeDocument/2006/relationships" id="288" r:id="R7d6522e347554a26"/>
    <p:sldId xmlns:r="http://schemas.openxmlformats.org/officeDocument/2006/relationships" id="289" r:id="Redc79a9134d64436"/>
    <p:sldId xmlns:r="http://schemas.openxmlformats.org/officeDocument/2006/relationships" id="290" r:id="Rc02afdabd7474480"/>
    <p:sldId xmlns:r="http://schemas.openxmlformats.org/officeDocument/2006/relationships" id="291" r:id="Rdda1bb2c181f49f5"/>
    <p:sldId xmlns:r="http://schemas.openxmlformats.org/officeDocument/2006/relationships" id="292" r:id="R81a18dc3afb94872"/>
    <p:sldId xmlns:r="http://schemas.openxmlformats.org/officeDocument/2006/relationships" id="293" r:id="R0b9f1fe41a5a4f23"/>
    <p:sldId xmlns:r="http://schemas.openxmlformats.org/officeDocument/2006/relationships" id="294" r:id="Re73b3349e33b478e"/>
    <p:sldId xmlns:r="http://schemas.openxmlformats.org/officeDocument/2006/relationships" id="295" r:id="R2f426a07c5ae4c5b"/>
    <p:sldId xmlns:r="http://schemas.openxmlformats.org/officeDocument/2006/relationships" id="296" r:id="Recd78d36d92d4a9f"/>
    <p:sldId xmlns:r="http://schemas.openxmlformats.org/officeDocument/2006/relationships" id="297" r:id="R8516a54ab96044a7"/>
    <p:sldId xmlns:r="http://schemas.openxmlformats.org/officeDocument/2006/relationships" id="298" r:id="Rfbc4d983305e451d"/>
    <p:sldId xmlns:r="http://schemas.openxmlformats.org/officeDocument/2006/relationships" id="299" r:id="R9b202a939f194bbe"/>
    <p:sldId xmlns:r="http://schemas.openxmlformats.org/officeDocument/2006/relationships" id="300" r:id="R73a070486bbf44f0"/>
    <p:sldId xmlns:r="http://schemas.openxmlformats.org/officeDocument/2006/relationships" id="301" r:id="R001b6c59bfca444c"/>
    <p:sldId xmlns:r="http://schemas.openxmlformats.org/officeDocument/2006/relationships" id="302" r:id="R6de2e1777842471d"/>
    <p:sldId xmlns:r="http://schemas.openxmlformats.org/officeDocument/2006/relationships" id="303" r:id="Rd76000e049c0403b"/>
    <p:sldId xmlns:r="http://schemas.openxmlformats.org/officeDocument/2006/relationships" id="304" r:id="Rd87a7f1cbc79452f"/>
    <p:sldId xmlns:r="http://schemas.openxmlformats.org/officeDocument/2006/relationships" id="305" r:id="Re3bdb77a5be148d1"/>
    <p:sldId xmlns:r="http://schemas.openxmlformats.org/officeDocument/2006/relationships" id="306" r:id="R3029c1e74c174e3f"/>
    <p:sldId xmlns:r="http://schemas.openxmlformats.org/officeDocument/2006/relationships" id="307" r:id="Rdf1681406d814424"/>
    <p:sldId xmlns:r="http://schemas.openxmlformats.org/officeDocument/2006/relationships" id="308" r:id="R7fc26faf0806490b"/>
    <p:sldId xmlns:r="http://schemas.openxmlformats.org/officeDocument/2006/relationships" id="309" r:id="R8ddce3ca0e80448d"/>
    <p:sldId xmlns:r="http://schemas.openxmlformats.org/officeDocument/2006/relationships" id="310" r:id="Rcbd839df86d34e7c"/>
    <p:sldId xmlns:r="http://schemas.openxmlformats.org/officeDocument/2006/relationships" id="311" r:id="Rb3e50d117d094913"/>
    <p:sldId xmlns:r="http://schemas.openxmlformats.org/officeDocument/2006/relationships" id="312" r:id="R05be743169d247cd"/>
    <p:sldId xmlns:r="http://schemas.openxmlformats.org/officeDocument/2006/relationships" id="313" r:id="Re5e294f8742f4870"/>
    <p:sldId xmlns:r="http://schemas.openxmlformats.org/officeDocument/2006/relationships" id="314" r:id="Re2b93680dc574f23"/>
    <p:sldId xmlns:r="http://schemas.openxmlformats.org/officeDocument/2006/relationships" id="315" r:id="Ra13d08cadf5b4f1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92a76bb5f964bb2" /><Relationship Type="http://schemas.openxmlformats.org/officeDocument/2006/relationships/slideMaster" Target="/ppt/slideMasters/slideMaster1.xml" Id="R4b0a7ac29f374d08" /><Relationship Type="http://schemas.openxmlformats.org/officeDocument/2006/relationships/slideMaster" Target="/ppt/slideMasters/slideMaster2.xml" Id="R377d85cf7f514e11" /><Relationship Type="http://schemas.openxmlformats.org/officeDocument/2006/relationships/slideMaster" Target="/ppt/slideMasters/slideMaster3.xml" Id="R140a6ff060324b54" /><Relationship Type="http://schemas.openxmlformats.org/officeDocument/2006/relationships/slideMaster" Target="/ppt/slideMasters/slideMaster4.xml" Id="R1d0539628aa5465e" /><Relationship Type="http://schemas.openxmlformats.org/officeDocument/2006/relationships/notesMaster" Target="/ppt/notesMasters/notesMaster1.xml" Id="R9de31453f73d4f13" /><Relationship Type="http://schemas.openxmlformats.org/officeDocument/2006/relationships/presProps" Target="/ppt/presProps.xml" Id="Ra22375032dc54067" /><Relationship Type="http://schemas.openxmlformats.org/officeDocument/2006/relationships/tableStyles" Target="/ppt/tableStyles.xml" Id="R8ad9d7b1ce9c44c4" /><Relationship Type="http://schemas.openxmlformats.org/officeDocument/2006/relationships/slide" Target="/ppt/slides/slide1.xml" Id="R2ac7a132be474b40" /><Relationship Type="http://schemas.openxmlformats.org/officeDocument/2006/relationships/slide" Target="/ppt/slides/slide2.xml" Id="Rbeea3b7d40734251" /><Relationship Type="http://schemas.openxmlformats.org/officeDocument/2006/relationships/slide" Target="/ppt/slides/slide3.xml" Id="R97fd6b406cfd432a" /><Relationship Type="http://schemas.openxmlformats.org/officeDocument/2006/relationships/slide" Target="/ppt/slides/slide4.xml" Id="R36cc155c922d4c73" /><Relationship Type="http://schemas.openxmlformats.org/officeDocument/2006/relationships/slide" Target="/ppt/slides/slide5.xml" Id="Ra6580cd0ae154dcb" /><Relationship Type="http://schemas.openxmlformats.org/officeDocument/2006/relationships/slide" Target="/ppt/slides/slide6.xml" Id="Rf40e4adee48d4792" /><Relationship Type="http://schemas.openxmlformats.org/officeDocument/2006/relationships/slide" Target="/ppt/slides/slide7.xml" Id="R7f7d20a3c50f46c7" /><Relationship Type="http://schemas.openxmlformats.org/officeDocument/2006/relationships/slide" Target="/ppt/slides/slide8.xml" Id="Rcfc7a0f794334ad2" /><Relationship Type="http://schemas.openxmlformats.org/officeDocument/2006/relationships/slide" Target="/ppt/slides/slide9.xml" Id="Rb1d5040680494257" /><Relationship Type="http://schemas.openxmlformats.org/officeDocument/2006/relationships/slide" Target="/ppt/slides/slide10.xml" Id="Rfa7432e43b1b44b4" /><Relationship Type="http://schemas.openxmlformats.org/officeDocument/2006/relationships/slide" Target="/ppt/slides/slide11.xml" Id="Rb6768289ba384613" /><Relationship Type="http://schemas.openxmlformats.org/officeDocument/2006/relationships/slide" Target="/ppt/slides/slide12.xml" Id="R3c4af3b599d049ed" /><Relationship Type="http://schemas.openxmlformats.org/officeDocument/2006/relationships/slide" Target="/ppt/slides/slide13.xml" Id="R1249d47781ee45e0" /><Relationship Type="http://schemas.openxmlformats.org/officeDocument/2006/relationships/slide" Target="/ppt/slides/slide14.xml" Id="Rc523a1e5f1434fb9" /><Relationship Type="http://schemas.openxmlformats.org/officeDocument/2006/relationships/slide" Target="/ppt/slides/slide15.xml" Id="Rbfded5e0b97c4a7c" /><Relationship Type="http://schemas.openxmlformats.org/officeDocument/2006/relationships/slide" Target="/ppt/slides/slide16.xml" Id="Re8a52c099b7c4ad4" /><Relationship Type="http://schemas.openxmlformats.org/officeDocument/2006/relationships/slide" Target="/ppt/slides/slide17.xml" Id="R791d98cc483b4196" /><Relationship Type="http://schemas.openxmlformats.org/officeDocument/2006/relationships/slide" Target="/ppt/slides/slide18.xml" Id="Rca3556b96b274c82" /><Relationship Type="http://schemas.openxmlformats.org/officeDocument/2006/relationships/slide" Target="/ppt/slides/slide19.xml" Id="R3fb42f8bad854ac2" /><Relationship Type="http://schemas.openxmlformats.org/officeDocument/2006/relationships/slide" Target="/ppt/slides/slide20.xml" Id="R91ad72a078df4a8e" /><Relationship Type="http://schemas.openxmlformats.org/officeDocument/2006/relationships/slide" Target="/ppt/slides/slide21.xml" Id="Ra3260a9877f14a7e" /><Relationship Type="http://schemas.openxmlformats.org/officeDocument/2006/relationships/slide" Target="/ppt/slides/slide22.xml" Id="Rfffbde594b074d68" /><Relationship Type="http://schemas.openxmlformats.org/officeDocument/2006/relationships/slide" Target="/ppt/slides/slide23.xml" Id="R89e023fd79ee46e8" /><Relationship Type="http://schemas.openxmlformats.org/officeDocument/2006/relationships/slide" Target="/ppt/slides/slide24.xml" Id="Ra4f3f906cb97449a" /><Relationship Type="http://schemas.openxmlformats.org/officeDocument/2006/relationships/slide" Target="/ppt/slides/slide25.xml" Id="R8b1c187452ad4cd4" /><Relationship Type="http://schemas.openxmlformats.org/officeDocument/2006/relationships/slide" Target="/ppt/slides/slide26.xml" Id="R95d52d036c7143ea" /><Relationship Type="http://schemas.openxmlformats.org/officeDocument/2006/relationships/slide" Target="/ppt/slides/slide27.xml" Id="R925328615f2e4940" /><Relationship Type="http://schemas.openxmlformats.org/officeDocument/2006/relationships/slide" Target="/ppt/slides/slide28.xml" Id="R383cc5a8c28e4b87" /><Relationship Type="http://schemas.openxmlformats.org/officeDocument/2006/relationships/slide" Target="/ppt/slides/slide29.xml" Id="Re999a055c907469f" /><Relationship Type="http://schemas.openxmlformats.org/officeDocument/2006/relationships/slide" Target="/ppt/slides/slide30.xml" Id="R549a7c27434544bf" /><Relationship Type="http://schemas.openxmlformats.org/officeDocument/2006/relationships/slide" Target="/ppt/slides/slide31.xml" Id="R9fad7dceaa384ac3" /><Relationship Type="http://schemas.openxmlformats.org/officeDocument/2006/relationships/slide" Target="/ppt/slides/slide32.xml" Id="R7e374fcceba84c83" /><Relationship Type="http://schemas.openxmlformats.org/officeDocument/2006/relationships/slide" Target="/ppt/slides/slide33.xml" Id="R7d6522e347554a26" /><Relationship Type="http://schemas.openxmlformats.org/officeDocument/2006/relationships/slide" Target="/ppt/slides/slide34.xml" Id="Redc79a9134d64436" /><Relationship Type="http://schemas.openxmlformats.org/officeDocument/2006/relationships/slide" Target="/ppt/slides/slide35.xml" Id="Rc02afdabd7474480" /><Relationship Type="http://schemas.openxmlformats.org/officeDocument/2006/relationships/slide" Target="/ppt/slides/slide36.xml" Id="Rdda1bb2c181f49f5" /><Relationship Type="http://schemas.openxmlformats.org/officeDocument/2006/relationships/slide" Target="/ppt/slides/slide37.xml" Id="R81a18dc3afb94872" /><Relationship Type="http://schemas.openxmlformats.org/officeDocument/2006/relationships/slide" Target="/ppt/slides/slide38.xml" Id="R0b9f1fe41a5a4f23" /><Relationship Type="http://schemas.openxmlformats.org/officeDocument/2006/relationships/slide" Target="/ppt/slides/slide39.xml" Id="Re73b3349e33b478e" /><Relationship Type="http://schemas.openxmlformats.org/officeDocument/2006/relationships/slide" Target="/ppt/slides/slide40.xml" Id="R2f426a07c5ae4c5b" /><Relationship Type="http://schemas.openxmlformats.org/officeDocument/2006/relationships/slide" Target="/ppt/slides/slide41.xml" Id="Recd78d36d92d4a9f" /><Relationship Type="http://schemas.openxmlformats.org/officeDocument/2006/relationships/slide" Target="/ppt/slides/slide42.xml" Id="R8516a54ab96044a7" /><Relationship Type="http://schemas.openxmlformats.org/officeDocument/2006/relationships/slide" Target="/ppt/slides/slide43.xml" Id="Rfbc4d983305e451d" /><Relationship Type="http://schemas.openxmlformats.org/officeDocument/2006/relationships/slide" Target="/ppt/slides/slide44.xml" Id="R9b202a939f194bbe" /><Relationship Type="http://schemas.openxmlformats.org/officeDocument/2006/relationships/slide" Target="/ppt/slides/slide45.xml" Id="R73a070486bbf44f0" /><Relationship Type="http://schemas.openxmlformats.org/officeDocument/2006/relationships/slide" Target="/ppt/slides/slide46.xml" Id="R001b6c59bfca444c" /><Relationship Type="http://schemas.openxmlformats.org/officeDocument/2006/relationships/slide" Target="/ppt/slides/slide47.xml" Id="R6de2e1777842471d" /><Relationship Type="http://schemas.openxmlformats.org/officeDocument/2006/relationships/slide" Target="/ppt/slides/slide48.xml" Id="Rd76000e049c0403b" /><Relationship Type="http://schemas.openxmlformats.org/officeDocument/2006/relationships/slide" Target="/ppt/slides/slide49.xml" Id="Rd87a7f1cbc79452f" /><Relationship Type="http://schemas.openxmlformats.org/officeDocument/2006/relationships/slide" Target="/ppt/slides/slide50.xml" Id="Re3bdb77a5be148d1" /><Relationship Type="http://schemas.openxmlformats.org/officeDocument/2006/relationships/slide" Target="/ppt/slides/slide51.xml" Id="R3029c1e74c174e3f" /><Relationship Type="http://schemas.openxmlformats.org/officeDocument/2006/relationships/slide" Target="/ppt/slides/slide52.xml" Id="Rdf1681406d814424" /><Relationship Type="http://schemas.openxmlformats.org/officeDocument/2006/relationships/slide" Target="/ppt/slides/slide53.xml" Id="R7fc26faf0806490b" /><Relationship Type="http://schemas.openxmlformats.org/officeDocument/2006/relationships/slide" Target="/ppt/slides/slide54.xml" Id="R8ddce3ca0e80448d" /><Relationship Type="http://schemas.openxmlformats.org/officeDocument/2006/relationships/slide" Target="/ppt/slides/slide55.xml" Id="Rcbd839df86d34e7c" /><Relationship Type="http://schemas.openxmlformats.org/officeDocument/2006/relationships/slide" Target="/ppt/slides/slide56.xml" Id="Rb3e50d117d094913" /><Relationship Type="http://schemas.openxmlformats.org/officeDocument/2006/relationships/slide" Target="/ppt/slides/slide57.xml" Id="R05be743169d247cd" /><Relationship Type="http://schemas.openxmlformats.org/officeDocument/2006/relationships/slide" Target="/ppt/slides/slide58.xml" Id="Re5e294f8742f4870" /><Relationship Type="http://schemas.openxmlformats.org/officeDocument/2006/relationships/slide" Target="/ppt/slides/slide59.xml" Id="Re2b93680dc574f23" /><Relationship Type="http://schemas.openxmlformats.org/officeDocument/2006/relationships/slide" Target="/ppt/slides/slide60.xml" Id="Ra13d08cadf5b4f1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6.xml" Id="R62f51401ea5142b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6.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06a376b800e409c" /><Relationship Type="http://schemas.openxmlformats.org/officeDocument/2006/relationships/notesMaster" Target="/ppt/notesMasters/notesMaster1.xml" Id="Re46d8f68dafe45bd" /></Relationships>
</file>

<file path=ppt/notesSlides/_rels/notesSlide2.xml.rels>&#65279;<?xml version="1.0" encoding="utf-8"?><Relationships xmlns="http://schemas.openxmlformats.org/package/2006/relationships"><Relationship Type="http://schemas.openxmlformats.org/officeDocument/2006/relationships/slide" Target="/ppt/slides/slide2.xml" Id="Re77025282f6141e5" /><Relationship Type="http://schemas.openxmlformats.org/officeDocument/2006/relationships/notesMaster" Target="/ppt/notesMasters/notesMaster1.xml" Id="R9ace3bc95b0947c4" /></Relationships>
</file>

<file path=ppt/notesSlides/_rels/notesSlide3.xml.rels>&#65279;<?xml version="1.0" encoding="utf-8"?><Relationships xmlns="http://schemas.openxmlformats.org/package/2006/relationships"><Relationship Type="http://schemas.openxmlformats.org/officeDocument/2006/relationships/slide" Target="/ppt/slides/slide3.xml" Id="R5ce55d9bd496452f" /><Relationship Type="http://schemas.openxmlformats.org/officeDocument/2006/relationships/notesMaster" Target="/ppt/notesMasters/notesMaster1.xml" Id="R273ae6ff01004de1" /></Relationships>
</file>

<file path=ppt/notesSlides/_rels/notesSlide4.xml.rels>&#65279;<?xml version="1.0" encoding="utf-8"?><Relationships xmlns="http://schemas.openxmlformats.org/package/2006/relationships"><Relationship Type="http://schemas.openxmlformats.org/officeDocument/2006/relationships/slide" Target="/ppt/slides/slide4.xml" Id="R13cbc918b236455f" /><Relationship Type="http://schemas.openxmlformats.org/officeDocument/2006/relationships/notesMaster" Target="/ppt/notesMasters/notesMaster1.xml" Id="R5230a142833e4cd5" /></Relationships>
</file>

<file path=ppt/notesSlides/_rels/notesSlide5.xml.rels>&#65279;<?xml version="1.0" encoding="utf-8"?><Relationships xmlns="http://schemas.openxmlformats.org/package/2006/relationships"><Relationship Type="http://schemas.openxmlformats.org/officeDocument/2006/relationships/slide" Target="/ppt/slides/slide5.xml" Id="R359bf6755bb84ab5" /><Relationship Type="http://schemas.openxmlformats.org/officeDocument/2006/relationships/notesMaster" Target="/ppt/notesMasters/notesMaster1.xml" Id="Rae7eaffac7fd4bee" /></Relationships>
</file>

<file path=ppt/notesSlides/_rels/notesSlide6.xml.rels>&#65279;<?xml version="1.0" encoding="utf-8"?><Relationships xmlns="http://schemas.openxmlformats.org/package/2006/relationships"><Relationship Type="http://schemas.openxmlformats.org/officeDocument/2006/relationships/slide" Target="/ppt/slides/slide6.xml" Id="R782af0a0e01a4fee" /><Relationship Type="http://schemas.openxmlformats.org/officeDocument/2006/relationships/notesMaster" Target="/ppt/notesMasters/notesMaster1.xml" Id="Rde8ab266129c4721" /></Relationships>
</file>

<file path=ppt/notesSlides/_rels/notesSlide7.xml.rels>&#65279;<?xml version="1.0" encoding="utf-8"?><Relationships xmlns="http://schemas.openxmlformats.org/package/2006/relationships"><Relationship Type="http://schemas.openxmlformats.org/officeDocument/2006/relationships/slide" Target="/ppt/slides/slide7.xml" Id="Rad6718335ab24d9d" /><Relationship Type="http://schemas.openxmlformats.org/officeDocument/2006/relationships/notesMaster" Target="/ppt/notesMasters/notesMaster1.xml" Id="R57694165e8ba47fe" /></Relationships>
</file>

<file path=ppt/notesSlides/_rels/notesSlide8.xml.rels>&#65279;<?xml version="1.0" encoding="utf-8"?><Relationships xmlns="http://schemas.openxmlformats.org/package/2006/relationships"><Relationship Type="http://schemas.openxmlformats.org/officeDocument/2006/relationships/slide" Target="/ppt/slides/slide8.xml" Id="R1f154e4cd05e40a1" /><Relationship Type="http://schemas.openxmlformats.org/officeDocument/2006/relationships/notesMaster" Target="/ppt/notesMasters/notesMaster1.xml" Id="Re9a767cd98974c28" /></Relationships>
</file>

<file path=ppt/notesSlides/_rels/notesSlide9.xml.rels>&#65279;<?xml version="1.0" encoding="utf-8"?><Relationships xmlns="http://schemas.openxmlformats.org/package/2006/relationships"><Relationship Type="http://schemas.openxmlformats.org/officeDocument/2006/relationships/slide" Target="/ppt/slides/slide9.xml" Id="Rfb76cc9c94ab4c24" /><Relationship Type="http://schemas.openxmlformats.org/officeDocument/2006/relationships/notesMaster" Target="/ppt/notesMasters/notesMaster1.xml" Id="R9d49deec74a04724"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3f8ca3a5eb404205" /><Relationship Type="http://schemas.openxmlformats.org/officeDocument/2006/relationships/notesMaster" Target="/ppt/notesMasters/notesMaster1.xml" Id="R7fe66fe59970426f"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9a42bc8063f64761" /><Relationship Type="http://schemas.openxmlformats.org/officeDocument/2006/relationships/notesMaster" Target="/ppt/notesMasters/notesMaster1.xml" Id="R1f0a55588065412f"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01fc66f8c2324789" /><Relationship Type="http://schemas.openxmlformats.org/officeDocument/2006/relationships/notesMaster" Target="/ppt/notesMasters/notesMaster1.xml" Id="R0cc702415b684644"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a463fcf4f0254852" /><Relationship Type="http://schemas.openxmlformats.org/officeDocument/2006/relationships/notesMaster" Target="/ppt/notesMasters/notesMaster1.xml" Id="Rdc89f90819ae417e"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750ee2a8b8a14010" /><Relationship Type="http://schemas.openxmlformats.org/officeDocument/2006/relationships/notesMaster" Target="/ppt/notesMasters/notesMaster1.xml" Id="Rb6d0b18d4c8a4400"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f1408d35225e4c90" /><Relationship Type="http://schemas.openxmlformats.org/officeDocument/2006/relationships/notesMaster" Target="/ppt/notesMasters/notesMaster1.xml" Id="R99152d1092f04ff7"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a1854377378a4b8f" /><Relationship Type="http://schemas.openxmlformats.org/officeDocument/2006/relationships/notesMaster" Target="/ppt/notesMasters/notesMaster1.xml" Id="R50b7757f1e574c00"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5c010cea806145a0" /><Relationship Type="http://schemas.openxmlformats.org/officeDocument/2006/relationships/notesMaster" Target="/ppt/notesMasters/notesMaster1.xml" Id="R221911e895b54a67"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b7328c6032784843" /><Relationship Type="http://schemas.openxmlformats.org/officeDocument/2006/relationships/notesMaster" Target="/ppt/notesMasters/notesMaster1.xml" Id="R106bab5ed2624f12"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f8ace7a8d142483b" /><Relationship Type="http://schemas.openxmlformats.org/officeDocument/2006/relationships/notesMaster" Target="/ppt/notesMasters/notesMaster1.xml" Id="Rf35f4e40197e4ca9"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aeeb9f98e67e48eb" /><Relationship Type="http://schemas.openxmlformats.org/officeDocument/2006/relationships/notesMaster" Target="/ppt/notesMasters/notesMaster1.xml" Id="Re2b9152f76994b82"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0566ce2ceb2f41e7" /><Relationship Type="http://schemas.openxmlformats.org/officeDocument/2006/relationships/notesMaster" Target="/ppt/notesMasters/notesMaster1.xml" Id="R0d7cbdf85bd44195"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c4d90714969f45f5" /><Relationship Type="http://schemas.openxmlformats.org/officeDocument/2006/relationships/notesMaster" Target="/ppt/notesMasters/notesMaster1.xml" Id="Re1c70edcdcab4d50"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3b2b8db0783d4a2f" /><Relationship Type="http://schemas.openxmlformats.org/officeDocument/2006/relationships/notesMaster" Target="/ppt/notesMasters/notesMaster1.xml" Id="R7efb773e05154bd0"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568ed890dbb14b34" /><Relationship Type="http://schemas.openxmlformats.org/officeDocument/2006/relationships/notesMaster" Target="/ppt/notesMasters/notesMaster1.xml" Id="R05a858dee876405d"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f1283383ed2244e3" /><Relationship Type="http://schemas.openxmlformats.org/officeDocument/2006/relationships/notesMaster" Target="/ppt/notesMasters/notesMaster1.xml" Id="R853b8a9b1d5d4eee"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082d3b145d5f4655" /><Relationship Type="http://schemas.openxmlformats.org/officeDocument/2006/relationships/notesMaster" Target="/ppt/notesMasters/notesMaster1.xml" Id="Rddc15fe597ba4d77"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2ca3de67d40f428e" /><Relationship Type="http://schemas.openxmlformats.org/officeDocument/2006/relationships/notesMaster" Target="/ppt/notesMasters/notesMaster1.xml" Id="Rdfd5f59d246148f2"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a6b62c137388498c" /><Relationship Type="http://schemas.openxmlformats.org/officeDocument/2006/relationships/notesMaster" Target="/ppt/notesMasters/notesMaster1.xml" Id="R0119a92fedcb4782"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2c897c630a5642c1" /><Relationship Type="http://schemas.openxmlformats.org/officeDocument/2006/relationships/notesMaster" Target="/ppt/notesMasters/notesMaster1.xml" Id="R974acf1eac054800"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4ed93c6786524ed7" /><Relationship Type="http://schemas.openxmlformats.org/officeDocument/2006/relationships/notesMaster" Target="/ppt/notesMasters/notesMaster1.xml" Id="R17cc0ea23bb14b40"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bd1b93b98555422d" /><Relationship Type="http://schemas.openxmlformats.org/officeDocument/2006/relationships/notesMaster" Target="/ppt/notesMasters/notesMaster1.xml" Id="R2ba62c5597034e3c"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40c7673245fb4bfb" /><Relationship Type="http://schemas.openxmlformats.org/officeDocument/2006/relationships/notesMaster" Target="/ppt/notesMasters/notesMaster1.xml" Id="R4d754ff2e3c94a1d"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5e900bcc1a1c453e" /><Relationship Type="http://schemas.openxmlformats.org/officeDocument/2006/relationships/notesMaster" Target="/ppt/notesMasters/notesMaster1.xml" Id="Rafeb9e4bcc9644a4"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7cce583599c74c23" /><Relationship Type="http://schemas.openxmlformats.org/officeDocument/2006/relationships/notesMaster" Target="/ppt/notesMasters/notesMaster1.xml" Id="Rc52a4aafbbf64cb7"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3772ca973125482c" /><Relationship Type="http://schemas.openxmlformats.org/officeDocument/2006/relationships/notesMaster" Target="/ppt/notesMasters/notesMaster1.xml" Id="R620a5f8440134a22"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a9a76c24509d4d39" /><Relationship Type="http://schemas.openxmlformats.org/officeDocument/2006/relationships/notesMaster" Target="/ppt/notesMasters/notesMaster1.xml" Id="R14f2ad81240b4a8d"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11453822d7644e89" /><Relationship Type="http://schemas.openxmlformats.org/officeDocument/2006/relationships/notesMaster" Target="/ppt/notesMasters/notesMaster1.xml" Id="R69a15f4839064ac9"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ebbe984e2efe4ab6" /><Relationship Type="http://schemas.openxmlformats.org/officeDocument/2006/relationships/notesMaster" Target="/ppt/notesMasters/notesMaster1.xml" Id="R74b6e498273c4c91"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e295f79b95414d7b" /><Relationship Type="http://schemas.openxmlformats.org/officeDocument/2006/relationships/notesMaster" Target="/ppt/notesMasters/notesMaster1.xml" Id="R15508b748159412f"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9ab11737e9684f09" /><Relationship Type="http://schemas.openxmlformats.org/officeDocument/2006/relationships/notesMaster" Target="/ppt/notesMasters/notesMaster1.xml" Id="R03c7545307764e69"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4173d48425e74306" /><Relationship Type="http://schemas.openxmlformats.org/officeDocument/2006/relationships/notesMaster" Target="/ppt/notesMasters/notesMaster1.xml" Id="R00c8cd316cd1432c"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2b97f6c713b44da0" /><Relationship Type="http://schemas.openxmlformats.org/officeDocument/2006/relationships/notesMaster" Target="/ppt/notesMasters/notesMaster1.xml" Id="R9bbc9de7de084d6a"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c2c9c1fe32084a85" /><Relationship Type="http://schemas.openxmlformats.org/officeDocument/2006/relationships/notesMaster" Target="/ppt/notesMasters/notesMaster1.xml" Id="R70afe585720e4eed"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01ce9399e48a4429" /><Relationship Type="http://schemas.openxmlformats.org/officeDocument/2006/relationships/notesMaster" Target="/ppt/notesMasters/notesMaster1.xml" Id="Rb71e0be408a044c2"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a32a079f76834441" /><Relationship Type="http://schemas.openxmlformats.org/officeDocument/2006/relationships/notesMaster" Target="/ppt/notesMasters/notesMaster1.xml" Id="R913c331b3bc848b8"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180e73807afe4345" /><Relationship Type="http://schemas.openxmlformats.org/officeDocument/2006/relationships/notesMaster" Target="/ppt/notesMasters/notesMaster1.xml" Id="R9ca05346ff2144e1"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d3a36ac682a84f46" /><Relationship Type="http://schemas.openxmlformats.org/officeDocument/2006/relationships/notesMaster" Target="/ppt/notesMasters/notesMaster1.xml" Id="R18c6782034b540f4"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5bbb84adc46741b6" /><Relationship Type="http://schemas.openxmlformats.org/officeDocument/2006/relationships/notesMaster" Target="/ppt/notesMasters/notesMaster1.xml" Id="Rde3de4ff1a4f406c"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76d4cdd60f764b7c" /><Relationship Type="http://schemas.openxmlformats.org/officeDocument/2006/relationships/notesMaster" Target="/ppt/notesMasters/notesMaster1.xml" Id="R1279b5536e284418"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49416287ec784fc2" /><Relationship Type="http://schemas.openxmlformats.org/officeDocument/2006/relationships/notesMaster" Target="/ppt/notesMasters/notesMaster1.xml" Id="Rad57a17d2f184735"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bcb1289efc4443ed" /><Relationship Type="http://schemas.openxmlformats.org/officeDocument/2006/relationships/notesMaster" Target="/ppt/notesMasters/notesMaster1.xml" Id="Ra2e10a7c1fd34aa4"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e54258835c274964" /><Relationship Type="http://schemas.openxmlformats.org/officeDocument/2006/relationships/notesMaster" Target="/ppt/notesMasters/notesMaster1.xml" Id="R3a27a77ed694431d"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15c69a7705b94552" /><Relationship Type="http://schemas.openxmlformats.org/officeDocument/2006/relationships/notesMaster" Target="/ppt/notesMasters/notesMaster1.xml" Id="Rea6f093af1ad4937"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75787fcba9c54309" /><Relationship Type="http://schemas.openxmlformats.org/officeDocument/2006/relationships/notesMaster" Target="/ppt/notesMasters/notesMaster1.xml" Id="R3537cd50356240b4"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27248fc5274a4d62" /><Relationship Type="http://schemas.openxmlformats.org/officeDocument/2006/relationships/notesMaster" Target="/ppt/notesMasters/notesMaster1.xml" Id="R243303b465ef4b05"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719da5c141d74cf9" /><Relationship Type="http://schemas.openxmlformats.org/officeDocument/2006/relationships/notesMaster" Target="/ppt/notesMasters/notesMaster1.xml" Id="Rc181316b46c14ab0"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209be5e133c84f56" /><Relationship Type="http://schemas.openxmlformats.org/officeDocument/2006/relationships/notesMaster" Target="/ppt/notesMasters/notesMaster1.xml" Id="R2294e909bc2540ef"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24773f218391443a" /><Relationship Type="http://schemas.openxmlformats.org/officeDocument/2006/relationships/notesMaster" Target="/ppt/notesMasters/notesMaster1.xml" Id="R5456c425a33d4c05"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b13a40776b85407a" /><Relationship Type="http://schemas.openxmlformats.org/officeDocument/2006/relationships/notesMaster" Target="/ppt/notesMasters/notesMaster1.xml" Id="R3f70f1f4b9de4702"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ecbf117a26b347f6" /><Relationship Type="http://schemas.openxmlformats.org/officeDocument/2006/relationships/notesMaster" Target="/ppt/notesMasters/notesMaster1.xml" Id="R191f8a6ac0984dc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오늘은 온톨로지와 GraphRAG를 다뤄 보겠습니다. 둘 다 이름은 익숙한데, 실제로 무엇을 만들고 어디에 쓰는지는 헷갈리기 쉬운 주제죠. 그래서 이번에는 용어부터 나열하기보다 한 회사의 예제를 계속 사용하겠습니다.</a:t>
            </a:r>
          </a:p>
          <a:p xmlns:a="http://schemas.openxmlformats.org/drawingml/2006/main">
            <a:r>
              <a:t/>
            </a:r>
          </a:p>
          <a:p xmlns:a="http://schemas.openxmlformats.org/drawingml/2006/main">
            <a:r>
              <a:t>배차시스템이 예측모델을 쓰고, 그 모델이 날씨 정보를 받는 상황입니다. 이 연결을 어떻게 적고, 규칙을 적용하면 무엇이 추가되고, 검색에서는 그 연결을 어떻게 활용하는지 순서대로 보겠습니다.</a:t>
            </a:r>
          </a:p>
          <a:p xmlns:a="http://schemas.openxmlformats.org/drawingml/2006/main">
            <a:r>
              <a:t/>
            </a:r>
          </a:p>
          <a:p xmlns:a="http://schemas.openxmlformats.org/drawingml/2006/main">
            <a:r>
              <a:t>앞부분은 직접 실행할 수 있는 온톨로지 실습이고, 뒷부분은 GraphRAG 방법별 비교입니다. 화면에는 핵심만 적고, 자세한 의미는 말로 풀어서 설명하겠습니다. 먼저 오늘 얻어 갈 내용을 짧게 정리하겠습니다.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오늘은 크게 두 가지를 보겠습니다. 먼저 온톨로지입니다. 이름은 어렵지만, 우리 업무에 어떤 대상이 있고 서로 어떤 관계인지 정해 놓은 모델이라고 생각하시면 됩니다. 두 번째는 GraphRAG입니다. 정리한 관계를 검색에 어떻게 활용하는지 보는 거예요.</a:t>
            </a:r>
          </a:p>
          <a:p xmlns:a="http://schemas.openxmlformats.org/drawingml/2006/main">
            <a:r>
              <a:t/>
            </a:r>
          </a:p>
          <a:p xmlns:a="http://schemas.openxmlformats.org/drawingml/2006/main">
            <a:r>
              <a:t>화면의 첫 번째 항목은 ‘무엇을 정의할까’이고, 두 번째는 ‘정의한 규칙이 실제로 어떻게 동작할까’입니다. 직접 데이터를 바꾸면서 결과를 확인하겠습니다. 마지막에는 여러 GraphRAG 방법이 무엇을 다르게 저장하고 검색하는지 비교할 거예요.</a:t>
            </a:r>
          </a:p>
          <a:p xmlns:a="http://schemas.openxmlformats.org/drawingml/2006/main">
            <a:r>
              <a:t/>
            </a:r>
          </a:p>
          <a:p xmlns:a="http://schemas.openxmlformats.org/drawingml/2006/main">
            <a:r>
              <a:t>모든 이름이나 수식을 외우실 필요는 없습니다. 어떤 문제를 풀려고 이 구조를 만들었는지만 잡으시면 됩니다. 먼저 발표 내내 사용할 물류 예제를 보겠습니다.</a:t>
            </a:r>
          </a:p>
          <a:p xmlns:a="http://schemas.openxmlformats.org/drawingml/2006/main">
            <a:r>
              <a:t/>
            </a:r>
          </a:p>
          <a:p xmlns:a="http://schemas.openxmlformats.org/drawingml/2006/main">
            <a:r>
              <a:t>출처</a:t>
            </a:r>
          </a:p>
          <a:p xmlns:a="http://schemas.openxmlformats.org/drawingml/2006/main">
            <a:r>
              <a:t>https://www.w3.org/TR/rdf11-concepts/</a:t>
            </a:r>
          </a:p>
          <a:p xmlns:a="http://schemas.openxmlformats.org/drawingml/2006/main">
            <a:r>
              <a:t>https://www.w3.org/TR/owl2-primer/</a:t>
            </a:r>
          </a:p>
          <a:p xmlns:a="http://schemas.openxmlformats.org/drawingml/2006/main">
            <a:r>
              <a:t>https://www.w3.org/TR/shacl/</a:t>
            </a:r>
          </a:p>
          <a:p xmlns:a="http://schemas.openxmlformats.org/drawingml/2006/main">
            <a:r>
              <a:t>https://www.w3.org/TR/sparql11-query/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한 물류사가 배차시스템을 운영한다고 가정해 보겠습니다. 배차시스템은 어느 차량을 먼저 보낼지 정해야 하고, 이때 도착예측모델의 결과를 사용합니다. 도착예측모델은 날씨API에서 받은 강수량을 입력으로 씁니다.</a:t>
            </a:r>
          </a:p>
          <a:p xmlns:a="http://schemas.openxmlformats.org/drawingml/2006/main">
            <a:r>
              <a:t/>
            </a:r>
          </a:p>
          <a:p xmlns:a="http://schemas.openxmlformats.org/drawingml/2006/main">
            <a:r>
              <a:t>이제 날씨API가 응답하지 않는 상황을 생각해 보죠. 우리가 먼저 알고 싶은 것은 ‘이 API를 직접 쓰는 모델은 무엇이지?’이고, 그다음은 ‘그 모델에 연결된 다른 시스템도 있나?’입니다. 각 팀의 문서가 따로 있으면 이 연결을 한눈에 보기 어렵습니다.</a:t>
            </a:r>
          </a:p>
          <a:p xmlns:a="http://schemas.openxmlformats.org/drawingml/2006/main">
            <a:r>
              <a:t/>
            </a:r>
          </a:p>
          <a:p xmlns:a="http://schemas.openxmlformats.org/drawingml/2006/main">
            <a:r>
              <a:t>화면 가운데에 나온 회사, 시스템, 모델, 문서가 이번에 정리할 대상입니다. 맨 아래는 입력 품질을 확인할 조건이고요. 여기서 의존 관계를 찾았다고 실제 장애가 반드시 전파된다고 단정하지는 않겠습니다. 일단 점검해야 할 연결을 찾는 문제로 범위를 정할게요.</a:t>
            </a:r>
          </a:p>
          <a:p xmlns:a="http://schemas.openxmlformats.org/drawingml/2006/main">
            <a:r>
              <a:t/>
            </a:r>
          </a:p>
          <a:p xmlns:a="http://schemas.openxmlformats.org/drawingml/2006/main">
            <a:r>
              <a:t>출처</a:t>
            </a:r>
          </a:p>
          <a:p xmlns:a="http://schemas.openxmlformats.org/drawingml/2006/main">
            <a:r>
              <a:t>https://wikidocs.net/335877</a:t>
            </a:r>
          </a:p>
          <a:p xmlns:a="http://schemas.openxmlformats.org/drawingml/2006/main">
            <a:r>
              <a:t>https://www.w3.org/TR/rdf11-concepts/</a:t>
            </a:r>
          </a:p>
          <a:p xmlns:a="http://schemas.openxmlformats.org/drawingml/2006/main">
            <a:r>
              <a:t>https://www.w3.org/TR/owl2-primer/</a:t>
            </a:r>
          </a:p>
          <a:p xmlns:a="http://schemas.openxmlformats.org/drawingml/2006/main">
            <a:r>
              <a:t>https://www.w3.org/TR/shacl/</a:t>
            </a:r>
          </a:p>
          <a:p xmlns:a="http://schemas.openxmlformats.org/drawingml/2006/main">
            <a:r>
              <a:t>https://www.w3.org/TR/sparql11-query/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표를 위에서부터 보겠습니다. DB 스키마는 데이터를 어떤 테이블과 컬럼에 저장할지 정하는 구조입니다. 회사 테이블과 시스템 테이블을 나누고 키로 연결하는 것이 익숙한 예죠. DB도 관계를 표현하고 JOIN으로 조회할 수 있습니다.</a:t>
            </a:r>
          </a:p>
          <a:p xmlns:a="http://schemas.openxmlformats.org/drawingml/2006/main">
            <a:r>
              <a:t/>
            </a:r>
          </a:p>
          <a:p xmlns:a="http://schemas.openxmlformats.org/drawingml/2006/main">
            <a:r>
              <a:t>분류체계는 종류를 정리하는 데 초점이 있습니다. 예측모델을 소프트웨어의 한 종류로 분류하는 거예요. 온톨로지는 여기서 관계의 의미와 적용할 규칙까지 명시합니다. 예를 들어 어떤 모델이 예측모델이면 소프트웨어에도 속한다고 해석하도록 정합니다.</a:t>
            </a:r>
          </a:p>
          <a:p xmlns:a="http://schemas.openxmlformats.org/drawingml/2006/main">
            <a:r>
              <a:t/>
            </a:r>
          </a:p>
          <a:p xmlns:a="http://schemas.openxmlformats.org/drawingml/2006/main">
            <a:r>
              <a:t>마지막 지식 그래프는 실제 데이터입니다. ‘우리 배차시스템이 이 모델을 사용한다’는 구체적 사실들이 연결돼 있는 거죠. 실무에서는 이 네 가지가 함께 쓰일 수 있습니다. 다음 장에서 모델을 구성하는 가장 작은 재료부터 보겠습니다.</a:t>
            </a:r>
          </a:p>
          <a:p xmlns:a="http://schemas.openxmlformats.org/drawingml/2006/main">
            <a:r>
              <a:t/>
            </a:r>
          </a:p>
          <a:p xmlns:a="http://schemas.openxmlformats.org/drawingml/2006/main">
            <a:r>
              <a:t>출처</a:t>
            </a:r>
          </a:p>
          <a:p xmlns:a="http://schemas.openxmlformats.org/drawingml/2006/main">
            <a:r>
              <a:t>https://www.w3.org/TR/rdf11-concepts/</a:t>
            </a:r>
          </a:p>
          <a:p xmlns:a="http://schemas.openxmlformats.org/drawingml/2006/main">
            <a:r>
              <a:t>https://www.w3.org/TR/owl2-primer/</a:t>
            </a:r>
          </a:p>
          <a:p xmlns:a="http://schemas.openxmlformats.org/drawingml/2006/main">
            <a:r>
              <a:t>https://www.w3.org/TR/shacl/</a:t>
            </a:r>
          </a:p>
          <a:p xmlns:a="http://schemas.openxmlformats.org/drawingml/2006/main">
            <a:r>
              <a:t>https://www.w3.org/TR/sparql11-query/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이번 표는 코드에서 무엇이 무엇인지 읽는 연습입니다. 첫 줄의 클래스는 ‘종류’라고 읽으시면 됩니다. PredictionModel은 예측모델이라는 종류를 뜻해요. 둘째 줄의 도착예측모델은 특정 모델 하나입니다. 종류와 실제 대상을 구분하는 것이 출발점입니다.</a:t>
            </a:r>
          </a:p>
          <a:p xmlns:a="http://schemas.openxmlformats.org/drawingml/2006/main">
            <a:r>
              <a:t/>
            </a:r>
          </a:p>
          <a:p xmlns:a="http://schemas.openxmlformats.org/drawingml/2006/main">
            <a:r>
              <a:t>셋째 줄은 대상끼리의 연결입니다. 배차시스템이 도착예측모델에 의존한다고 적었습니다. dependsOn이 이 관계의 이름이에요. 마지막은 문서에 설명 문자열을 붙이는 경우입니다. 다른 개체를 가리키는 관계와 글자나 숫자를 붙이는 속성을 구분하는 겁니다.</a:t>
            </a:r>
          </a:p>
          <a:p xmlns:a="http://schemas.openxmlformats.org/drawingml/2006/main">
            <a:r>
              <a:t/>
            </a:r>
          </a:p>
          <a:p xmlns:a="http://schemas.openxmlformats.org/drawingml/2006/main">
            <a:r>
              <a:t>코드의 ex:는 긴 식별자 주소를 줄여 쓰는 접두사입니다. 화면에 보이는 이름만 같다고 두 대상이 자동으로 같은 대상이 되지는 않아요. 이 네 가지를 어떤 표준으로 표현하는지 다음 표에서 연결해 보겠습니다.</a:t>
            </a:r>
          </a:p>
          <a:p xmlns:a="http://schemas.openxmlformats.org/drawingml/2006/main">
            <a:r>
              <a:t/>
            </a:r>
          </a:p>
          <a:p xmlns:a="http://schemas.openxmlformats.org/drawingml/2006/main">
            <a:r>
              <a:t>출처</a:t>
            </a:r>
          </a:p>
          <a:p xmlns:a="http://schemas.openxmlformats.org/drawingml/2006/main">
            <a:r>
              <a:t>https://www.w3.org/TR/rdf11-concepts/</a:t>
            </a:r>
          </a:p>
          <a:p xmlns:a="http://schemas.openxmlformats.org/drawingml/2006/main">
            <a:r>
              <a:t>https://www.w3.org/TR/owl2-primer/</a:t>
            </a:r>
          </a:p>
          <a:p xmlns:a="http://schemas.openxmlformats.org/drawingml/2006/main">
            <a:r>
              <a:t>https://www.w3.org/TR/shacl/</a:t>
            </a:r>
          </a:p>
          <a:p xmlns:a="http://schemas.openxmlformats.org/drawingml/2006/main">
            <a:r>
              <a:t>https://www.w3.org/TR/sparql11-query/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약어가 한꺼번에 나오니까 복잡해 보이는데, 역할로 나누면 단순합니다. 첫 줄의 RDF는 사실을 ‘누가, 어떤 관계로, 무엇과 연결된다’는 세 요소로 표현합니다. 이걸 트리플이라고 부릅니다. Turtle은 그 내용을 사람이 읽기 좋게 적는 문법이고요.</a:t>
            </a:r>
          </a:p>
          <a:p xmlns:a="http://schemas.openxmlformats.org/drawingml/2006/main">
            <a:r>
              <a:t/>
            </a:r>
          </a:p>
          <a:p xmlns:a="http://schemas.openxmlformats.org/drawingml/2006/main">
            <a:r>
              <a:t>RDFS와 OWL은 의미와 규칙을 다루는 쪽입니다. 예측모델이 소프트웨어의 한 종류라는 선언이나, 사용한다의 반대 방향 관계를 정하는 데 씁니다. 이번 실습은 그중 OWL RL 방식의 규칙 엔진을 실행합니다.</a:t>
            </a:r>
          </a:p>
          <a:p xmlns:a="http://schemas.openxmlformats.org/drawingml/2006/main">
            <a:r>
              <a:t/>
            </a:r>
          </a:p>
          <a:p xmlns:a="http://schemas.openxmlformats.org/drawingml/2006/main">
            <a:r>
              <a:t>SHACL은 입력 검사를 담당합니다. 회사에 사용 시스템이 빠졌는지 같은 조건을 확인해요. 마지막 SPARQL은 그래프에 질문하는 질의 언어입니다. 정리하면 사실을 적고, 규칙으로 확장하고, 조건을 검사하고, 질문하는 순서입니다. 실제 예제를 두 부분으로 나눠 보겠습니다.</a:t>
            </a:r>
          </a:p>
          <a:p xmlns:a="http://schemas.openxmlformats.org/drawingml/2006/main">
            <a:r>
              <a:t/>
            </a:r>
          </a:p>
          <a:p xmlns:a="http://schemas.openxmlformats.org/drawingml/2006/main">
            <a:r>
              <a:t>출처</a:t>
            </a:r>
          </a:p>
          <a:p xmlns:a="http://schemas.openxmlformats.org/drawingml/2006/main">
            <a:r>
              <a:t>https://www.w3.org/TR/rdf11-concepts/</a:t>
            </a:r>
          </a:p>
          <a:p xmlns:a="http://schemas.openxmlformats.org/drawingml/2006/main">
            <a:r>
              <a:t>https://www.w3.org/TR/owl2-primer/</a:t>
            </a:r>
          </a:p>
          <a:p xmlns:a="http://schemas.openxmlformats.org/drawingml/2006/main">
            <a:r>
              <a:t>https://www.w3.org/TR/shacl/</a:t>
            </a:r>
          </a:p>
          <a:p xmlns:a="http://schemas.openxmlformats.org/drawingml/2006/main">
            <a:r>
              <a:t>https://www.w3.org/TR/sparql11-query/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왼쪽은 규칙이고 오른쪽은 실제 데이터입니다. 왼쪽 첫 문장을 말로 읽어 보면 ‘예측모델은 소프트웨어의 한 종류다’가 됩니다. 둘째 문장은 uses와 usedBy가 반대 방향 관계라는 뜻이고요. 셋째 문장은 dependsOn을 여러 단계를 이어서 해석할 수 있는 관계로 정한 것입니다.</a:t>
            </a:r>
          </a:p>
          <a:p xmlns:a="http://schemas.openxmlformats.org/drawingml/2006/main">
            <a:r>
              <a:t/>
            </a:r>
          </a:p>
          <a:p xmlns:a="http://schemas.openxmlformats.org/drawingml/2006/main">
            <a:r>
              <a:t>오른쪽은 이번 회사의 상황입니다. 물류사가 배차시스템을 사용하고, 배차시스템이 도착예측모델에 의존합니다. 그 모델은 날씨API에 의존하죠. 이 구조를 코드로 적어 놓은 것뿐입니다.</a:t>
            </a:r>
          </a:p>
          <a:p xmlns:a="http://schemas.openxmlformats.org/drawingml/2006/main">
            <a:r>
              <a:t/>
            </a:r>
          </a:p>
          <a:p xmlns:a="http://schemas.openxmlformats.org/drawingml/2006/main">
            <a:r>
              <a:t>TBox와 ABox라는 표현은 각각 유형·규칙에 관한 지식, 실제 개체에 관한 사실을 구분할 때 쓰는 이름입니다. 별도 파일이어야 한다는 뜻은 아닙니다. 웹 실습에서는 두 입력창을 합쳐 하나의 그래프로 처리합니다. 이제 이 규칙 때문에 어떤 문장이 새로 생기는지 보겠습니다.</a:t>
            </a:r>
          </a:p>
          <a:p xmlns:a="http://schemas.openxmlformats.org/drawingml/2006/main">
            <a:r>
              <a:t/>
            </a:r>
          </a:p>
          <a:p xmlns:a="http://schemas.openxmlformats.org/drawingml/2006/main">
            <a:r>
              <a:t>출처</a:t>
            </a:r>
          </a:p>
          <a:p xmlns:a="http://schemas.openxmlformats.org/drawingml/2006/main">
            <a:r>
              <a:t>https://www.w3.org/TR/rdf11-concepts/</a:t>
            </a:r>
          </a:p>
          <a:p xmlns:a="http://schemas.openxmlformats.org/drawingml/2006/main">
            <a:r>
              <a:t>https://www.w3.org/TR/owl2-primer/</a:t>
            </a:r>
          </a:p>
          <a:p xmlns:a="http://schemas.openxmlformats.org/drawingml/2006/main">
            <a:r>
              <a:t>https://www.w3.org/TR/shacl/</a:t>
            </a:r>
          </a:p>
          <a:p xmlns:a="http://schemas.openxmlformats.org/drawingml/2006/main">
            <a:r>
              <a:t>https://www.w3.org/TR/sparql11-query/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첫 줄부터 보겠습니다. 입력에는 도착예측모델이 예측모델이라는 사실만 있습니다. 그런데 앞에서 예측모델은 소프트웨어의 한 종류라고 정했죠. 두 문장을 함께 적용하면 도착예측모델도 소프트웨어라고 알 수 있습니다.</a:t>
            </a:r>
          </a:p>
          <a:p xmlns:a="http://schemas.openxmlformats.org/drawingml/2006/main">
            <a:r>
              <a:t/>
            </a:r>
          </a:p>
          <a:p xmlns:a="http://schemas.openxmlformats.org/drawingml/2006/main">
            <a:r>
              <a:t>둘째 줄은 방향을 바꾸는 예입니다. ‘물류사가 배차시스템을 사용한다’가 있으면, 반대쪽에서는 ‘배차시스템은 물류사가 사용한다’라고 조회할 수 있습니다. uses를 썼는데 usedBy로도 찾을 수 있게 되는 거예요.</a:t>
            </a:r>
          </a:p>
          <a:p xmlns:a="http://schemas.openxmlformats.org/drawingml/2006/main">
            <a:r>
              <a:t/>
            </a:r>
          </a:p>
          <a:p xmlns:a="http://schemas.openxmlformats.org/drawingml/2006/main">
            <a:r>
              <a:t>이때 원본 문장을 지우거나 LLM이 추측을 보태는 것이 아닙니다. 정해 둔 규칙에서 따라오는 문장을 추가합니다. 실습에서는 추가된 문장과 그 전제가 된 문장을 함께 보여 드립니다. 다음에는 관계가 두 단계로 이어질 때를 보겠습니다.</a:t>
            </a:r>
          </a:p>
          <a:p xmlns:a="http://schemas.openxmlformats.org/drawingml/2006/main">
            <a:r>
              <a:t/>
            </a:r>
          </a:p>
          <a:p xmlns:a="http://schemas.openxmlformats.org/drawingml/2006/main">
            <a:r>
              <a:t>출처</a:t>
            </a:r>
          </a:p>
          <a:p xmlns:a="http://schemas.openxmlformats.org/drawingml/2006/main">
            <a:r>
              <a:t>https://www.w3.org/TR/rdf11-concepts/</a:t>
            </a:r>
          </a:p>
          <a:p xmlns:a="http://schemas.openxmlformats.org/drawingml/2006/main">
            <a:r>
              <a:t>https://www.w3.org/TR/owl2-primer/</a:t>
            </a:r>
          </a:p>
          <a:p xmlns:a="http://schemas.openxmlformats.org/drawingml/2006/main">
            <a:r>
              <a:t>https://www.w3.org/TR/shacl/</a:t>
            </a:r>
          </a:p>
          <a:p xmlns:a="http://schemas.openxmlformats.org/drawingml/2006/main">
            <a:r>
              <a:t>https://www.w3.org/TR/sparql11-query/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왼쪽 두 줄이 핵심입니다. 배차시스템은 모델에 의존하고, 모델은 날씨API에 의존합니다. 이번 모델에서는 의존 관계를 전이 관계로 선언했기 때문에, 이 두 연결을 이어서 오른쪽의 사실을 얻습니다. 배차시스템도 날씨API에 간접적으로 의존한다는 거죠.</a:t>
            </a:r>
          </a:p>
          <a:p xmlns:a="http://schemas.openxmlformats.org/drawingml/2006/main">
            <a:r>
              <a:t/>
            </a:r>
          </a:p>
          <a:p xmlns:a="http://schemas.openxmlformats.org/drawingml/2006/main">
            <a:r>
              <a:t>그래서 ‘날씨API에 의존하는 시스템은?’이라고 조회하면 추론 전에는 직접 연결된 모델 하나가 나옵니다. 추론 후에는 배차시스템까지 두 개가 나옵니다. 같은 질문인데 그래프에 추가된 사실 때문에 답의 범위가 달라집니다.</a:t>
            </a:r>
          </a:p>
          <a:p xmlns:a="http://schemas.openxmlformats.org/drawingml/2006/main">
            <a:r>
              <a:t/>
            </a:r>
          </a:p>
          <a:p xmlns:a="http://schemas.openxmlformats.org/drawingml/2006/main">
            <a:r>
              <a:t>모든 관계를 이렇게 이어 붙이면 안 됩니다. 예를 들어 ‘친구다’라는 관계는 친구의 친구가 반드시 내 친구라는 뜻이 아니죠. 어떤 관계에 전이성을 줄지는 업무 의미에 맞게 결정해야 합니다. 다음 장은 이와 비슷하게 자주 오해하는 타입 선언 이야기입니다.</a:t>
            </a:r>
          </a:p>
          <a:p xmlns:a="http://schemas.openxmlformats.org/drawingml/2006/main">
            <a:r>
              <a:t/>
            </a:r>
          </a:p>
          <a:p xmlns:a="http://schemas.openxmlformats.org/drawingml/2006/main">
            <a:r>
              <a:t>출처</a:t>
            </a:r>
          </a:p>
          <a:p xmlns:a="http://schemas.openxmlformats.org/drawingml/2006/main">
            <a:r>
              <a:t>https://www.w3.org/TR/rdf11-concepts/</a:t>
            </a:r>
          </a:p>
          <a:p xmlns:a="http://schemas.openxmlformats.org/drawingml/2006/main">
            <a:r>
              <a:t>https://www.w3.org/TR/owl2-primer/</a:t>
            </a:r>
          </a:p>
          <a:p xmlns:a="http://schemas.openxmlformats.org/drawingml/2006/main">
            <a:r>
              <a:t>https://www.w3.org/TR/shacl/</a:t>
            </a:r>
          </a:p>
          <a:p xmlns:a="http://schemas.openxmlformats.org/drawingml/2006/main">
            <a:r>
              <a:t>https://www.w3.org/TR/sparql11-query/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여기는 DB 제약과 헷갈리기 쉬운 부분입니다. 왼쪽은 uses 관계의 주어를 회사로, 목적어를 소프트웨어로 해석하겠다는 선언입니다. 아래에 아직 종류를 적지 않은 미등록조직과 미등록도구를 연결해 봤습니다.</a:t>
            </a:r>
          </a:p>
          <a:p xmlns:a="http://schemas.openxmlformats.org/drawingml/2006/main">
            <a:r>
              <a:t/>
            </a:r>
          </a:p>
          <a:p xmlns:a="http://schemas.openxmlformats.org/drawingml/2006/main">
            <a:r>
              <a:t>OWL 추론을 켜면 오른쪽처럼 미등록조직에는 Company 타입이, 미등록도구에는 SoftwareSystem 타입이 추가됩니다. ‘타입이 없으니 입력을 거절하겠다’가 아니라 관계를 보고 타입을 알아내는 쪽으로 작동하는 겁니다.</a:t>
            </a:r>
          </a:p>
          <a:p xmlns:a="http://schemas.openxmlformats.org/drawingml/2006/main">
            <a:r>
              <a:t/>
            </a:r>
          </a:p>
          <a:p xmlns:a="http://schemas.openxmlformats.org/drawingml/2006/main">
            <a:r>
              <a:t>그래서 domain과 range만으로 입력 품질 검사를 끝냈다고 생각하면 안 됩니다. 잘못된 관계를 넣었는데 오히려 잘못된 타입이 붙을 수도 있어요. 이 예제를 실습 6에서 직접 확인하겠습니다. 입력이 빠졌거나 잘못됐는지는 다음 장의 SHACL 검사로 따로 보겠습니다.</a:t>
            </a:r>
          </a:p>
          <a:p xmlns:a="http://schemas.openxmlformats.org/drawingml/2006/main">
            <a:r>
              <a:t/>
            </a:r>
          </a:p>
          <a:p xmlns:a="http://schemas.openxmlformats.org/drawingml/2006/main">
            <a:r>
              <a:t>출처</a:t>
            </a:r>
          </a:p>
          <a:p xmlns:a="http://schemas.openxmlformats.org/drawingml/2006/main">
            <a:r>
              <a:t>https://www.w3.org/TR/rdf11-concepts/</a:t>
            </a:r>
          </a:p>
          <a:p xmlns:a="http://schemas.openxmlformats.org/drawingml/2006/main">
            <a:r>
              <a:t>https://www.w3.org/TR/owl2-primer/</a:t>
            </a:r>
          </a:p>
          <a:p xmlns:a="http://schemas.openxmlformats.org/drawingml/2006/main">
            <a:r>
              <a:t>https://www.w3.org/TR/shacl/</a:t>
            </a:r>
          </a:p>
          <a:p xmlns:a="http://schemas.openxmlformats.org/drawingml/2006/main">
            <a:r>
              <a:t>https://www.w3.org/TR/sparql11-query/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회사에 uses 관계가 없다고 해 보겠습니다. OWL 입장에서는 아직 모르는 정보일 수 있습니다. 관계를 적지 않았다는 이유만으로 ‘이 회사는 아무 시스템도 안 쓴다’고 결론 내리지 않아요. 이 관점을 열린 세계 가정이라고 부릅니다.</a:t>
            </a:r>
          </a:p>
          <a:p xmlns:a="http://schemas.openxmlformats.org/drawingml/2006/main">
            <a:r>
              <a:t/>
            </a:r>
          </a:p>
          <a:p xmlns:a="http://schemas.openxmlformats.org/drawingml/2006/main">
            <a:r>
              <a:t>반면 우리 입력 규칙은 ‘회사에는 사용 시스템을 하나 이상 기록해야 한다’고 정할 수 있습니다. 이 조건을 SHACL로 검사하면 현재 데이터에 값이 없으니 위반이라고 알려줍니다. 업무에 필요한 기록이 빠졌다고 잡아내는 거죠.</a:t>
            </a:r>
          </a:p>
          <a:p xmlns:a="http://schemas.openxmlformats.org/drawingml/2006/main">
            <a:r>
              <a:t/>
            </a:r>
          </a:p>
          <a:p xmlns:a="http://schemas.openxmlformats.org/drawingml/2006/main">
            <a:r>
              <a:t>마지막 줄도 중요합니다. 추론으로 새 타입이 붙으면 검사 대상이 늘거나 타입 검사 결과가 달라질 수 있습니다. 그래서 실습에서는 추론 전과 후의 검증 결과를 같이 보여 줍니다. 그럼 오류 보고서에서 무엇을 읽어야 하는지 보겠습니다.</a:t>
            </a:r>
          </a:p>
          <a:p xmlns:a="http://schemas.openxmlformats.org/drawingml/2006/main">
            <a:r>
              <a:t/>
            </a:r>
          </a:p>
          <a:p xmlns:a="http://schemas.openxmlformats.org/drawingml/2006/main">
            <a:r>
              <a:t>출처</a:t>
            </a:r>
          </a:p>
          <a:p xmlns:a="http://schemas.openxmlformats.org/drawingml/2006/main">
            <a:r>
              <a:t>https://www.w3.org/TR/rdf11-concepts/</a:t>
            </a:r>
          </a:p>
          <a:p xmlns:a="http://schemas.openxmlformats.org/drawingml/2006/main">
            <a:r>
              <a:t>https://www.w3.org/TR/owl2-primer/</a:t>
            </a:r>
          </a:p>
          <a:p xmlns:a="http://schemas.openxmlformats.org/drawingml/2006/main">
            <a:r>
              <a:t>https://www.w3.org/TR/shacl/</a:t>
            </a:r>
          </a:p>
          <a:p xmlns:a="http://schemas.openxmlformats.org/drawingml/2006/main">
            <a:r>
              <a:t>https://www.w3.org/TR/sparql11-query/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회사 개체는 그대로 두고 uses 관계만 지워 보겠습니다. 화면 오른쪽에 나온 오류를 읽을 때는 세 군데만 먼저 보면 됩니다. focusNode는 문제가 발견된 대상입니다. 여기서는 물류사예요. resultPath는 검사한 관계이고, 여기서는 uses입니다.</a:t>
            </a:r>
          </a:p>
          <a:p xmlns:a="http://schemas.openxmlformats.org/drawingml/2006/main">
            <a:r>
              <a:t/>
            </a:r>
          </a:p>
          <a:p xmlns:a="http://schemas.openxmlformats.org/drawingml/2006/main">
            <a:r>
              <a:t>그다음 제약 이름의 minCount는 값이 최소 몇 개 필요한지를 뜻합니다. 지금은 하나 이상이어야 하는데 하나도 없어서 실패한 겁니다. 따라서 해결하려면 회사 개체 자체를 지우는 게 아니라 빠진 사용 관계를 복구해야 합니다.</a:t>
            </a:r>
          </a:p>
          <a:p xmlns:a="http://schemas.openxmlformats.org/drawingml/2006/main">
            <a:r>
              <a:t/>
            </a:r>
          </a:p>
          <a:p xmlns:a="http://schemas.openxmlformats.org/drawingml/2006/main">
            <a:r>
              <a:t>다른 실험으로 관계값을 따옴표로 감싼 문자열로 바꿔 볼 수 있어요. 이름을 적는 것과 실제 시스템 개체를 가리키는 것은 다르기 때문에 그때는 IRI나 클래스 관련 오류를 볼 수 있습니다. 이 검사까지 통과한 데이터를 어떻게 조회하는지 이어서 보겠습니다.</a:t>
            </a:r>
          </a:p>
          <a:p xmlns:a="http://schemas.openxmlformats.org/drawingml/2006/main">
            <a:r>
              <a:t/>
            </a:r>
          </a:p>
          <a:p xmlns:a="http://schemas.openxmlformats.org/drawingml/2006/main">
            <a:r>
              <a:t>출처</a:t>
            </a:r>
          </a:p>
          <a:p xmlns:a="http://schemas.openxmlformats.org/drawingml/2006/main">
            <a:r>
              <a:t>https://www.w3.org/TR/rdf11-concepts/</a:t>
            </a:r>
          </a:p>
          <a:p xmlns:a="http://schemas.openxmlformats.org/drawingml/2006/main">
            <a:r>
              <a:t>https://www.w3.org/TR/owl2-primer/</a:t>
            </a:r>
          </a:p>
          <a:p xmlns:a="http://schemas.openxmlformats.org/drawingml/2006/main">
            <a:r>
              <a:t>https://www.w3.org/TR/shacl/</a:t>
            </a:r>
          </a:p>
          <a:p xmlns:a="http://schemas.openxmlformats.org/drawingml/2006/main">
            <a:r>
              <a:t>https://www.w3.org/TR/sparql11-query/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왼쪽 질의는 SPARQL입니다. SELECT 다음의 system은 결과로 받고 싶은 변수고, 중괄호 안은 그래프에서 찾을 연결 모양입니다. 자연어로 읽으면 ‘날씨API에 의존하는 시스템을 보여 달라’입니다.</a:t>
            </a:r>
          </a:p>
          <a:p xmlns:a="http://schemas.openxmlformats.org/drawingml/2006/main">
            <a:r>
              <a:t/>
            </a:r>
          </a:p>
          <a:p xmlns:a="http://schemas.openxmlformats.org/drawingml/2006/main">
            <a:r>
              <a:t>그런데 시스템 이름만 나오는 것으로는 발표나 실제 업무에서 충분하지 않을 수 있죠. 왜 그렇게 연결했는지 원문도 보고 싶습니다. 그래서 오른쪽처럼 문서가 어떤 시스템을 설명하는지 describes 관계를 붙였습니다. 조회 결과에 나온 시스템을 설명하는 문서를 찾아 텍스트를 함께 보여 주는 겁니다.</a:t>
            </a:r>
          </a:p>
          <a:p xmlns:a="http://schemas.openxmlformats.org/drawingml/2006/main">
            <a:r>
              <a:t/>
            </a:r>
          </a:p>
          <a:p xmlns:a="http://schemas.openxmlformats.org/drawingml/2006/main">
            <a:r>
              <a:t>이 실습의 문서 연결은 직접 작성한 예제입니다. LLM이 자동으로 추출했다고 보시면 안 됩니다. 원문과 연결하는 방법을 확인하는 데 목적이 있어요. 다음 장에서는 지금까지 본 내용을 실제로 조작하는 순서를 정리하겠습니다.</a:t>
            </a:r>
          </a:p>
          <a:p xmlns:a="http://schemas.openxmlformats.org/drawingml/2006/main">
            <a:r>
              <a:t/>
            </a:r>
          </a:p>
          <a:p xmlns:a="http://schemas.openxmlformats.org/drawingml/2006/main">
            <a:r>
              <a:t>출처</a:t>
            </a:r>
          </a:p>
          <a:p xmlns:a="http://schemas.openxmlformats.org/drawingml/2006/main">
            <a:r>
              <a:t>https://www.w3.org/TR/rdf11-concepts/</a:t>
            </a:r>
          </a:p>
          <a:p xmlns:a="http://schemas.openxmlformats.org/drawingml/2006/main">
            <a:r>
              <a:t>https://www.w3.org/TR/owl2-primer/</a:t>
            </a:r>
          </a:p>
          <a:p xmlns:a="http://schemas.openxmlformats.org/drawingml/2006/main">
            <a:r>
              <a:t>https://www.w3.org/TR/shacl/</a:t>
            </a:r>
          </a:p>
          <a:p xmlns:a="http://schemas.openxmlformats.org/drawingml/2006/main">
            <a:r>
              <a:t>https://www.w3.org/TR/sparql11-query/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웹사이트의 Ontology workshop으로 가겠습니다. 첫 번째 예제를 고르고 실행한 다음 추론 체크를 끄고 다시 실행해 보세요. 소프트웨어 목록이 세 개에서 두 개로 줄어드는 것을 확인하시면 됩니다.</a:t>
            </a:r>
          </a:p>
          <a:p xmlns:a="http://schemas.openxmlformats.org/drawingml/2006/main">
            <a:r>
              <a:t/>
            </a:r>
          </a:p>
          <a:p xmlns:a="http://schemas.openxmlformats.org/drawingml/2006/main">
            <a:r>
              <a:t>둘째는 의존 경로 질문입니다. 직접 의존하는 모델 하나와 간접 의존까지 포함한 두 결과를 비교해 주세요. 셋째는 관계를 반대 방향으로 찾는 실험입니다. 원본에 usedBy를 쓰지 않았는데도 추론 후 물류사가 나오는지 보시면 됩니다.</a:t>
            </a:r>
          </a:p>
          <a:p xmlns:a="http://schemas.openxmlformats.org/drawingml/2006/main">
            <a:r>
              <a:t/>
            </a:r>
          </a:p>
          <a:p xmlns:a="http://schemas.openxmlformats.org/drawingml/2006/main">
            <a:r>
              <a:t>넷째와 다섯째는 일부러 입력을 망가뜨리는 실험입니다. 필수 관계를 지우거나 개체를 문자열로 바꿔 보고, 아래 보고서의 대상과 관계를 읽어 보세요. 마지막은 domain과 range가 타입을 붙이는 실험입니다. 각 예제는 복원 버튼으로 되돌릴 수 있고, 예상 결과와 실제 결과를 비교할 수 있습니다.</a:t>
            </a:r>
          </a:p>
          <a:p xmlns:a="http://schemas.openxmlformats.org/drawingml/2006/main">
            <a:r>
              <a:t/>
            </a:r>
          </a:p>
          <a:p xmlns:a="http://schemas.openxmlformats.org/drawingml/2006/main">
            <a:r>
              <a:t>출처</a:t>
            </a:r>
          </a:p>
          <a:p xmlns:a="http://schemas.openxmlformats.org/drawingml/2006/main">
            <a:r>
              <a:t>https://www.w3.org/TR/rdf11-concepts/</a:t>
            </a:r>
          </a:p>
          <a:p xmlns:a="http://schemas.openxmlformats.org/drawingml/2006/main">
            <a:r>
              <a:t>https://www.w3.org/TR/owl2-primer/</a:t>
            </a:r>
          </a:p>
          <a:p xmlns:a="http://schemas.openxmlformats.org/drawingml/2006/main">
            <a:r>
              <a:t>https://www.w3.org/TR/shacl/</a:t>
            </a:r>
          </a:p>
          <a:p xmlns:a="http://schemas.openxmlformats.org/drawingml/2006/main">
            <a:r>
              <a:t>https://www.w3.org/TR/sparql11-query/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실습은 작지만 실제 회사에서 시작할 때도 같은 질문을 하면 됩니다. 첫째, 어떤 업무 질문을 해결할지 정해야 합니다. 모든 데이터를 한 번에 설명하는 모델보다, 담당자가 실제로 궁금해하는 질문 몇 개부터 시작하는 편이 다루기 쉽습니다.</a:t>
            </a:r>
          </a:p>
          <a:p xmlns:a="http://schemas.openxmlformats.org/drawingml/2006/main">
            <a:r>
              <a:t/>
            </a:r>
          </a:p>
          <a:p xmlns:a="http://schemas.openxmlformats.org/drawingml/2006/main">
            <a:r>
              <a:t>둘째, 누가 용어와 관계의 의미를 결정하는지 정해야 합니다. 예를 들어 운영팀과 개발팀이 ‘사용한다’를 다르게 이해하면 이름만 같아도 같은 모델이 아니게 됩니다. 이름과 의미를 현업 담당자와 맞춰야 해요.</a:t>
            </a:r>
          </a:p>
          <a:p xmlns:a="http://schemas.openxmlformats.org/drawingml/2006/main">
            <a:r>
              <a:t/>
            </a:r>
          </a:p>
          <a:p xmlns:a="http://schemas.openxmlformats.org/drawingml/2006/main">
            <a:r>
              <a:t>셋째, 수정할 때 이전 질문의 답이 달라졌는지 검사해야 합니다. 그래서 대표 질의와 품질 검사를 함께 남겨 둡니다. LLM으로 문서에서 사실을 추출하더라도 그 결과는 후보로 보고 출처와 검수 상태를 관리하는 것이 좋습니다. 이제 이렇게 만든 연결이 검색에서는 어떤 역할을 하는지 넘어가겠습니다.</a:t>
            </a:r>
          </a:p>
          <a:p xmlns:a="http://schemas.openxmlformats.org/drawingml/2006/main">
            <a:r>
              <a:t/>
            </a:r>
          </a:p>
          <a:p xmlns:a="http://schemas.openxmlformats.org/drawingml/2006/main">
            <a:r>
              <a:t>출처</a:t>
            </a:r>
          </a:p>
          <a:p xmlns:a="http://schemas.openxmlformats.org/drawingml/2006/main">
            <a:r>
              <a:t>https://www.w3.org/TR/rdf11-concepts/</a:t>
            </a:r>
          </a:p>
          <a:p xmlns:a="http://schemas.openxmlformats.org/drawingml/2006/main">
            <a:r>
              <a:t>https://www.w3.org/TR/owl2-primer/</a:t>
            </a:r>
          </a:p>
          <a:p xmlns:a="http://schemas.openxmlformats.org/drawingml/2006/main">
            <a:r>
              <a:t>https://www.w3.org/TR/shacl/</a:t>
            </a:r>
          </a:p>
          <a:p xmlns:a="http://schemas.openxmlformats.org/drawingml/2006/main">
            <a:r>
              <a:t>https://www.w3.org/TR/sparql11-query/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앞에서 본 온톨로지 추론과 지금부터 볼 GraphRAG는 역할을 구분하겠습니다. 표의 첫 줄은 정해 놓은 규칙에서 따라오는 사실을 얻는 경우입니다. 예측모델이 소프트웨어에도 속한다는 것이 여기에 해당합니다.</a:t>
            </a:r>
          </a:p>
          <a:p xmlns:a="http://schemas.openxmlformats.org/drawingml/2006/main">
            <a:r>
              <a:t/>
            </a:r>
          </a:p>
          <a:p xmlns:a="http://schemas.openxmlformats.org/drawingml/2006/main">
            <a:r>
              <a:t>둘째 줄은 검색입니다. 질문을 보고 그래프에서 어떤 노드나 문서가 관련 있는지 점수를 매기거나 경로를 찾는 거예요. 어떤 문서의 점수가 높다고 해서 그 안의 사실이 논리적으로 증명됐다는 뜻은 아닙니다. 답변에 쓸 후보를 잘 모으려는 과정입니다.</a:t>
            </a:r>
          </a:p>
          <a:p xmlns:a="http://schemas.openxmlformats.org/drawingml/2006/main">
            <a:r>
              <a:t/>
            </a:r>
          </a:p>
          <a:p xmlns:a="http://schemas.openxmlformats.org/drawingml/2006/main">
            <a:r>
              <a:t>셋째 줄은 LLM이 모은 근거를 보고 답변을 쓰는 단계입니다. 결국 규칙 추론, 검색, 답변 생성을 따로 봐야 어디서 문제가 생겼는지 알 수 있어요. GraphRAG가 반드시 OWL을 사용해야 하는 것도 아닙니다. 어떤 구조로 검색을 도울지 방법별로 살펴보겠습니다.</a:t>
            </a:r>
          </a:p>
          <a:p xmlns:a="http://schemas.openxmlformats.org/drawingml/2006/main">
            <a:r>
              <a:t/>
            </a:r>
          </a:p>
          <a:p xmlns:a="http://schemas.openxmlformats.org/drawingml/2006/main">
            <a:r>
              <a:t>출처</a:t>
            </a:r>
          </a:p>
          <a:p xmlns:a="http://schemas.openxmlformats.org/drawingml/2006/main">
            <a:r>
              <a:t>https://www.w3.org/TR/rdf11-concepts/</a:t>
            </a:r>
          </a:p>
          <a:p xmlns:a="http://schemas.openxmlformats.org/drawingml/2006/main">
            <a:r>
              <a:t>https://www.w3.org/TR/owl2-primer/</a:t>
            </a:r>
          </a:p>
          <a:p xmlns:a="http://schemas.openxmlformats.org/drawingml/2006/main">
            <a:r>
              <a:t>https://www.w3.org/TR/shacl/</a:t>
            </a:r>
          </a:p>
          <a:p xmlns:a="http://schemas.openxmlformats.org/drawingml/2006/main">
            <a:r>
              <a:t>https://www.w3.org/TR/sparql11-query/</a:t>
            </a:r>
          </a:p>
          <a:p xmlns:a="http://schemas.openxmlformats.org/drawingml/2006/main">
            <a:r>
              <a:t>https://arxiv.org/abs/2401.18059</a:t>
            </a:r>
          </a:p>
          <a:p xmlns:a="http://schemas.openxmlformats.org/drawingml/2006/main">
            <a:r>
              <a:t>https://arxiv.org/abs/2405.14831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이제 방법 이름이 여러 개 나오는데 비교 기준은 똑같이 가져가겠습니다. 첫 번째는 무엇을 저장하느냐입니다. 원문 조각을 저장할 수도 있고, 개체와 관계, 요약문, 더 작은 사실을 저장할 수도 있어요.</a:t>
            </a:r>
          </a:p>
          <a:p xmlns:a="http://schemas.openxmlformats.org/drawingml/2006/main">
            <a:r>
              <a:t/>
            </a:r>
          </a:p>
          <a:p xmlns:a="http://schemas.openxmlformats.org/drawingml/2006/main">
            <a:r>
              <a:t>두 번째는 미리 어떤 준비를 하느냐입니다. 이걸 색인 구축, 영어로 indexing이라고 부릅니다. 질문이 들어오기 전에 검색하기 좋은 구조를 만드는 과정이죠. 세 번째는 실제 질문이 들어왔을 때 무엇을 하는지입니다. 비슷한 벡터를 찾는지, 연결을 따라가는지, 요약을 모으는지가 달라집니다.</a:t>
            </a:r>
          </a:p>
          <a:p xmlns:a="http://schemas.openxmlformats.org/drawingml/2006/main">
            <a:r>
              <a:t/>
            </a:r>
          </a:p>
          <a:p xmlns:a="http://schemas.openxmlformats.org/drawingml/2006/main">
            <a:r>
              <a:t>마지막 두 항목은 어떤 근거를 답변 모델에 주는지와, 어디서 비용이나 오류가 생기는지입니다. ‘그래프를 쓴다’는 공통점만 보고 같은 방법이라고 생각하지 않으면 됩니다. 먼저 요약을 층층이 만드는 RAPTOR부터 보겠습니다.</a:t>
            </a:r>
          </a:p>
          <a:p xmlns:a="http://schemas.openxmlformats.org/drawingml/2006/main">
            <a:r>
              <a:t/>
            </a:r>
          </a:p>
          <a:p xmlns:a="http://schemas.openxmlformats.org/drawingml/2006/main">
            <a:r>
              <a:t>출처</a:t>
            </a:r>
          </a:p>
          <a:p xmlns:a="http://schemas.openxmlformats.org/drawingml/2006/main">
            <a:r>
              <a:t>https://arxiv.org/abs/2401.18059</a:t>
            </a:r>
          </a:p>
          <a:p xmlns:a="http://schemas.openxmlformats.org/drawingml/2006/main">
            <a:r>
              <a:t>https://arxiv.org/abs/2404.16130</a:t>
            </a:r>
          </a:p>
          <a:p xmlns:a="http://schemas.openxmlformats.org/drawingml/2006/main">
            <a:r>
              <a:t>https://arxiv.org/abs/2410.05779</a:t>
            </a:r>
          </a:p>
          <a:p xmlns:a="http://schemas.openxmlformats.org/drawingml/2006/main">
            <a:r>
              <a:t>https://arxiv.org/abs/2405.14831</a:t>
            </a:r>
          </a:p>
          <a:p xmlns:a="http://schemas.openxmlformats.org/drawingml/2006/main">
            <a:r>
              <a:t>https://arxiv.org/abs/2502.14802</a:t>
            </a:r>
          </a:p>
          <a:p xmlns:a="http://schemas.openxmlformats.org/drawingml/2006/main">
            <a:r>
              <a:t>https://arxiv.org/abs/2502.09891</a:t>
            </a:r>
          </a:p>
          <a:p xmlns:a="http://schemas.openxmlformats.org/drawingml/2006/main">
            <a:r>
              <a:t>https://arxiv.org/abs/2510.10114</a:t>
            </a:r>
          </a:p>
          <a:p xmlns:a="http://schemas.openxmlformats.org/drawingml/2006/main">
            <a:r>
              <a:t>https://arxiv.org/abs/2604.20844</a:t>
            </a:r>
          </a:p>
          <a:p xmlns:a="http://schemas.openxmlformats.org/drawingml/2006/main">
            <a:r>
              <a:t>https://arxiv.org/abs/2501.06713</a:t>
            </a:r>
          </a:p>
          <a:p xmlns:a="http://schemas.openxmlformats.org/drawingml/2006/main">
            <a:r>
              <a:t>https://arxiv.org/abs/2502.01113</a:t>
            </a:r>
          </a:p>
          <a:p xmlns:a="http://schemas.openxmlformats.org/drawingml/2006/main">
            <a:r>
              <a:t>https://arxiv.org/abs/2509.24276</a:t>
            </a:r>
          </a:p>
          <a:p xmlns:a="http://schemas.openxmlformats.org/drawingml/2006/main">
            <a:r>
              <a:t>https://arxiv.org/abs/2510.12323</a:t>
            </a:r>
          </a:p>
          <a:p xmlns:a="http://schemas.openxmlformats.org/drawingml/2006/main">
            <a:r>
              <a:t>https://arxiv.org/abs/2506.05690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RAPTOR는 문서 위에 요약의 층을 만드는 방법입니다. 화면의 저장 대상을 보시면 원문과 요약문이 같이 있죠. 긴 보고서를 읽을 때 먼저 목차와 요약을 보고 필요한 본문으로 내려가는 모습을 떠올리시면 됩니다.</a:t>
            </a:r>
          </a:p>
          <a:p xmlns:a="http://schemas.openxmlformats.org/drawingml/2006/main">
            <a:r>
              <a:t/>
            </a:r>
          </a:p>
          <a:p xmlns:a="http://schemas.openxmlformats.org/drawingml/2006/main">
            <a:r>
              <a:t>사전 준비에서는 문서 조각을 벡터로 바꾸고 비슷한 조각을 묶습니다. 묶음마다 요약을 만들고, 그 요약들도 다시 묶어 더 큰 요약을 만듭니다. 원 논문은 이 과정에 차원 축소와 부드러운 군집화를 사용합니다. 자세한 용어는 뒤 아키텍처 부록에 남겨 두었습니다.</a:t>
            </a:r>
          </a:p>
          <a:p xmlns:a="http://schemas.openxmlformats.org/drawingml/2006/main">
            <a:r>
              <a:t/>
            </a:r>
          </a:p>
          <a:p xmlns:a="http://schemas.openxmlformats.org/drawingml/2006/main">
            <a:r>
              <a:t>질문이 오면 여러 층의 노드 전체를 비교하거나 층을 내려가면서 찾을 수 있습니다. 노드는 여기서 원문 조각 또는 요약문 하나를 뜻해요. 회사와 시스템의 관계를 추출한 그래프와는 저장 대상부터 다른 겁니다. 다음 장에서 이 구조가 어떤 질문에 맞는지 보겠습니다.</a:t>
            </a:r>
          </a:p>
          <a:p xmlns:a="http://schemas.openxmlformats.org/drawingml/2006/main">
            <a:r>
              <a:t/>
            </a:r>
          </a:p>
          <a:p xmlns:a="http://schemas.openxmlformats.org/drawingml/2006/main">
            <a:r>
              <a:t>출처</a:t>
            </a:r>
          </a:p>
          <a:p xmlns:a="http://schemas.openxmlformats.org/drawingml/2006/main">
            <a:r>
              <a:t>https://arxiv.org/abs/2401.18059</a:t>
            </a:r>
          </a:p>
          <a:p xmlns:a="http://schemas.openxmlformats.org/drawingml/2006/main">
            <a:r>
              <a:t>https://github.com/parthsarthi03/raptor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질문이 ‘예측 오차가 몇 퍼센트인가?’라면 해당 수치가 적힌 원문 하나를 찾는 것으로 충분할 수 있습니다. 그런데 화면처럼 ‘운영이 전반적으로 어떻게 바뀌었나?’를 물으면 여러 문서의 내용을 함께 봐야 하죠.</a:t>
            </a:r>
          </a:p>
          <a:p xmlns:a="http://schemas.openxmlformats.org/drawingml/2006/main">
            <a:r>
              <a:t/>
            </a:r>
          </a:p>
          <a:p xmlns:a="http://schemas.openxmlformats.org/drawingml/2006/main">
            <a:r>
              <a:t>RAPTOR에서는 상위 요약이 이 전체적인 흐름을 찾는 데 쓰일 수 있습니다. 예를 들어 여러 배차 운영 문서를 묶은 요약을 먼저 찾고, 세부 근거가 필요한 부분은 그 아래 원문에서 확인하는 식입니다. 다만 항상 원문까지 자동으로 검증된다는 뜻은 아닙니다. 출처를 따라갈 수 있도록 구현해야 합니다.</a:t>
            </a:r>
          </a:p>
          <a:p xmlns:a="http://schemas.openxmlformats.org/drawingml/2006/main">
            <a:r>
              <a:t/>
            </a:r>
          </a:p>
          <a:p xmlns:a="http://schemas.openxmlformats.org/drawingml/2006/main">
            <a:r>
              <a:t>마지막 항목을 보시면 요약 손실이 있습니다. 요약을 여러 번 하면 중요한 예외나 조건이 사라질 수 있어요. 웹 실습은 이 개념을 작은 문서 그룹과 요약으로 보여 주는 수준이고, 원 논문의 재귀 군집화 전체를 재현하지는 않습니다. 다음은 요약 대상을 문서가 아니라 개체들의 그룹으로 잡는 방법입니다.</a:t>
            </a:r>
          </a:p>
          <a:p xmlns:a="http://schemas.openxmlformats.org/drawingml/2006/main">
            <a:r>
              <a:t/>
            </a:r>
          </a:p>
          <a:p xmlns:a="http://schemas.openxmlformats.org/drawingml/2006/main">
            <a:r>
              <a:t>출처</a:t>
            </a:r>
          </a:p>
          <a:p xmlns:a="http://schemas.openxmlformats.org/drawingml/2006/main">
            <a:r>
              <a:t>https://arxiv.org/abs/2401.18059</a:t>
            </a:r>
          </a:p>
          <a:p xmlns:a="http://schemas.openxmlformats.org/drawingml/2006/main">
            <a:r>
              <a:t>https://github.com/parthsarthi03/raptor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여기서 GraphRAG는 넓은 연구 분야 이름이 아니라 Microsoft의 구체적인 방법을 뜻합니다. 저장 대상을 보시면 개체와 관계, 그리고 그룹별 보고서가 있습니다. 회사나 시스템 같은 개체를 연결한 다음 서로 많이 연결된 개체들을 묶는 거예요. 이 그룹을 논문에서는 community라고 부릅니다.</a:t>
            </a:r>
          </a:p>
          <a:p xmlns:a="http://schemas.openxmlformats.org/drawingml/2006/main">
            <a:r>
              <a:t/>
            </a:r>
          </a:p>
          <a:p xmlns:a="http://schemas.openxmlformats.org/drawingml/2006/main">
            <a:r>
              <a:t>사전 준비에서 각 그룹의 내용을 보고서로 요약해 둡니다. 전체 문서의 공통 주제를 묻는 질문이 오면 그룹별 보고서를 읽고 부분 답변을 만든 뒤 최종 답변으로 합칩니다. 이때 나눠 처리하고 합치는 과정을 map-reduce라고 부릅니다.</a:t>
            </a:r>
          </a:p>
          <a:p xmlns:a="http://schemas.openxmlformats.org/drawingml/2006/main">
            <a:r>
              <a:t/>
            </a:r>
          </a:p>
          <a:p xmlns:a="http://schemas.openxmlformats.org/drawingml/2006/main">
            <a:r>
              <a:t>화면 마지막 줄에는 특정 대상 검색도 적어 뒀습니다. Local search는 특정 개체 주변의 관계와 문서를 모으는 방식입니다. 전체를 요약하는 질문과 특정 시스템을 묻는 질문의 검색 경로를 구분해 주세요. 이번 예시는 전체 질문을 보겠습니다.</a:t>
            </a:r>
          </a:p>
          <a:p xmlns:a="http://schemas.openxmlformats.org/drawingml/2006/main">
            <a:r>
              <a:t/>
            </a:r>
          </a:p>
          <a:p xmlns:a="http://schemas.openxmlformats.org/drawingml/2006/main">
            <a:r>
              <a:t>출처</a:t>
            </a:r>
          </a:p>
          <a:p xmlns:a="http://schemas.openxmlformats.org/drawingml/2006/main">
            <a:r>
              <a:t>https://arxiv.org/abs/2404.16130</a:t>
            </a:r>
          </a:p>
          <a:p xmlns:a="http://schemas.openxmlformats.org/drawingml/2006/main">
            <a:r>
              <a:t>https://github.com/microsoft/graphrag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우리 문서가 배차 운영, 예측모델, 외부API 운영으로 나뉘어 있다고 가정해 보죠. ‘공통 위험은 무엇인가?’를 물으면 한 문서만 읽어서는 빠지는 내용이 있을 수 있습니다.</a:t>
            </a:r>
          </a:p>
          <a:p xmlns:a="http://schemas.openxmlformats.org/drawingml/2006/main">
            <a:r>
              <a:t/>
            </a:r>
          </a:p>
          <a:p xmlns:a="http://schemas.openxmlformats.org/drawingml/2006/main">
            <a:r>
              <a:t>그룹별 보고서에서 각각 외부 입력 지연, 모델 갱신, 운영 대응 같은 후보를 뽑고, 이 부분 답변을 합쳐 전체적인 위험을 정리하는 방식입니다. 지금 말씀드린 주제는 이해를 돕기 위한 예시이며 실제 실행 결과를 측정한 것은 아닙니다.</a:t>
            </a:r>
          </a:p>
          <a:p xmlns:a="http://schemas.openxmlformats.org/drawingml/2006/main">
            <a:r>
              <a:t/>
            </a:r>
          </a:p>
          <a:p xmlns:a="http://schemas.openxmlformats.org/drawingml/2006/main">
            <a:r>
              <a:t>화면 아래의 비용도 같이 보겠습니다. 개체와 관계를 뽑고 보고서까지 만들기 때문에 준비 작업이 늘어납니다. 보고서가 원문을 요약한 결과인 만큼 세부 수치나 조건은 원문으로 돌아가 확인해야 해요. 웹 실습은 그룹 요약의 흐름을 보여 주지만 원 논문의 community 탐지와 여러 LLM의 부분 답변을 그대로 실행하지 않습니다. 다음에는 개체와 관계를 좀 더 직접 찾아 쓰는 LightRAG를 보겠습니다.</a:t>
            </a:r>
          </a:p>
          <a:p xmlns:a="http://schemas.openxmlformats.org/drawingml/2006/main">
            <a:r>
              <a:t/>
            </a:r>
          </a:p>
          <a:p xmlns:a="http://schemas.openxmlformats.org/drawingml/2006/main">
            <a:r>
              <a:t>출처</a:t>
            </a:r>
          </a:p>
          <a:p xmlns:a="http://schemas.openxmlformats.org/drawingml/2006/main">
            <a:r>
              <a:t>https://arxiv.org/abs/2404.16130</a:t>
            </a:r>
          </a:p>
          <a:p xmlns:a="http://schemas.openxmlformats.org/drawingml/2006/main">
            <a:r>
              <a:t>https://github.com/microsoft/graphrag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LightRAG는 질문을 구체적인 대상과 더 넓은 주제 양쪽에서 찾는다는 점을 기억하시면 됩니다. 화면 맨 위에는 개체 설명과 관계 설명이 따로 적혀 있습니다. 배차시스템 자체에 대한 설명과, 배차시스템이 모델을 어떻게 쓰는지에 대한 설명을 따로 검색할 수 있는 거죠.</a:t>
            </a:r>
          </a:p>
          <a:p xmlns:a="http://schemas.openxmlformats.org/drawingml/2006/main">
            <a:r>
              <a:t/>
            </a:r>
          </a:p>
          <a:p xmlns:a="http://schemas.openxmlformats.org/drawingml/2006/main">
            <a:r>
              <a:t>문서를 준비할 때는 추출한 개체와 관계를 합치고, 원문의 어느 조각에서 나온 내용인지 연결해 둡니다. 여기서 벡터 저장소는 비슷한 설명을 빠르게 찾는 역할이고, 그래프는 주변 연결을 확인하는 역할입니다.</a:t>
            </a:r>
          </a:p>
          <a:p xmlns:a="http://schemas.openxmlformats.org/drawingml/2006/main">
            <a:r>
              <a:t/>
            </a:r>
          </a:p>
          <a:p xmlns:a="http://schemas.openxmlformats.org/drawingml/2006/main">
            <a:r>
              <a:t>질문이 오면 low-level 키워드는 구체적 개체 쪽을, high-level 키워드는 넓은 관계나 주제 쪽을 찾는 데 사용합니다. 이름만 보고 깊이가 다른 그래프 층이라고 생각하기보다는 검색 관점을 나눈다고 이해하시면 됩니다. 실제 질문에 대입해 보겠습니다.</a:t>
            </a:r>
          </a:p>
          <a:p xmlns:a="http://schemas.openxmlformats.org/drawingml/2006/main">
            <a:r>
              <a:t/>
            </a:r>
          </a:p>
          <a:p xmlns:a="http://schemas.openxmlformats.org/drawingml/2006/main">
            <a:r>
              <a:t>출처</a:t>
            </a:r>
          </a:p>
          <a:p xmlns:a="http://schemas.openxmlformats.org/drawingml/2006/main">
            <a:r>
              <a:t>https://arxiv.org/abs/2410.05779</a:t>
            </a:r>
          </a:p>
          <a:p xmlns:a="http://schemas.openxmlformats.org/drawingml/2006/main">
            <a:r>
              <a:t>https://github.com/HKUDS/LightRAG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질문에서는 ‘배차시스템’과 ‘도착예측모델’이 구체적인 대상입니다. 두 대상의 설명을 찾는 것과 함께 ‘활용’, ‘예측 결과 사용’ 같은 관계 측면의 단서도 확인할 수 있습니다.</a:t>
            </a:r>
          </a:p>
          <a:p xmlns:a="http://schemas.openxmlformats.org/drawingml/2006/main">
            <a:r>
              <a:t/>
            </a:r>
          </a:p>
          <a:p xmlns:a="http://schemas.openxmlformats.org/drawingml/2006/main">
            <a:r>
              <a:t>그러고 나서 ‘모델의 예측값으로 배차 순서를 정한다’고 적힌 원문을 근거로 모으면 답변을 쓸 재료가 됩니다. 핵심은 개체나 관계 이름만 보고 답을 만드는 것이 아니라 연결된 원문까지 가져오는 겁니다.</a:t>
            </a:r>
          </a:p>
          <a:p xmlns:a="http://schemas.openxmlformats.org/drawingml/2006/main">
            <a:r>
              <a:t/>
            </a:r>
          </a:p>
          <a:p xmlns:a="http://schemas.openxmlformats.org/drawingml/2006/main">
            <a:r>
              <a:t>물론 처음 관계 추출이 틀리면 이후 검색도 영향을 받습니다. 질문에서 중요한 키워드를 놓쳐도 마찬가지고요. 이번 실습은 개체를 찾고 가까운 관계와 문서 점수를 조정하는 축소 예제입니다. 원 논문의 두 단계 키워드 검색 전체와 같지는 않습니다. 다음은 질문의 단서를 그래프에 퍼뜨리는 HippoRAG입니다.</a:t>
            </a:r>
          </a:p>
          <a:p xmlns:a="http://schemas.openxmlformats.org/drawingml/2006/main">
            <a:r>
              <a:t/>
            </a:r>
          </a:p>
          <a:p xmlns:a="http://schemas.openxmlformats.org/drawingml/2006/main">
            <a:r>
              <a:t>출처</a:t>
            </a:r>
          </a:p>
          <a:p xmlns:a="http://schemas.openxmlformats.org/drawingml/2006/main">
            <a:r>
              <a:t>https://arxiv.org/abs/2410.05779</a:t>
            </a:r>
          </a:p>
          <a:p xmlns:a="http://schemas.openxmlformats.org/drawingml/2006/main">
            <a:r>
              <a:t>https://github.com/HKUDS/LightRAG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HippoRAG는 질문에서 얻은 단서를 그래프 위에 올려 놓고 주변으로 퍼뜨려 보는 검색 방법입니다. 사전 준비에서는 문장마다 개체와 관계를 추출합니다. 이런 작업을 OpenIE라고 부르는데, 쉽게는 문장을 ‘대상, 관계, 대상’으로 나누는 겁니다.</a:t>
            </a:r>
          </a:p>
          <a:p xmlns:a="http://schemas.openxmlformats.org/drawingml/2006/main">
            <a:r>
              <a:t/>
            </a:r>
          </a:p>
          <a:p xmlns:a="http://schemas.openxmlformats.org/drawingml/2006/main">
            <a:r>
              <a:t>질문이 들어오면 질문 속 개체를 그래프의 개체와 맞춥니다. 그다음 출발점에 점수를 주고 연결된 곳으로 점수를 보내는 계산을 합니다. 이 계산이 Personalized PageRank, 줄여서 PPR입니다. ‘질문의 단서와 연결된 곳은 어디인가’를 숫자로 정렬하는 방법이라고 보시면 됩니다.</a:t>
            </a:r>
          </a:p>
          <a:p xmlns:a="http://schemas.openxmlformats.org/drawingml/2006/main">
            <a:r>
              <a:t/>
            </a:r>
          </a:p>
          <a:p xmlns:a="http://schemas.openxmlformats.org/drawingml/2006/main">
            <a:r>
              <a:t>마지막에는 개체 점수를 그 개체가 나오는 원문 문서에 연결합니다. 답변 모델은 이렇게 고른 문서를 읽어요. 검색 점수가 높다는 것이 사실의 진실 확률은 아닙니다. 여러 문서를 잇는 질문에서 왜 이 계산을 쓰는지 보겠습니다.</a:t>
            </a:r>
          </a:p>
          <a:p xmlns:a="http://schemas.openxmlformats.org/drawingml/2006/main">
            <a:r>
              <a:t/>
            </a:r>
          </a:p>
          <a:p xmlns:a="http://schemas.openxmlformats.org/drawingml/2006/main">
            <a:r>
              <a:t>출처</a:t>
            </a:r>
          </a:p>
          <a:p xmlns:a="http://schemas.openxmlformats.org/drawingml/2006/main">
            <a:r>
              <a:t>https://arxiv.org/abs/2405.14831</a:t>
            </a:r>
          </a:p>
          <a:p xmlns:a="http://schemas.openxmlformats.org/drawingml/2006/main">
            <a:r>
              <a:t>https://github.com/OSU-NLP-Group/HippoRAG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질문은 회사 이름을 묻지만 출발 단서는 날씨 정보입니다. 날씨API를 쓰는 모델, 그 모델을 사용하는 배차시스템, 그리고 그 시스템을 사용하는 회사가 서로 다른 문서에 나뉘어 있다고 생각해 보세요.</a:t>
            </a:r>
          </a:p>
          <a:p xmlns:a="http://schemas.openxmlformats.org/drawingml/2006/main">
            <a:r>
              <a:t/>
            </a:r>
          </a:p>
          <a:p xmlns:a="http://schemas.openxmlformats.org/drawingml/2006/main">
            <a:r>
              <a:t>질문과 문장 표현이 가장 비슷한 문서만 고르면 중간 연결을 놓칠 수 있습니다. 그래프 검색은 이 연결을 통해 직접 표현이 비슷하지 않은 회사 문서까지 후보에 넣으려는 겁니다. 최종 답을 쓰려면 필요한 연결의 원문들이 실제로 함께 검색됐는지 확인해야 합니다.</a:t>
            </a:r>
          </a:p>
          <a:p xmlns:a="http://schemas.openxmlformats.org/drawingml/2006/main">
            <a:r>
              <a:t/>
            </a:r>
          </a:p>
          <a:p xmlns:a="http://schemas.openxmlformats.org/drawingml/2006/main">
            <a:r>
              <a:t>아래 오류 항목처럼 잘못 추출한 연결도 점수를 퍼뜨립니다. 무엇과든 많이 연결된 개체가 불필요하게 높은 점수를 받을 수도 있어요. 그래서 그래프가 있다는 사실보다 seed, 즉 출발점과 선택된 원문을 보는 것이 중요합니다. 다음 방법은 여기에 원문 문맥을 더 직접 반영합니다.</a:t>
            </a:r>
          </a:p>
          <a:p xmlns:a="http://schemas.openxmlformats.org/drawingml/2006/main">
            <a:r>
              <a:t/>
            </a:r>
          </a:p>
          <a:p xmlns:a="http://schemas.openxmlformats.org/drawingml/2006/main">
            <a:r>
              <a:t>출처</a:t>
            </a:r>
          </a:p>
          <a:p xmlns:a="http://schemas.openxmlformats.org/drawingml/2006/main">
            <a:r>
              <a:t>https://arxiv.org/abs/2405.14831</a:t>
            </a:r>
          </a:p>
          <a:p xmlns:a="http://schemas.openxmlformats.org/drawingml/2006/main">
            <a:r>
              <a:t>https://github.com/OSU-NLP-Group/HippoRAG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HippoRAG 2는 개체 연결만으로 놓칠 수 있는 원문 문맥을 더 직접 넣는 방향입니다. 첫 줄의 ‘짧은 개념 표현’은 논문의 phrase를 쉽게 적은 말입니다. 그래프에 이런 표현뿐 아니라 원문 문단도 연결합니다.</a:t>
            </a:r>
          </a:p>
          <a:p xmlns:a="http://schemas.openxmlformats.org/drawingml/2006/main">
            <a:r>
              <a:t/>
            </a:r>
          </a:p>
          <a:p xmlns:a="http://schemas.openxmlformats.org/drawingml/2006/main">
            <a:r>
              <a:t>질문 처리도 조금 바뀝니다. 먼저 질문과 관련 있을 법한 관계 트리플을 찾습니다. 그다음 LLM이 이 후보들 중 질문과 실제로 관련 있는 것을 걸러 줍니다. 논문에서 recognition memory라고 부르는 단계입니다. 후보를 많이 찾은 다음 쓸 만한 단서를 확인하는 과정으로 보시면 됩니다.</a:t>
            </a:r>
          </a:p>
          <a:p xmlns:a="http://schemas.openxmlformats.org/drawingml/2006/main">
            <a:r>
              <a:t/>
            </a:r>
          </a:p>
          <a:p xmlns:a="http://schemas.openxmlformats.org/drawingml/2006/main">
            <a:r>
              <a:t>그렇게 고른 관계와 원문 신호를 출발점으로 PPR 검색을 수행합니다. 앞 방법과 같은 이름의 계산을 사용해도 출발점과 그래프에 포함되는 정보가 다르다는 점이 중요합니다. 다음 장에서 회사 이름을 찾는 예제로 이어 보겠습니다.</a:t>
            </a:r>
          </a:p>
          <a:p xmlns:a="http://schemas.openxmlformats.org/drawingml/2006/main">
            <a:r>
              <a:t/>
            </a:r>
          </a:p>
          <a:p xmlns:a="http://schemas.openxmlformats.org/drawingml/2006/main">
            <a:r>
              <a:t>출처</a:t>
            </a:r>
          </a:p>
          <a:p xmlns:a="http://schemas.openxmlformats.org/drawingml/2006/main">
            <a:r>
              <a:t>https://arxiv.org/abs/2502.14802</a:t>
            </a:r>
          </a:p>
          <a:p xmlns:a="http://schemas.openxmlformats.org/drawingml/2006/main">
            <a:r>
              <a:t>https://github.com/OSU-NLP-Group/HippoRAG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앞 장의 질문과 비슷해 보여도 이번에는 원문 문맥을 더 강조해서 보겠습니다. 어떤 모델이 날씨API를 단순히 시험해 봤다는 문서와, 실제 배차에 사용한다는 문서는 의미가 다르겠죠.</a:t>
            </a:r>
          </a:p>
          <a:p xmlns:a="http://schemas.openxmlformats.org/drawingml/2006/main">
            <a:r>
              <a:t/>
            </a:r>
          </a:p>
          <a:p xmlns:a="http://schemas.openxmlformats.org/drawingml/2006/main">
            <a:r>
              <a:t>질문 관련 트리플 후보를 찾은 뒤 LLM 필터로 관련성을 확인하고, 원문 문단도 함께 연결해 검색하면 이런 맥락을 반영하려는 시도가 됩니다. 다만 필터가 항상 맞는 것은 아닙니다. 중요한 관계를 잘못 제외하면 오히려 근거를 놓칠 수도 있어요.</a:t>
            </a:r>
          </a:p>
          <a:p xmlns:a="http://schemas.openxmlformats.org/drawingml/2006/main">
            <a:r>
              <a:t/>
            </a:r>
          </a:p>
          <a:p xmlns:a="http://schemas.openxmlformats.org/drawingml/2006/main">
            <a:r>
              <a:t>화면 마지막 줄의 비용은 바로 이 온라인 LLM 호출에서 생깁니다. 색인 단계 비용과 질문마다 발생하는 비용을 나눠 봐야 합니다. 웹에서는 문서 검색과 개체 점수를 합치는 축소 과정을 보여 주며 이 LLM 필터 전체를 재현하지 않습니다. 다음은 큰 그룹 구조를 더 효율적으로 찾으려는 ArchRAG입니다.</a:t>
            </a:r>
          </a:p>
          <a:p xmlns:a="http://schemas.openxmlformats.org/drawingml/2006/main">
            <a:r>
              <a:t/>
            </a:r>
          </a:p>
          <a:p xmlns:a="http://schemas.openxmlformats.org/drawingml/2006/main">
            <a:r>
              <a:t>출처</a:t>
            </a:r>
          </a:p>
          <a:p xmlns:a="http://schemas.openxmlformats.org/drawingml/2006/main">
            <a:r>
              <a:t>https://arxiv.org/abs/2502.14802</a:t>
            </a:r>
          </a:p>
          <a:p xmlns:a="http://schemas.openxmlformats.org/drawingml/2006/main">
            <a:r>
              <a:t>https://github.com/OSU-NLP-Group/HippoRAG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ArchRAG는 그룹을 어떻게 잘 만들고 잘 찾을지에 초점을 둡니다. 그래프에서 연결이 많다고 항상 같은 주제인 것은 아니죠. 그래서 연결 구조와 개체의 설명 같은 의미 정보를 함께 반영하는 그룹을 만듭니다. 여기서 attribute는 그런 설명이나 특징 정보를 뜻합니다.</a:t>
            </a:r>
          </a:p>
          <a:p xmlns:a="http://schemas.openxmlformats.org/drawingml/2006/main">
            <a:r>
              <a:t/>
            </a:r>
          </a:p>
          <a:p xmlns:a="http://schemas.openxmlformats.org/drawingml/2006/main">
            <a:r>
              <a:t>그룹을 한 단계만 만드는 것이 아니라 큰 그룹과 세부 그룹으로 계층화합니다. 질문이 들어오면 모든 보고서를 다 읽는 대신 관련된 층과 그룹을 탐색해 필요한 범위를 좁힙니다.</a:t>
            </a:r>
          </a:p>
          <a:p xmlns:a="http://schemas.openxmlformats.org/drawingml/2006/main">
            <a:r>
              <a:t/>
            </a:r>
          </a:p>
          <a:p xmlns:a="http://schemas.openxmlformats.org/drawingml/2006/main">
            <a:r>
              <a:t>논문의 C-HNSW는 이런 계층에서 가까운 후보를 효율적으로 찾기 위한 검색 구조입니다. 이름을 외우는 것보다 ‘큰 구조에서 필요한 부분으로 좁힌다’는 흐름을 잡으시면 됩니다. 다음 예제에서는 날씨 이슈에 해당하는 그룹을 고르는 모습을 생각해 보겠습니다.</a:t>
            </a:r>
          </a:p>
          <a:p xmlns:a="http://schemas.openxmlformats.org/drawingml/2006/main">
            <a:r>
              <a:t/>
            </a:r>
          </a:p>
          <a:p xmlns:a="http://schemas.openxmlformats.org/drawingml/2006/main">
            <a:r>
              <a:t>출처</a:t>
            </a:r>
          </a:p>
          <a:p xmlns:a="http://schemas.openxmlformats.org/drawingml/2006/main">
            <a:r>
              <a:t>https://arxiv.org/abs/2502.09891</a:t>
            </a:r>
          </a:p>
          <a:p xmlns:a="http://schemas.openxmlformats.org/drawingml/2006/main">
            <a:r>
              <a:t>https://github.com/sam234990/ArchRAG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운영 문서 전체에 결제, 배차, 날씨 입력, 모델 갱신 이야기가 섞여 있다고 가정하겠습니다. 질문은 날씨 관련 이슈인데 모든 그룹의 보고서를 다 읽으면 필요 없는 내용과 비용이 늘어날 수 있습니다.</a:t>
            </a:r>
          </a:p>
          <a:p xmlns:a="http://schemas.openxmlformats.org/drawingml/2006/main">
            <a:r>
              <a:t/>
            </a:r>
          </a:p>
          <a:p xmlns:a="http://schemas.openxmlformats.org/drawingml/2006/main">
            <a:r>
              <a:t>관련 그룹을 먼저 찾고 그 안의 요약과 원문을 모으는 것이 화면의 두 번째 항목입니다. 이때 그룹이 의미 있게 묶여 있어야 필요한 근거를 좁히는 데 도움이 됩니다. 잘못 묶였다면 관련 원문을 그룹 밖에 남겨 놓을 수도 있겠죠.</a:t>
            </a:r>
          </a:p>
          <a:p xmlns:a="http://schemas.openxmlformats.org/drawingml/2006/main">
            <a:r>
              <a:t/>
            </a:r>
          </a:p>
          <a:p xmlns:a="http://schemas.openxmlformats.org/drawingml/2006/main">
            <a:r>
              <a:t>따라서 검색 비용만 보는 것이 아니라 그룹을 만드는 비용과 갱신할 때의 비용도 함께 봐야 합니다. 우리 웹 예제는 주제별 작은 그룹을 골라 보는 수준이며, 원 논문의 속성 기반 그룹화나 C-HNSW를 구현한 것은 아닙니다. 다음은 관계 이름을 뽑는 부담을 줄이는 방향입니다.</a:t>
            </a:r>
          </a:p>
          <a:p xmlns:a="http://schemas.openxmlformats.org/drawingml/2006/main">
            <a:r>
              <a:t/>
            </a:r>
          </a:p>
          <a:p xmlns:a="http://schemas.openxmlformats.org/drawingml/2006/main">
            <a:r>
              <a:t>출처</a:t>
            </a:r>
          </a:p>
          <a:p xmlns:a="http://schemas.openxmlformats.org/drawingml/2006/main">
            <a:r>
              <a:t>https://arxiv.org/abs/2502.09891</a:t>
            </a:r>
          </a:p>
          <a:p xmlns:a="http://schemas.openxmlformats.org/drawingml/2006/main">
            <a:r>
              <a:t>https://github.com/sam234990/ArchRAG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LinearRAG에서는 ‘어떤 관계 이름으로 연결할까’를 뽑는 부담을 줄입니다. 대신 화면의 첫 줄처럼 개체, 문장, 문단을 연결합니다. 어떤 개체가 어느 문장에 나오고, 그 문장이 어느 문단에 속하는지를 활용하는 거예요. 이렇게 세 종류의 노드가 있어 Tri-Graph라고 부릅니다.</a:t>
            </a:r>
          </a:p>
          <a:p xmlns:a="http://schemas.openxmlformats.org/drawingml/2006/main">
            <a:r>
              <a:t/>
            </a:r>
          </a:p>
          <a:p xmlns:a="http://schemas.openxmlformats.org/drawingml/2006/main">
            <a:r>
              <a:t>예를 들어 날씨API와 예측모델이 같은 문장에 등장하고, 다른 문장에는 예측모델과 배차시스템이 등장할 수 있습니다. 모델이라는 공통 개체가 문장들을 잇는 단서가 됩니다.</a:t>
            </a:r>
          </a:p>
          <a:p xmlns:a="http://schemas.openxmlformats.org/drawingml/2006/main">
            <a:r>
              <a:t/>
            </a:r>
          </a:p>
          <a:p xmlns:a="http://schemas.openxmlformats.org/drawingml/2006/main">
            <a:r>
              <a:t>질문이 오면 관련 문장과 개체의 지역적인 연결을 활용하고, 그래프 확산으로 최종 문단 순위를 구합니다. 원문의 관계 술어를 일일이 생성하는 방식과 무엇이 다른지 보시면 됩니다. 이 단순화가 어떤 주의점을 갖는지 다음 장에서 보겠습니다.</a:t>
            </a:r>
          </a:p>
          <a:p xmlns:a="http://schemas.openxmlformats.org/drawingml/2006/main">
            <a:r>
              <a:t/>
            </a:r>
          </a:p>
          <a:p xmlns:a="http://schemas.openxmlformats.org/drawingml/2006/main">
            <a:r>
              <a:t>출처</a:t>
            </a:r>
          </a:p>
          <a:p xmlns:a="http://schemas.openxmlformats.org/drawingml/2006/main">
            <a:r>
              <a:t>https://arxiv.org/abs/2510.10114</a:t>
            </a:r>
          </a:p>
          <a:p xmlns:a="http://schemas.openxmlformats.org/drawingml/2006/main">
            <a:r>
              <a:t>https://github.com/DEEP-PolyU/LinearRAG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질문에서는 날씨API가 적힌 문장만으로 답이 끝나지 않을 수 있습니다. 그 문장에 나온 예측모델을 통해 배차 이야기가 있는 다른 문장을 찾고, 각 문장이 속한 원문 문단을 근거로 가져오는 그림입니다.</a:t>
            </a:r>
          </a:p>
          <a:p xmlns:a="http://schemas.openxmlformats.org/drawingml/2006/main">
            <a:r>
              <a:t/>
            </a:r>
          </a:p>
          <a:p xmlns:a="http://schemas.openxmlformats.org/drawingml/2006/main">
            <a:r>
              <a:t>다만 개체가 함께 등장했다고 의미 관계가 확인되는 것은 아닙니다. ‘이 모델은 날씨API를 쓰지 않는다’는 문장에도 두 개체는 같이 나오죠. 같은 곳에 나온다는 단서와 문장이 실제로 말하는 내용은 구분해야 합니다.</a:t>
            </a:r>
          </a:p>
          <a:p xmlns:a="http://schemas.openxmlformats.org/drawingml/2006/main">
            <a:r>
              <a:t/>
            </a:r>
          </a:p>
          <a:p xmlns:a="http://schemas.openxmlformats.org/drawingml/2006/main">
            <a:r>
              <a:t>그래서 최종 답변에는 원문을 줘서 부정이나 조건을 읽을 수 있게 해야 하고, 검색 자체가 중요한 근거를 놓쳤는지도 확인해야 합니다. 웹의 LinearRAG 선택지는 단순한 개체-문서 연결을 활용하는 교육용 예제입니다. 다음은 원문보다 작은 사실 단위를 사용하는 AtomicRAG입니다.</a:t>
            </a:r>
          </a:p>
          <a:p xmlns:a="http://schemas.openxmlformats.org/drawingml/2006/main">
            <a:r>
              <a:t/>
            </a:r>
          </a:p>
          <a:p xmlns:a="http://schemas.openxmlformats.org/drawingml/2006/main">
            <a:r>
              <a:t>출처</a:t>
            </a:r>
          </a:p>
          <a:p xmlns:a="http://schemas.openxmlformats.org/drawingml/2006/main">
            <a:r>
              <a:t>https://arxiv.org/abs/2510.10114</a:t>
            </a:r>
          </a:p>
          <a:p xmlns:a="http://schemas.openxmlformats.org/drawingml/2006/main">
            <a:r>
              <a:t>https://github.com/DEEP-PolyU/LinearRAG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AtomicRAG의 atom은 원자라는 단어에서 온 말인데, 여기서는 독립적으로 이해할 수 있는 작은 사실을 뜻합니다. 긴 문서 조각 하나에는 관련 없는 사실들이 섞일 수 있고, 너무 짧은 트리플은 문맥을 놓칠 수 있죠. 그 사이에서 사실 단위를 더 잘 잡으려는 접근입니다.</a:t>
            </a:r>
          </a:p>
          <a:p xmlns:a="http://schemas.openxmlformats.org/drawingml/2006/main">
            <a:r>
              <a:t/>
            </a:r>
          </a:p>
          <a:p xmlns:a="http://schemas.openxmlformats.org/drawingml/2006/main">
            <a:r>
              <a:t>사전 준비에서는 문서를 이런 사실들로 나누고 등장 개체와 연결합니다. 질문이 복잡하면 필요한 작은 질문들로 나누는 단계를 거칠 수 있습니다. 그런 다음 사실의 의미 검색과 개체 기반 그래프 검색을 결합합니다.</a:t>
            </a:r>
          </a:p>
          <a:p xmlns:a="http://schemas.openxmlformats.org/drawingml/2006/main">
            <a:r>
              <a:t/>
            </a:r>
          </a:p>
          <a:p xmlns:a="http://schemas.openxmlformats.org/drawingml/2006/main">
            <a:r>
              <a:t>마지막에는 중복되거나 무관한 사실을 걸러냅니다. 논문에서는 Atomic Sieve, 즉 체로 거르듯 사실을 선별하는 단계라고 부릅니다. 화면의 핵심은 ‘작게 나눴다’보다 ‘쓸 사실만 남긴다’입니다. 예제에 대입해 보죠.</a:t>
            </a:r>
          </a:p>
          <a:p xmlns:a="http://schemas.openxmlformats.org/drawingml/2006/main">
            <a:r>
              <a:t/>
            </a:r>
          </a:p>
          <a:p xmlns:a="http://schemas.openxmlformats.org/drawingml/2006/main">
            <a:r>
              <a:t>출처</a:t>
            </a:r>
          </a:p>
          <a:p xmlns:a="http://schemas.openxmlformats.org/drawingml/2006/main">
            <a:r>
              <a:t>https://arxiv.org/abs/2604.20844</a:t>
            </a:r>
          </a:p>
          <a:p xmlns:a="http://schemas.openxmlformats.org/drawingml/2006/main">
            <a:r>
              <a:t>https://github.com/7HHHHH/AtomicRAG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질문을 답하려면 ‘모델은 날씨 입력을 받는다’와 ‘배차시스템은 모델 결과를 쓴다’는 사실이 필요합니다. 반면 같은 문서에 있는 사무실 위치 같은 내용은 필요 없을 수 있겠죠. AtomicRAG는 이런 작은 사실들을 필요한 만큼 조합하려는 겁니다.</a:t>
            </a:r>
          </a:p>
          <a:p xmlns:a="http://schemas.openxmlformats.org/drawingml/2006/main">
            <a:r>
              <a:t/>
            </a:r>
          </a:p>
          <a:p xmlns:a="http://schemas.openxmlformats.org/drawingml/2006/main">
            <a:r>
              <a:t>여기서 혼자 읽어도 이해돼야 한다는 조건이 중요합니다. ‘이것을 사용한다’처럼 대명사만 남기거나, 예외 조건을 떼어 버리면 작은 단위가 되어도 좋은 근거가 아닙니다. 누가 무엇을 사용하는지와 필요한 조건을 유지해야 해요.</a:t>
            </a:r>
          </a:p>
          <a:p xmlns:a="http://schemas.openxmlformats.org/drawingml/2006/main">
            <a:r>
              <a:t/>
            </a:r>
          </a:p>
          <a:p xmlns:a="http://schemas.openxmlformats.org/drawingml/2006/main">
            <a:r>
              <a:t>질문을 잘못 나누거나 필터가 중요한 사실을 버려도 문제가 됩니다. 따라서 사실 추출, 검색, 선별을 따로 살펴봐야 합니다. 현재 웹의 사실 선택 데모에는 원 논문의 질문 분해와 그래프 전파, Atomic Sieve 전체가 들어 있지는 않습니다. 다음은 작은 언어 모델을 위한 MiniRAG입니다.</a:t>
            </a:r>
          </a:p>
          <a:p xmlns:a="http://schemas.openxmlformats.org/drawingml/2006/main">
            <a:r>
              <a:t/>
            </a:r>
          </a:p>
          <a:p xmlns:a="http://schemas.openxmlformats.org/drawingml/2006/main">
            <a:r>
              <a:t>출처</a:t>
            </a:r>
          </a:p>
          <a:p xmlns:a="http://schemas.openxmlformats.org/drawingml/2006/main">
            <a:r>
              <a:t>https://arxiv.org/abs/2604.20844</a:t>
            </a:r>
          </a:p>
          <a:p xmlns:a="http://schemas.openxmlformats.org/drawingml/2006/main">
            <a:r>
              <a:t>https://github.com/7HHHHH/AtomicRAG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MiniRAG는 작은 언어 모델이 검색 결과를 잘 활용할 수 있게 하려는 방법입니다. SLM이라는 약어가 나오면 Small Language Model, 작은 언어 모델이라고 읽으시면 됩니다. 작은 모델에 길고 복잡한 근거를 잔뜩 주는 것은 부담이 될 수 있죠.</a:t>
            </a:r>
          </a:p>
          <a:p xmlns:a="http://schemas.openxmlformats.org/drawingml/2006/main">
            <a:r>
              <a:t/>
            </a:r>
          </a:p>
          <a:p xmlns:a="http://schemas.openxmlformats.org/drawingml/2006/main">
            <a:r>
              <a:t>그래서 개체와 원문 조각을 연결한 그래프를 만들고, 질문에서 어떤 대상을 찾는지와 답이 어떤 종류일지를 단서로 사용합니다. 예를 들어 답이 회사 이름인지, 시스템 이름인지 구분하는 겁니다.</a:t>
            </a:r>
          </a:p>
          <a:p xmlns:a="http://schemas.openxmlformats.org/drawingml/2006/main">
            <a:r>
              <a:t/>
            </a:r>
          </a:p>
          <a:p xmlns:a="http://schemas.openxmlformats.org/drawingml/2006/main">
            <a:r>
              <a:t>그 단서와 그래프의 연결 모양을 활용해 답에 필요한 경로와 원문을 고릅니다. topology-aware라는 표현은 이런 연결 모양을 본다는 뜻입니다. 단순히 모델만 작은 것으로 바꾼 방식과는 구별해서 이해하시면 됩니다. 어떤 근거가 짧게 모이는지 예제를 보겠습니다.</a:t>
            </a:r>
          </a:p>
          <a:p xmlns:a="http://schemas.openxmlformats.org/drawingml/2006/main">
            <a:r>
              <a:t/>
            </a:r>
          </a:p>
          <a:p xmlns:a="http://schemas.openxmlformats.org/drawingml/2006/main">
            <a:r>
              <a:t>출처</a:t>
            </a:r>
          </a:p>
          <a:p xmlns:a="http://schemas.openxmlformats.org/drawingml/2006/main">
            <a:r>
              <a:t>https://arxiv.org/abs/2501.06713</a:t>
            </a:r>
          </a:p>
          <a:p xmlns:a="http://schemas.openxmlformats.org/drawingml/2006/main">
            <a:r>
              <a:t>https://github.com/HKUDS/MiniRAG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끝에 ‘소프트웨어 이름’이라고 적혀 있습니다. 그렇다면 답 후보를 찾을 때 날짜나 회사보다 시스템 종류의 개체가 더 맞겠죠. 질문에서 날씨API를 시작 단서로 잡고, 관련 소프트웨어와 그 설명이 있는 원문을 모으는 모습입니다.</a:t>
            </a:r>
          </a:p>
          <a:p xmlns:a="http://schemas.openxmlformats.org/drawingml/2006/main">
            <a:r>
              <a:t/>
            </a:r>
          </a:p>
          <a:p xmlns:a="http://schemas.openxmlformats.org/drawingml/2006/main">
            <a:r>
              <a:t>이렇게 모은 짧은 근거를 모델에 전달합니다. 짧다고 무조건 좋은 것은 아니에요. 정답에 필요한 연결을 모두 포함하면서 불필요한 내용을 줄였는지가 중요합니다. 근거가 짧아진 대신 중간 사실을 빼먹으면 답을 못 할 수 있습니다.</a:t>
            </a:r>
          </a:p>
          <a:p xmlns:a="http://schemas.openxmlformats.org/drawingml/2006/main">
            <a:r>
              <a:t/>
            </a:r>
          </a:p>
          <a:p xmlns:a="http://schemas.openxmlformats.org/drawingml/2006/main">
            <a:r>
              <a:t>그리고 작은 모델이 개체 추출이나 답의 종류를 틀리게 판단할 수 있다는 점도 남습니다. 웹 예제는 짧은 그래프 경로를 찾는 개념을 보여 주지만 원 논문의 전체 경로 점수 계산은 재현하지 않습니다. 다음 두 방법은 이런 검색 계산 자체를 학습하는 쪽입니다.</a:t>
            </a:r>
          </a:p>
          <a:p xmlns:a="http://schemas.openxmlformats.org/drawingml/2006/main">
            <a:r>
              <a:t/>
            </a:r>
          </a:p>
          <a:p xmlns:a="http://schemas.openxmlformats.org/drawingml/2006/main">
            <a:r>
              <a:t>출처</a:t>
            </a:r>
          </a:p>
          <a:p xmlns:a="http://schemas.openxmlformats.org/drawingml/2006/main">
            <a:r>
              <a:t>https://arxiv.org/abs/2501.06713</a:t>
            </a:r>
          </a:p>
          <a:p xmlns:a="http://schemas.openxmlformats.org/drawingml/2006/main">
            <a:r>
              <a:t>https://github.com/HKUDS/MiniRAG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지금까지는 사람이 정한 검색 규칙을 중심으로 봤습니다. GFM-RAG는 그래프에서 어떤 곳이 질문과 관련 있는지를 모델로 학습합니다. GFM은 Graph Foundation Model의 줄임말입니다.</a:t>
            </a:r>
          </a:p>
          <a:p xmlns:a="http://schemas.openxmlformats.org/drawingml/2006/main">
            <a:r>
              <a:t/>
            </a:r>
          </a:p>
          <a:p xmlns:a="http://schemas.openxmlformats.org/drawingml/2006/main">
            <a:r>
              <a:t>화면의 사전 준비 단계에서 그래프와 문서의 연결을 만들고 학습된 모델을 불러옵니다. 질문이 오면 그래프의 이웃 사이에서 정보를 전달하면서 관련도를 계산합니다. 이를 GNN의 message passing이라고 부르는데, 주변 노드의 정보를 받아 자기 점수 판단에 사용하는 과정으로 이해하시면 됩니다.</a:t>
            </a:r>
          </a:p>
          <a:p xmlns:a="http://schemas.openxmlformats.org/drawingml/2006/main">
            <a:r>
              <a:t/>
            </a:r>
          </a:p>
          <a:p xmlns:a="http://schemas.openxmlformats.org/drawingml/2006/main">
            <a:r>
              <a:t>그 개체 점수를 다시 원문 문서와 연결해서 답변 근거를 고릅니다. PPR과 마찬가지로 그래프를 쓰지만 계산 방법을 학습한다는 차이가 있습니다. 학습된 모델을 실제로 불러와야 이 방법을 실행했다고 할 수 있다는 점도 중요합니다. 예제와 한계를 보겠습니다.</a:t>
            </a:r>
          </a:p>
          <a:p xmlns:a="http://schemas.openxmlformats.org/drawingml/2006/main">
            <a:r>
              <a:t/>
            </a:r>
          </a:p>
          <a:p xmlns:a="http://schemas.openxmlformats.org/drawingml/2006/main">
            <a:r>
              <a:t>출처</a:t>
            </a:r>
          </a:p>
          <a:p xmlns:a="http://schemas.openxmlformats.org/drawingml/2006/main">
            <a:r>
              <a:t>https://arxiv.org/abs/2502.01113</a:t>
            </a:r>
          </a:p>
          <a:p xmlns:a="http://schemas.openxmlformats.org/drawingml/2006/main">
            <a:r>
              <a:t>https://github.com/RManLuo/gfm-rag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회사 문서와 모델 문서, 외부API 문서가 흩어져 있어도 질문과 관련 있는 개체들의 점수를 모델이 계산하고, 그 개체가 나오는 문서를 근거로 모으는 모습입니다. 답변 생성 모델이 문서를 고르는 것과 그래프 검색 모델이 관련도를 계산하는 것은 구분해서 보겠습니다.</a:t>
            </a:r>
          </a:p>
          <a:p xmlns:a="http://schemas.openxmlformats.org/drawingml/2006/main">
            <a:r>
              <a:t/>
            </a:r>
          </a:p>
          <a:p xmlns:a="http://schemas.openxmlformats.org/drawingml/2006/main">
            <a:r>
              <a:t>이 방법을 실제로 적용하려면 그래프 형태와 입력 특징이 준비돼 있어야 하고, 학습된 가중치도 필요합니다. 내 그래프가 학습 때와 많이 다르면 기대한 대로 동작하는지도 평가해야 해요. 모델이 학습됐다는 사실만으로 새 업무에서 잘된다고 보장할 수는 없습니다.</a:t>
            </a:r>
          </a:p>
          <a:p xmlns:a="http://schemas.openxmlformats.org/drawingml/2006/main">
            <a:r>
              <a:t/>
            </a:r>
          </a:p>
          <a:p xmlns:a="http://schemas.openxmlformats.org/drawingml/2006/main">
            <a:r>
              <a:t>특히 우리 웹사이트에는 이 학습 모델의 체크포인트가 없습니다. 선택 화면에서 보여 주는 것은 학습 검색의 개념을 설명하기 위한 대체 계산입니다. 이를 논문 모델의 성능 결과로 비교하면 안 됩니다. 다음은 여러 종류의 그래프 구조를 함께 다루는 G-reasoner입니다.</a:t>
            </a:r>
          </a:p>
          <a:p xmlns:a="http://schemas.openxmlformats.org/drawingml/2006/main">
            <a:r>
              <a:t/>
            </a:r>
          </a:p>
          <a:p xmlns:a="http://schemas.openxmlformats.org/drawingml/2006/main">
            <a:r>
              <a:t>출처</a:t>
            </a:r>
          </a:p>
          <a:p xmlns:a="http://schemas.openxmlformats.org/drawingml/2006/main">
            <a:r>
              <a:t>https://arxiv.org/abs/2502.01113</a:t>
            </a:r>
          </a:p>
          <a:p xmlns:a="http://schemas.openxmlformats.org/drawingml/2006/main">
            <a:r>
              <a:t>https://github.com/RManLuo/gfm-rag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G-reasoner는 서로 다른 형태의 지식을 한 검색 구조로 다루려는 방향입니다. 저장 대상에 나온 네 가지를 보겠습니다. 개체의 특징인 속성, 개체 사이 관계, 원문 문서, 그리고 그룹의 정보입니다.</a:t>
            </a:r>
          </a:p>
          <a:p xmlns:a="http://schemas.openxmlformats.org/drawingml/2006/main">
            <a:r>
              <a:t/>
            </a:r>
          </a:p>
          <a:p xmlns:a="http://schemas.openxmlformats.org/drawingml/2006/main">
            <a:r>
              <a:t>이 네 가지를 연결한 구조를 QuadGraph라고 부릅니다. Quad는 네 개라는 뜻이에요. 그래프를 하나 더 복잡하게 그리는 것보다, 서로 다른 지식 표현을 같은 검색 모델이 다루게 하려는 목적에 주목하시면 됩니다.</a:t>
            </a:r>
          </a:p>
          <a:p xmlns:a="http://schemas.openxmlformats.org/drawingml/2006/main">
            <a:r>
              <a:t/>
            </a:r>
          </a:p>
          <a:p xmlns:a="http://schemas.openxmlformats.org/drawingml/2006/main">
            <a:r>
              <a:t>질문이 오면 학습 모델이 관련 노드를 예측하고, 선택된 정보를 근거로 답변을 만듭니다. 앞의 GFM-RAG와 마찬가지로 실제 학습 가중치가 필요한 접근입니다. 특정 사실과 큰 주제를 함께 묻는 예제로 이 구분을 살펴보겠습니다.</a:t>
            </a:r>
          </a:p>
          <a:p xmlns:a="http://schemas.openxmlformats.org/drawingml/2006/main">
            <a:r>
              <a:t/>
            </a:r>
          </a:p>
          <a:p xmlns:a="http://schemas.openxmlformats.org/drawingml/2006/main">
            <a:r>
              <a:t>출처</a:t>
            </a:r>
          </a:p>
          <a:p xmlns:a="http://schemas.openxmlformats.org/drawingml/2006/main">
            <a:r>
              <a:t>https://arxiv.org/abs/2509.24276</a:t>
            </a:r>
          </a:p>
          <a:p xmlns:a="http://schemas.openxmlformats.org/drawingml/2006/main">
            <a:r>
              <a:t>https://github.com/RManLuo/gfm-rag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예를 들어 ‘이 시스템은 무엇을 쓰고, 그 사용 방식이 전체 운영에서 어떤 의미가 있나?’라는 질문을 생각해 보겠습니다. 앞부분은 개별 시스템과 관계에 대한 정보가 필요하고, 뒤는 문서나 그룹 수준의 정보도 필요할 수 있습니다.</a:t>
            </a:r>
          </a:p>
          <a:p xmlns:a="http://schemas.openxmlformats.org/drawingml/2006/main">
            <a:r>
              <a:t/>
            </a:r>
          </a:p>
          <a:p xmlns:a="http://schemas.openxmlformats.org/drawingml/2006/main">
            <a:r>
              <a:t>화면 두 번째 줄은 이런 여러 수준의 근거를 하나의 그래프 안에서 연결한다는 뜻입니다. 속성만 보거나 문서만 보는 것보다 표현 범위를 넓히려는 거죠. 그렇다고 모든 질문에 네 종류 정보를 무조건 다 넣는다는 뜻은 아닙니다. 질문에 관련된 부분을 찾는 것이 검색 모델의 역할입니다.</a:t>
            </a:r>
          </a:p>
          <a:p xmlns:a="http://schemas.openxmlformats.org/drawingml/2006/main">
            <a:r>
              <a:t/>
            </a:r>
          </a:p>
          <a:p xmlns:a="http://schemas.openxmlformats.org/drawingml/2006/main">
            <a:r>
              <a:t>사용하려면 통합 그래프를 만들고 원 모델을 준비해야 합니다. 웹 데모에는 이 모델이 없으니 단순 대체 검색으로 이해해 주세요. 다음은 글뿐 아니라 표와 그림이 있는 문서를 다루는 RAG-Anything입니다.</a:t>
            </a:r>
          </a:p>
          <a:p xmlns:a="http://schemas.openxmlformats.org/drawingml/2006/main">
            <a:r>
              <a:t/>
            </a:r>
          </a:p>
          <a:p xmlns:a="http://schemas.openxmlformats.org/drawingml/2006/main">
            <a:r>
              <a:t>출처</a:t>
            </a:r>
          </a:p>
          <a:p xmlns:a="http://schemas.openxmlformats.org/drawingml/2006/main">
            <a:r>
              <a:t>https://arxiv.org/abs/2509.24276</a:t>
            </a:r>
          </a:p>
          <a:p xmlns:a="http://schemas.openxmlformats.org/drawingml/2006/main">
            <a:r>
              <a:t>https://github.com/RManLuo/gfm-rag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실제 문서에는 글만 있는 것이 아니라 표와 그림, 수식이 함께 있죠. RAG-Anything은 이런 요소를 함께 검색하고 활용하려는 프레임워크입니다. multimodal은 여러 형태의 정보를 다룬다는 뜻입니다.</a:t>
            </a:r>
          </a:p>
          <a:p xmlns:a="http://schemas.openxmlformats.org/drawingml/2006/main">
            <a:r>
              <a:t/>
            </a:r>
          </a:p>
          <a:p xmlns:a="http://schemas.openxmlformats.org/drawingml/2006/main">
            <a:r>
              <a:t>사전 준비에서 문서를 파싱합니다. 여기서 파싱은 페이지에서 본문과 표, 이미지 같은 요소를 나누고 내용을 읽어 내는 과정입니다. 표는 행과 열의 관계를 보존해야 하고, 그림은 무엇을 보여 주는지 해석해야 해요.</a:t>
            </a:r>
          </a:p>
          <a:p xmlns:a="http://schemas.openxmlformats.org/drawingml/2006/main">
            <a:r>
              <a:t/>
            </a:r>
          </a:p>
          <a:p xmlns:a="http://schemas.openxmlformats.org/drawingml/2006/main">
            <a:r>
              <a:t>그다음 요소끼리의 구조적 연결과 내용의 의미 연결을 활용합니다. 질문이 오면 비슷한 텍스트만 찾는 것이 아니라 관련 표나 이미지도 회수합니다. 마지막 답변에 어떤 형태의 근거가 실제로 전달되는지가 중요합니다. 운영 설명과 성능 표 예제로 연결하겠습니다.</a:t>
            </a:r>
          </a:p>
          <a:p xmlns:a="http://schemas.openxmlformats.org/drawingml/2006/main">
            <a:r>
              <a:t/>
            </a:r>
          </a:p>
          <a:p xmlns:a="http://schemas.openxmlformats.org/drawingml/2006/main">
            <a:r>
              <a:t>출처</a:t>
            </a:r>
          </a:p>
          <a:p xmlns:a="http://schemas.openxmlformats.org/drawingml/2006/main">
            <a:r>
              <a:t>https://arxiv.org/abs/2510.12323</a:t>
            </a:r>
          </a:p>
          <a:p xmlns:a="http://schemas.openxmlformats.org/drawingml/2006/main">
            <a:r>
              <a:t>https://github.com/HKUDS/RAG-Anything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본문에는 ‘새 모델을 도입했다’고 적혀 있고, 바로 옆 표에는 도입 전후의 성능 수치가 있다고 가정해 보겠습니다. 본문만 찾으면 개선의 크기를 답하기 어렵고, 표만 찾으면 무슨 조건에서 측정한 값인지 놓칠 수 있죠.</a:t>
            </a:r>
          </a:p>
          <a:p xmlns:a="http://schemas.openxmlformats.org/drawingml/2006/main">
            <a:r>
              <a:t/>
            </a:r>
          </a:p>
          <a:p xmlns:a="http://schemas.openxmlformats.org/drawingml/2006/main">
            <a:r>
              <a:t>그래서 본문과 표를 연결해 함께 가져오고, 필요하면 원본 이미지까지 답변 모델에 전달하는 구성이 필요합니다. 이번 슬라이드의 두 번째 줄이 그 의미입니다. 숫자를 가져왔다고 해서 표의 행과 열을 제대로 읽었는지도 확인해야 하고요.</a:t>
            </a:r>
          </a:p>
          <a:p xmlns:a="http://schemas.openxmlformats.org/drawingml/2006/main">
            <a:r>
              <a:t/>
            </a:r>
          </a:p>
          <a:p xmlns:a="http://schemas.openxmlformats.org/drawingml/2006/main">
            <a:r>
              <a:t>우리 웹의 이미지 실습은 업로드 이미지를 설명 텍스트로 바꿔 검색에 넣는 축소 예제입니다. 원 프레임워크의 문서 파싱과 여러 정보 형태의 연결 전체와 같지는 않습니다. 다음 항목은 새로운 검색법이 아니라 그래프를 언제 쓸지 평가하는 연구입니다.</a:t>
            </a:r>
          </a:p>
          <a:p xmlns:a="http://schemas.openxmlformats.org/drawingml/2006/main">
            <a:r>
              <a:t/>
            </a:r>
          </a:p>
          <a:p xmlns:a="http://schemas.openxmlformats.org/drawingml/2006/main">
            <a:r>
              <a:t>출처</a:t>
            </a:r>
          </a:p>
          <a:p xmlns:a="http://schemas.openxmlformats.org/drawingml/2006/main">
            <a:r>
              <a:t>https://arxiv.org/abs/2510.12323</a:t>
            </a:r>
          </a:p>
          <a:p xmlns:a="http://schemas.openxmlformats.org/drawingml/2006/main">
            <a:r>
              <a:t>https://github.com/HKUDS/RAG-Anything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마지막 항목은 앞의 방법들과 성격이 다릅니다. When to Use Graphs in RAG는 ‘그래프를 언제 써야 하나’를 분석하는 평가 연구입니다. 새로운 검색 알고리즘 하나라고 기억하시면 안 됩니다.</a:t>
            </a:r>
          </a:p>
          <a:p xmlns:a="http://schemas.openxmlformats.org/drawingml/2006/main">
            <a:r>
              <a:t/>
            </a:r>
          </a:p>
          <a:p xmlns:a="http://schemas.openxmlformats.org/drawingml/2006/main">
            <a:r>
              <a:t>화면처럼 여러 질문 유형과 시스템을 같은 조건에서 비교합니다. 단순 사실을 찾는 질문과 여러 문서를 연결하는 질문, 전체를 요약하는 질문을 나눠 보는 거예요. 검색된 근거가 맞는지, 답변이 맞는지, 비용과 지연은 어떤지를 같이 봅니다.</a:t>
            </a:r>
          </a:p>
          <a:p xmlns:a="http://schemas.openxmlformats.org/drawingml/2006/main">
            <a:r>
              <a:t/>
            </a:r>
          </a:p>
          <a:p xmlns:a="http://schemas.openxmlformats.org/drawingml/2006/main">
            <a:r>
              <a:t>그래프를 만들었다고 모든 질문에서 기본 RAG보다 좋아지는 것은 아닙니다. 데이터와 질문에 따라 준비 비용을 감수할 가치가 있는지 확인해야 하죠. 다음 장에서는 이 평가 관점을 우리 실습에 어떻게 적용할지 정리하겠습니다.</a:t>
            </a:r>
          </a:p>
          <a:p xmlns:a="http://schemas.openxmlformats.org/drawingml/2006/main">
            <a:r>
              <a:t/>
            </a:r>
          </a:p>
          <a:p xmlns:a="http://schemas.openxmlformats.org/drawingml/2006/main">
            <a:r>
              <a:t>출처</a:t>
            </a:r>
          </a:p>
          <a:p xmlns:a="http://schemas.openxmlformats.org/drawingml/2006/main">
            <a:r>
              <a:t>https://arxiv.org/abs/2506.05690</a:t>
            </a:r>
          </a:p>
          <a:p xmlns:a="http://schemas.openxmlformats.org/drawingml/2006/main">
            <a:r>
              <a:t>https://github.com/GraphRAG-Bench/GraphRAG-Benchmark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예를 들어 모델의 버전 하나를 묻는 질문은 원문 한 군데에 답이 있을 수 있습니다. 이런 경우에도 그래프 구축 비용을 쓰는 것이 나은지는 따져 봐야겠죠. 반면 중간 연결 두세 개를 모아야 하는 질문이나 전체 문서의 공통 주제를 묻는 질문은 다른 비교가 필요할 수 있습니다.</a:t>
            </a:r>
          </a:p>
          <a:p xmlns:a="http://schemas.openxmlformats.org/drawingml/2006/main">
            <a:r>
              <a:t/>
            </a:r>
          </a:p>
          <a:p xmlns:a="http://schemas.openxmlformats.org/drawingml/2006/main">
            <a:r>
              <a:t>화면에 적힌 세 질문 유형을 섞어서 평균 하나만 보면 어느 상황에서 도움이 됐는지 숨겨질 수 있습니다. 그래서 유형별로 기본 검색 대비 차이를 보고, 같은 답변 모델과 근거 길이 조건을 맞추는 것이 중요합니다.</a:t>
            </a:r>
          </a:p>
          <a:p xmlns:a="http://schemas.openxmlformats.org/drawingml/2006/main">
            <a:r>
              <a:t/>
            </a:r>
          </a:p>
          <a:p xmlns:a="http://schemas.openxmlformats.org/drawingml/2006/main">
            <a:r>
              <a:t>한 가지 더 짚겠습니다. 웹에 있는 질문별 방법 선택 기능은 따로 만든 단순 키워드 규칙입니다. 이 평가 논문이 그 router를 제안한 것은 아닙니다. 이제 여러 검색에서 반복해서 나온 PPR 점수를 실제로 어떻게 읽으면 되는지 보겠습니다.</a:t>
            </a:r>
          </a:p>
          <a:p xmlns:a="http://schemas.openxmlformats.org/drawingml/2006/main">
            <a:r>
              <a:t/>
            </a:r>
          </a:p>
          <a:p xmlns:a="http://schemas.openxmlformats.org/drawingml/2006/main">
            <a:r>
              <a:t>출처</a:t>
            </a:r>
          </a:p>
          <a:p xmlns:a="http://schemas.openxmlformats.org/drawingml/2006/main">
            <a:r>
              <a:t>https://arxiv.org/abs/2506.05690</a:t>
            </a:r>
          </a:p>
          <a:p xmlns:a="http://schemas.openxmlformats.org/drawingml/2006/main">
            <a:r>
              <a:t>https://github.com/GraphRAG-Bench/GraphRAG-Benchmark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앞에서 PPR이라는 이름이 여러 번 나왔으니 여기서 직관을 잡고 가겠습니다. 질문에 날씨API가 나오면 그 개체를 시작 단서로 잡습니다. 이것이 첫 번째 항목의 출발점, 영어로 seed입니다.</a:t>
            </a:r>
          </a:p>
          <a:p xmlns:a="http://schemas.openxmlformats.org/drawingml/2006/main">
            <a:r>
              <a:t/>
            </a:r>
          </a:p>
          <a:p xmlns:a="http://schemas.openxmlformats.org/drawingml/2006/main">
            <a:r>
              <a:t>두 번째 항목은 점수를 연결망으로 보내는 과정입니다. 날씨API와 연결된 모델이 점수를 받고, 모델 주변 연결에도 점수가 전달될 수 있습니다. 계산 도중 출발점의 영향도 계속 반영합니다. 그래야 단순히 연결이 많은 곳만 보는 대신 질문의 단서를 기준으로 순위를 만들 수 있습니다.</a:t>
            </a:r>
          </a:p>
          <a:p xmlns:a="http://schemas.openxmlformats.org/drawingml/2006/main">
            <a:r>
              <a:t/>
            </a:r>
          </a:p>
          <a:p xmlns:a="http://schemas.openxmlformats.org/drawingml/2006/main">
            <a:r>
              <a:t>마지막에는 개체 순위를 원문 문서와 연결합니다. 이때 높은 점수가 정답 확률이나 논리적 증명을 뜻하는 것은 아닙니다. 실습에서는 반복 횟수 슬라이더를 움직이며 점수가 어떻게 바뀌는지 보시면 됩니다. 출발점이 엉뚱하면 점수도 엉뚱한 곳으로 퍼질 수 있다는 점까지 함께 확인해 주세요. 다음은 어떤 질문으로 결과를 비교할지입니다.</a:t>
            </a:r>
          </a:p>
          <a:p xmlns:a="http://schemas.openxmlformats.org/drawingml/2006/main">
            <a:r>
              <a:t/>
            </a:r>
          </a:p>
          <a:p xmlns:a="http://schemas.openxmlformats.org/drawingml/2006/main">
            <a:r>
              <a:t>출처</a:t>
            </a:r>
          </a:p>
          <a:p xmlns:a="http://schemas.openxmlformats.org/drawingml/2006/main">
            <a:r>
              <a:t>https://arxiv.org/abs/2405.14831</a:t>
            </a:r>
          </a:p>
          <a:p xmlns:a="http://schemas.openxmlformats.org/drawingml/2006/main">
            <a:r>
              <a:t>https://arxiv.org/abs/2502.14802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표에 있는 질문을 위에서부터 보겠습니다. 모델 버전처럼 한 문장에 답이 있는 질문은 기본 검색만으로 충분할 수 있습니다. 이때는 그래프를 썼는지보다 정확한 원문과 인용을 찾았는지가 먼저입니다.</a:t>
            </a:r>
          </a:p>
          <a:p xmlns:a="http://schemas.openxmlformats.org/drawingml/2006/main">
            <a:r>
              <a:t/>
            </a:r>
          </a:p>
          <a:p xmlns:a="http://schemas.openxmlformats.org/drawingml/2006/main">
            <a:r>
              <a:t>둘째 질문은 회사 이름까지 여러 연결을 따라가야 합니다. 여기서는 답 이름이 우연히 맞았는지만 보지 말고, 날씨API와 모델, 배차시스템, 회사를 잇는 중간 근거가 모두 모였는지 확인해야 합니다. 이를 supporting facts, 즉 답을 뒷받침하는 사실들이라고 부릅니다.</a:t>
            </a:r>
          </a:p>
          <a:p xmlns:a="http://schemas.openxmlformats.org/drawingml/2006/main">
            <a:r>
              <a:t/>
            </a:r>
          </a:p>
          <a:p xmlns:a="http://schemas.openxmlformats.org/drawingml/2006/main">
            <a:r>
              <a:t>셋째는 전체 요약이니 중요한 주제가 빠졌는지 봅니다. 넷째는 글과 표의 조건을 함께 해석했는지 확인하고요. 비교할 때는 같은 문서, 같은 질문, 같은 답변 모델과 비슷한 근거 길이를 맞춰 주세요. 그다음 준비 비용과 질문당 지연을 따로 기록하면 어떤 구조가 우리 업무에 맞는지 판단하기 쉽습니다.</a:t>
            </a:r>
          </a:p>
          <a:p xmlns:a="http://schemas.openxmlformats.org/drawingml/2006/main">
            <a:r>
              <a:t/>
            </a:r>
          </a:p>
          <a:p xmlns:a="http://schemas.openxmlformats.org/drawingml/2006/main">
            <a:r>
              <a:t>출처</a:t>
            </a:r>
          </a:p>
          <a:p xmlns:a="http://schemas.openxmlformats.org/drawingml/2006/main">
            <a:r>
              <a:t>https://arxiv.org/abs/2506.05690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실습을 마치기 전에 실행 범위를 다시 한번 구분하겠습니다. 첫 번째 온톨로지 실습은 실제 RDF 파서와 OWL RL 규칙 엔진, SHACL 검사기를 사용합니다. 추론을 켰을 때 생긴 사실이나 관계를 지웠을 때의 오류는 실제 실행 결과입니다.</a:t>
            </a:r>
          </a:p>
          <a:p xmlns:a="http://schemas.openxmlformats.org/drawingml/2006/main">
            <a:r>
              <a:t/>
            </a:r>
          </a:p>
          <a:p xmlns:a="http://schemas.openxmlformats.org/drawingml/2006/main">
            <a:r>
              <a:t>두 번째 GraphRAG 실습은 방법의 아이디어를 작은 데이터에서 관찰하기 위한 예제입니다. 원 논문의 군집화, 질문 분해, 학습 모델이 전부 들어 있는 것은 아닙니다. 특히 GFM-RAG와 G-reasoner의 원 학습 가중치가 실행된 결과라고 보시면 안 됩니다.</a:t>
            </a:r>
          </a:p>
          <a:p xmlns:a="http://schemas.openxmlformats.org/drawingml/2006/main">
            <a:r>
              <a:t/>
            </a:r>
          </a:p>
          <a:p xmlns:a="http://schemas.openxmlformats.org/drawingml/2006/main">
            <a:r>
              <a:t>세 번째 항목의 기록은 프로그램이 만든 중간 산출물입니다. 어떤 개체를 추출했는지, 어느 문서의 점수가 높았는지, 어떤 원문을 LLM에 줬는지를 볼 수 있어요. 모델의 비공개 사고 과정을 보여 준다는 뜻은 아닙니다. 이 경계를 알고 실습하면 검색과 생성 중 어느 부분을 개선해야 할지 더 명확하게 볼 수 있습니다.</a:t>
            </a:r>
          </a:p>
          <a:p xmlns:a="http://schemas.openxmlformats.org/drawingml/2006/main">
            <a:r>
              <a:t/>
            </a:r>
          </a:p>
          <a:p xmlns:a="http://schemas.openxmlformats.org/drawingml/2006/main">
            <a:r>
              <a:t>출처</a:t>
            </a:r>
          </a:p>
          <a:p xmlns:a="http://schemas.openxmlformats.org/drawingml/2006/main">
            <a:r>
              <a:t>https://github.com/parthsarthi03/raptor</a:t>
            </a:r>
          </a:p>
          <a:p xmlns:a="http://schemas.openxmlformats.org/drawingml/2006/main">
            <a:r>
              <a:t>https://github.com/microsoft/graphrag</a:t>
            </a:r>
          </a:p>
          <a:p xmlns:a="http://schemas.openxmlformats.org/drawingml/2006/main">
            <a:r>
              <a:t>https://github.com/HKUDS/LightRAG</a:t>
            </a:r>
          </a:p>
          <a:p xmlns:a="http://schemas.openxmlformats.org/drawingml/2006/main">
            <a:r>
              <a:t>https://github.com/OSU-NLP-Group/HippoRAG</a:t>
            </a:r>
          </a:p>
          <a:p xmlns:a="http://schemas.openxmlformats.org/drawingml/2006/main">
            <a:r>
              <a:t>https://github.com/OSU-NLP-Group/HippoRAG</a:t>
            </a:r>
          </a:p>
          <a:p xmlns:a="http://schemas.openxmlformats.org/drawingml/2006/main">
            <a:r>
              <a:t>https://github.com/sam234990/ArchRAG</a:t>
            </a:r>
          </a:p>
          <a:p xmlns:a="http://schemas.openxmlformats.org/drawingml/2006/main">
            <a:r>
              <a:t>https://github.com/DEEP-PolyU/LinearRAG</a:t>
            </a:r>
          </a:p>
          <a:p xmlns:a="http://schemas.openxmlformats.org/drawingml/2006/main">
            <a:r>
              <a:t>https://github.com/7HHHHH/AtomicRAG</a:t>
            </a:r>
          </a:p>
          <a:p xmlns:a="http://schemas.openxmlformats.org/drawingml/2006/main">
            <a:r>
              <a:t>https://github.com/HKUDS/MiniRAG</a:t>
            </a:r>
          </a:p>
          <a:p xmlns:a="http://schemas.openxmlformats.org/drawingml/2006/main">
            <a:r>
              <a:t>https://github.com/RManLuo/gfm-rag</a:t>
            </a:r>
          </a:p>
          <a:p xmlns:a="http://schemas.openxmlformats.org/drawingml/2006/main">
            <a:r>
              <a:t>https://github.com/RManLuo/gfm-rag</a:t>
            </a:r>
          </a:p>
          <a:p xmlns:a="http://schemas.openxmlformats.org/drawingml/2006/main">
            <a:r>
              <a:t>https://github.com/HKUDS/RAG-Anything</a:t>
            </a:r>
          </a:p>
          <a:p xmlns:a="http://schemas.openxmlformats.org/drawingml/2006/main">
            <a:r>
              <a:t>https://github.com/GraphRAG-Bench/GraphRAG-Benchmark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발표를 다시 보실 때 참고할 자료입니다. 첫 번째 온톨로지 자료는 어떤 기술을 설치할지보다 어떤 업무 질문과 용어를 정리할지 생각하는 데 참고했습니다. 두 번째 GraphRAG 자료는 여러 연구를 처음 읽을 때 큰 흐름을 잡는 데 도움이 됩니다.</a:t>
            </a:r>
          </a:p>
          <a:p xmlns:a="http://schemas.openxmlformats.org/drawingml/2006/main">
            <a:r>
              <a:t/>
            </a:r>
          </a:p>
          <a:p xmlns:a="http://schemas.openxmlformats.org/drawingml/2006/main">
            <a:r>
              <a:t>다만 기술적인 세부 내용이나 논문 성능을 사용할 때는 원 논문과 공식 구현으로 돌아가 확인해야 합니다. 이 발표에서도 각 슬라이드의 노트 아래에 원문 링크를 남겨 두었습니다. 온톨로지의 규칙과 검증은 W3C 표준을 함께 보시면 됩니다.</a:t>
            </a:r>
          </a:p>
          <a:p xmlns:a="http://schemas.openxmlformats.org/drawingml/2006/main">
            <a:r>
              <a:t/>
            </a:r>
          </a:p>
          <a:p xmlns:a="http://schemas.openxmlformats.org/drawingml/2006/main">
            <a:r>
              <a:t>여기까지가 본편입니다. 기억하실 것은 우리가 무엇을 정의했고, 어떤 계산으로 근거를 찾았으며, 그 근거로 어떤 답을 만들었는가입니다. 뒤의 부록은 방법별 왼쪽 색인 단계와 오른쪽 검색 단계를 나란히 놓았습니다. 더 구체적인 흐름이 궁금할 때 해당 방법으로 이동해서 설명하겠습니다.</a:t>
            </a:r>
          </a:p>
          <a:p xmlns:a="http://schemas.openxmlformats.org/drawingml/2006/main">
            <a:r>
              <a:t/>
            </a:r>
          </a:p>
          <a:p xmlns:a="http://schemas.openxmlformats.org/drawingml/2006/main">
            <a:r>
              <a:t>출처</a:t>
            </a:r>
          </a:p>
          <a:p xmlns:a="http://schemas.openxmlformats.org/drawingml/2006/main">
            <a:r>
              <a:t>https://wikidocs.net/book/19432</a:t>
            </a:r>
          </a:p>
          <a:p xmlns:a="http://schemas.openxmlformats.org/drawingml/2006/main">
            <a:r>
              <a:t>https://wikidocs.net/book/19813</a:t>
            </a:r>
          </a:p>
          <a:p xmlns:a="http://schemas.openxmlformats.org/drawingml/2006/main">
            <a:r>
              <a:t>https://www.w3.org/TR/rdf11-concepts/</a:t>
            </a:r>
          </a:p>
          <a:p xmlns:a="http://schemas.openxmlformats.org/drawingml/2006/main">
            <a:r>
              <a:t>https://www.w3.org/TR/owl2-primer/</a:t>
            </a:r>
          </a:p>
          <a:p xmlns:a="http://schemas.openxmlformats.org/drawingml/2006/main">
            <a:r>
              <a:t>https://www.w3.org/TR/shacl/</a:t>
            </a:r>
          </a:p>
          <a:p xmlns:a="http://schemas.openxmlformats.org/drawingml/2006/main">
            <a:r>
              <a:t>https://www.w3.org/TR/sparql11-query/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부록은 RAPTOR의 과정을 색인 준비와 질문 처리로 나눠 놓은 그림입니다. 왼쪽은 문서가 들어왔을 때 미리 하는 작업이고, 오른쪽은 질문마다 하는 작업입니다. 왼쪽을 끝낸 뒤 만들어진 구조를 오른쪽에서 사용한다고 보시면 됩니다.</a:t>
            </a:r>
          </a:p>
          <a:p xmlns:a="http://schemas.openxmlformats.org/drawingml/2006/main">
            <a:r>
              <a:t/>
            </a:r>
          </a:p>
          <a:p xmlns:a="http://schemas.openxmlformats.org/drawingml/2006/main">
            <a:r>
              <a:t>왼쪽 첫 단계는 ‘원문을 나누고 벡터로 변환’입니다. 그 결과를 받아 ‘비슷한 문서 조각을 묶기’ 작업을 하고, 이어서 ‘묶음마다 요약문 작성’ 과정을 진행합니다. 그다음 ‘요약을 다시 묶고 요약’ 단계까지 처리한 뒤, 마지막으로 ‘원문과 여러 층의 요약 저장’ 작업을 마칩니다. 여기까지가 질문이 오기 전에 준비하는 부분이에요.</a:t>
            </a:r>
          </a:p>
          <a:p xmlns:a="http://schemas.openxmlformats.org/drawingml/2006/main">
            <a:r>
              <a:t/>
            </a:r>
          </a:p>
          <a:p xmlns:a="http://schemas.openxmlformats.org/drawingml/2006/main">
            <a:r>
              <a:t>오른쪽은 질문이 들어온 뒤의 흐름입니다. 먼저 ‘질문을 벡터로 변환’에서 시작합니다. 그다음 ‘질문과 맞는 층·노드 찾기’, ‘관련 원문과 요약 선택’ 과정을 거칩니다. 이어서 ‘필요한 내용을 함께 모으기’ 단계에서 답에 필요한 내용을 정리하고, 마지막 ‘근거를 읽고 답변 작성’까지 진행합니다.</a:t>
            </a:r>
          </a:p>
          <a:p xmlns:a="http://schemas.openxmlformats.org/drawingml/2006/main">
            <a:r>
              <a:t/>
            </a:r>
          </a:p>
          <a:p xmlns:a="http://schemas.openxmlformats.org/drawingml/2006/main">
            <a:r>
              <a:t>RAPTOR에서는 상위 요약이 이 전체적인 흐름을 찾는 데 쓰일 수 있습니다. 예를 들어 여러 배차 운영 문서를 묶은 요약을 먼저 찾고, 세부 근거가 필요한 부분은 그 아래 원문에서 확인하는 식입니다. 다만 항상 원문까지 자동으로 검증된다는 뜻은 아닙니다. 출처를 따라갈 수 있도록 구현해야 합니다.</a:t>
            </a:r>
          </a:p>
          <a:p xmlns:a="http://schemas.openxmlformats.org/drawingml/2006/main">
            <a:r>
              <a:t/>
            </a:r>
          </a:p>
          <a:p xmlns:a="http://schemas.openxmlformats.org/drawingml/2006/main">
            <a:r>
              <a:t>화면 아래에는 현재 웹 실습이 실제로 실행하는 범위를 적었습니다. 원 논문의 전체 시스템과 실습의 축소 계산을 구분해 주세요. 이제 다음 방법의 처리 순서와 비교해 보겠습니다.</a:t>
            </a:r>
          </a:p>
          <a:p xmlns:a="http://schemas.openxmlformats.org/drawingml/2006/main">
            <a:r>
              <a:t/>
            </a:r>
          </a:p>
          <a:p xmlns:a="http://schemas.openxmlformats.org/drawingml/2006/main">
            <a:r>
              <a:t>출처</a:t>
            </a:r>
          </a:p>
          <a:p xmlns:a="http://schemas.openxmlformats.org/drawingml/2006/main">
            <a:r>
              <a:t>https://arxiv.org/abs/2401.18059</a:t>
            </a:r>
          </a:p>
          <a:p xmlns:a="http://schemas.openxmlformats.org/drawingml/2006/main">
            <a:r>
              <a:t>https://github.com/parthsarthi03/raptor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부록은 Microsoft GraphRAG의 과정을 색인 준비와 질문 처리로 나눠 놓은 그림입니다. 왼쪽은 문서가 들어왔을 때 미리 하는 작업이고, 오른쪽은 질문마다 하는 작업입니다. 왼쪽을 끝낸 뒤 만들어진 구조를 오른쪽에서 사용한다고 보시면 됩니다.</a:t>
            </a:r>
          </a:p>
          <a:p xmlns:a="http://schemas.openxmlformats.org/drawingml/2006/main">
            <a:r>
              <a:t/>
            </a:r>
          </a:p>
          <a:p xmlns:a="http://schemas.openxmlformats.org/drawingml/2006/main">
            <a:r>
              <a:t>왼쪽 첫 단계는 ‘문서를 검색용 조각으로 나누기’입니다. 그 결과를 받아 ‘개체와 관계를 LLM으로 추출’ 작업을 하고, 이어서 ‘같은 개체와 관계 설명 합치기’ 과정을 진행합니다. 그다음 ‘연결된 개체들의 그룹 찾기’ 단계까지 처리한 뒤, 마지막으로 ‘그룹별 요약 보고서 저장’ 작업을 마칩니다. 여기까지가 질문이 오기 전에 준비하는 부분이에요.</a:t>
            </a:r>
          </a:p>
          <a:p xmlns:a="http://schemas.openxmlformats.org/drawingml/2006/main">
            <a:r>
              <a:t/>
            </a:r>
          </a:p>
          <a:p xmlns:a="http://schemas.openxmlformats.org/drawingml/2006/main">
            <a:r>
              <a:t>오른쪽은 질문이 들어온 뒤의 흐름입니다. 먼저 ‘전체를 묻는 질문 받기’에서 시작합니다. 그다음 ‘그룹별 보고서로 부분 답 작성’, ‘부분 답의 중요도 평가’ 과정을 거칩니다. 이어서 ‘핵심 부분 답을 모아 정리’ 단계에서 답에 필요한 내용을 정리하고, 마지막 ‘최종 답변과 근거 표시’까지 진행합니다.</a:t>
            </a:r>
          </a:p>
          <a:p xmlns:a="http://schemas.openxmlformats.org/drawingml/2006/main">
            <a:r>
              <a:t/>
            </a:r>
          </a:p>
          <a:p xmlns:a="http://schemas.openxmlformats.org/drawingml/2006/main">
            <a:r>
              <a:t>그룹별 보고서에서 각각 외부 입력 지연, 모델 갱신, 운영 대응 같은 후보를 뽑고, 이 부분 답변을 합쳐 전체적인 위험을 정리하는 방식입니다. 지금 말씀드린 주제는 이해를 돕기 위한 예시이며 실제 실행 결과를 측정한 것은 아닙니다.</a:t>
            </a:r>
          </a:p>
          <a:p xmlns:a="http://schemas.openxmlformats.org/drawingml/2006/main">
            <a:r>
              <a:t/>
            </a:r>
          </a:p>
          <a:p xmlns:a="http://schemas.openxmlformats.org/drawingml/2006/main">
            <a:r>
              <a:t>화면 아래에는 현재 웹 실습이 실제로 실행하는 범위를 적었습니다. 원 논문의 전체 시스템과 실습의 축소 계산을 구분해 주세요. 이제 다음 방법의 처리 순서와 비교해 보겠습니다.</a:t>
            </a:r>
          </a:p>
          <a:p xmlns:a="http://schemas.openxmlformats.org/drawingml/2006/main">
            <a:r>
              <a:t/>
            </a:r>
          </a:p>
          <a:p xmlns:a="http://schemas.openxmlformats.org/drawingml/2006/main">
            <a:r>
              <a:t>출처</a:t>
            </a:r>
          </a:p>
          <a:p xmlns:a="http://schemas.openxmlformats.org/drawingml/2006/main">
            <a:r>
              <a:t>https://arxiv.org/abs/2404.16130</a:t>
            </a:r>
          </a:p>
          <a:p xmlns:a="http://schemas.openxmlformats.org/drawingml/2006/main">
            <a:r>
              <a:t>https://github.com/microsoft/graphrag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부록은 LightRAG의 과정을 색인 준비와 질문 처리로 나눠 놓은 그림입니다. 왼쪽은 문서가 들어왔을 때 미리 하는 작업이고, 오른쪽은 질문마다 하는 작업입니다. 왼쪽을 끝낸 뒤 만들어진 구조를 오른쪽에서 사용한다고 보시면 됩니다.</a:t>
            </a:r>
          </a:p>
          <a:p xmlns:a="http://schemas.openxmlformats.org/drawingml/2006/main">
            <a:r>
              <a:t/>
            </a:r>
          </a:p>
          <a:p xmlns:a="http://schemas.openxmlformats.org/drawingml/2006/main">
            <a:r>
              <a:t>왼쪽 첫 단계는 ‘문서를 조각으로 나누기’입니다. 그 결과를 받아 ‘개체와 관계 추출’ 작업을 하고, 이어서 ‘중복된 설명을 합치기’ 과정을 진행합니다. 그다음 ‘그래프·벡터·원문 위치 저장’ 단계까지 처리한 뒤, 마지막으로 ‘새 문서의 정보를 추가’ 작업을 마칩니다. 여기까지가 질문이 오기 전에 준비하는 부분이에요.</a:t>
            </a:r>
          </a:p>
          <a:p xmlns:a="http://schemas.openxmlformats.org/drawingml/2006/main">
            <a:r>
              <a:t/>
            </a:r>
          </a:p>
          <a:p xmlns:a="http://schemas.openxmlformats.org/drawingml/2006/main">
            <a:r>
              <a:t>오른쪽은 질문이 들어온 뒤의 흐름입니다. 먼저 ‘대상·주제 키워드 추출’에서 시작합니다. 그다음 ‘대상 키워드로 개체 찾기’, ‘주제 키워드로 관계 찾기’ 과정을 거칩니다. 이어서 ‘주변 연결과 원문 모으기’ 단계에서 답에 필요한 내용을 정리하고, 마지막 ‘모은 근거로 답변 작성’까지 진행합니다.</a:t>
            </a:r>
          </a:p>
          <a:p xmlns:a="http://schemas.openxmlformats.org/drawingml/2006/main">
            <a:r>
              <a:t/>
            </a:r>
          </a:p>
          <a:p xmlns:a="http://schemas.openxmlformats.org/drawingml/2006/main">
            <a:r>
              <a:t>그러고 나서 ‘모델의 예측값으로 배차 순서를 정한다’고 적힌 원문을 근거로 모으면 답변을 쓸 재료가 됩니다. 핵심은 개체나 관계 이름만 보고 답을 만드는 것이 아니라 연결된 원문까지 가져오는 겁니다.</a:t>
            </a:r>
          </a:p>
          <a:p xmlns:a="http://schemas.openxmlformats.org/drawingml/2006/main">
            <a:r>
              <a:t/>
            </a:r>
          </a:p>
          <a:p xmlns:a="http://schemas.openxmlformats.org/drawingml/2006/main">
            <a:r>
              <a:t>화면 아래에는 현재 웹 실습이 실제로 실행하는 범위를 적었습니다. 원 논문의 전체 시스템과 실습의 축소 계산을 구분해 주세요. 이제 다음 방법의 처리 순서와 비교해 보겠습니다.</a:t>
            </a:r>
          </a:p>
          <a:p xmlns:a="http://schemas.openxmlformats.org/drawingml/2006/main">
            <a:r>
              <a:t/>
            </a:r>
          </a:p>
          <a:p xmlns:a="http://schemas.openxmlformats.org/drawingml/2006/main">
            <a:r>
              <a:t>출처</a:t>
            </a:r>
          </a:p>
          <a:p xmlns:a="http://schemas.openxmlformats.org/drawingml/2006/main">
            <a:r>
              <a:t>https://arxiv.org/abs/2410.05779</a:t>
            </a:r>
          </a:p>
          <a:p xmlns:a="http://schemas.openxmlformats.org/drawingml/2006/main">
            <a:r>
              <a:t>https://github.com/HKUDS/LightRAG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부록은 HippoRAG의 과정을 색인 준비와 질문 처리로 나눠 놓은 그림입니다. 왼쪽은 문서가 들어왔을 때 미리 하는 작업이고, 오른쪽은 질문마다 하는 작업입니다. 왼쪽을 끝낸 뒤 만들어진 구조를 오른쪽에서 사용한다고 보시면 됩니다.</a:t>
            </a:r>
          </a:p>
          <a:p xmlns:a="http://schemas.openxmlformats.org/drawingml/2006/main">
            <a:r>
              <a:t/>
            </a:r>
          </a:p>
          <a:p xmlns:a="http://schemas.openxmlformats.org/drawingml/2006/main">
            <a:r>
              <a:t>왼쪽 첫 단계는 ‘문서를 문단으로 나누기’입니다. 그 결과를 받아 ‘문장에서 개체·관계 추출’ 작업을 하고, 이어서 ‘같은 의미의 개체 연결’ 과정을 진행합니다. 그다음 ‘개체와 원문 문단 연결’ 단계까지 처리한 뒤, 마지막으로 ‘연결망을 검색용으로 저장’ 작업을 마칩니다. 여기까지가 질문이 오기 전에 준비하는 부분이에요.</a:t>
            </a:r>
          </a:p>
          <a:p xmlns:a="http://schemas.openxmlformats.org/drawingml/2006/main">
            <a:r>
              <a:t/>
            </a:r>
          </a:p>
          <a:p xmlns:a="http://schemas.openxmlformats.org/drawingml/2006/main">
            <a:r>
              <a:t>오른쪽은 질문이 들어온 뒤의 흐름입니다. 먼저 ‘질문에서 시작 단서 추출’에서 시작합니다. 그다음 ‘단서를 그래프 개체와 맞추기’, ‘PPR로 연결망 점수 계산’ 과정을 거칩니다. 이어서 ‘개체 점수를 원문에 반영’ 단계에서 답에 필요한 내용을 정리하고, 마지막 ‘상위 원문으로 답변 작성’까지 진행합니다.</a:t>
            </a:r>
          </a:p>
          <a:p xmlns:a="http://schemas.openxmlformats.org/drawingml/2006/main">
            <a:r>
              <a:t/>
            </a:r>
          </a:p>
          <a:p xmlns:a="http://schemas.openxmlformats.org/drawingml/2006/main">
            <a:r>
              <a:t>질문과 문장 표현이 가장 비슷한 문서만 고르면 중간 연결을 놓칠 수 있습니다. 그래프 검색은 이 연결을 통해 직접 표현이 비슷하지 않은 회사 문서까지 후보에 넣으려는 겁니다. 최종 답을 쓰려면 필요한 연결의 원문들이 실제로 함께 검색됐는지 확인해야 합니다.</a:t>
            </a:r>
          </a:p>
          <a:p xmlns:a="http://schemas.openxmlformats.org/drawingml/2006/main">
            <a:r>
              <a:t/>
            </a:r>
          </a:p>
          <a:p xmlns:a="http://schemas.openxmlformats.org/drawingml/2006/main">
            <a:r>
              <a:t>화면 아래에는 현재 웹 실습이 실제로 실행하는 범위를 적었습니다. 원 논문의 전체 시스템과 실습의 축소 계산을 구분해 주세요. 이제 다음 방법의 처리 순서와 비교해 보겠습니다.</a:t>
            </a:r>
          </a:p>
          <a:p xmlns:a="http://schemas.openxmlformats.org/drawingml/2006/main">
            <a:r>
              <a:t/>
            </a:r>
          </a:p>
          <a:p xmlns:a="http://schemas.openxmlformats.org/drawingml/2006/main">
            <a:r>
              <a:t>출처</a:t>
            </a:r>
          </a:p>
          <a:p xmlns:a="http://schemas.openxmlformats.org/drawingml/2006/main">
            <a:r>
              <a:t>https://arxiv.org/abs/2405.14831</a:t>
            </a:r>
          </a:p>
          <a:p xmlns:a="http://schemas.openxmlformats.org/drawingml/2006/main">
            <a:r>
              <a:t>https://github.com/OSU-NLP-Group/HippoRAG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부록은 HippoRAG 2의 과정을 색인 준비와 질문 처리로 나눠 놓은 그림입니다. 왼쪽은 문서가 들어왔을 때 미리 하는 작업이고, 오른쪽은 질문마다 하는 작업입니다. 왼쪽을 끝낸 뒤 만들어진 구조를 오른쪽에서 사용한다고 보시면 됩니다.</a:t>
            </a:r>
          </a:p>
          <a:p xmlns:a="http://schemas.openxmlformats.org/drawingml/2006/main">
            <a:r>
              <a:t/>
            </a:r>
          </a:p>
          <a:p xmlns:a="http://schemas.openxmlformats.org/drawingml/2006/main">
            <a:r>
              <a:t>왼쪽 첫 단계는 ‘개념 표현과 관계 추출’입니다. 그 결과를 받아 ‘비슷한 개념 표현 연결’ 작업을 하고, 이어서 ‘원문 문단도 그래프에 연결’ 과정을 진행합니다. 그다음 ‘개념·문단의 벡터 저장’ 단계까지 처리한 뒤, 마지막으로 ‘문맥을 포함한 그래프 저장’ 작업을 마칩니다. 여기까지가 질문이 오기 전에 준비하는 부분이에요.</a:t>
            </a:r>
          </a:p>
          <a:p xmlns:a="http://schemas.openxmlformats.org/drawingml/2006/main">
            <a:r>
              <a:t/>
            </a:r>
          </a:p>
          <a:p xmlns:a="http://schemas.openxmlformats.org/drawingml/2006/main">
            <a:r>
              <a:t>오른쪽은 질문이 들어온 뒤의 흐름입니다. 먼저 ‘관련 관계 후보 찾기’에서 시작합니다. 그다음 ‘LLM으로 관련 후보 걸러내기’, ‘관계·원문에서 출발점 정하기’ 과정을 거칩니다. 이어서 ‘통합 그래프에 PPR 적용’ 단계에서 답에 필요한 내용을 정리하고, 마지막 ‘상위 원문으로 답변 작성’까지 진행합니다.</a:t>
            </a:r>
          </a:p>
          <a:p xmlns:a="http://schemas.openxmlformats.org/drawingml/2006/main">
            <a:r>
              <a:t/>
            </a:r>
          </a:p>
          <a:p xmlns:a="http://schemas.openxmlformats.org/drawingml/2006/main">
            <a:r>
              <a:t>질문 관련 트리플 후보를 찾은 뒤 LLM 필터로 관련성을 확인하고, 원문 문단도 함께 연결해 검색하면 이런 맥락을 반영하려는 시도가 됩니다. 다만 필터가 항상 맞는 것은 아닙니다. 중요한 관계를 잘못 제외하면 오히려 근거를 놓칠 수도 있어요.</a:t>
            </a:r>
          </a:p>
          <a:p xmlns:a="http://schemas.openxmlformats.org/drawingml/2006/main">
            <a:r>
              <a:t/>
            </a:r>
          </a:p>
          <a:p xmlns:a="http://schemas.openxmlformats.org/drawingml/2006/main">
            <a:r>
              <a:t>화면 아래에는 현재 웹 실습이 실제로 실행하는 범위를 적었습니다. 원 논문의 전체 시스템과 실습의 축소 계산을 구분해 주세요. 이제 다음 방법의 처리 순서와 비교해 보겠습니다.</a:t>
            </a:r>
          </a:p>
          <a:p xmlns:a="http://schemas.openxmlformats.org/drawingml/2006/main">
            <a:r>
              <a:t/>
            </a:r>
          </a:p>
          <a:p xmlns:a="http://schemas.openxmlformats.org/drawingml/2006/main">
            <a:r>
              <a:t>출처</a:t>
            </a:r>
          </a:p>
          <a:p xmlns:a="http://schemas.openxmlformats.org/drawingml/2006/main">
            <a:r>
              <a:t>https://arxiv.org/abs/2502.14802</a:t>
            </a:r>
          </a:p>
          <a:p xmlns:a="http://schemas.openxmlformats.org/drawingml/2006/main">
            <a:r>
              <a:t>https://github.com/OSU-NLP-Group/HippoRAG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부록은 ArchRAG의 과정을 색인 준비와 질문 처리로 나눠 놓은 그림입니다. 왼쪽은 문서가 들어왔을 때 미리 하는 작업이고, 오른쪽은 질문마다 하는 작업입니다. 왼쪽을 끝낸 뒤 만들어진 구조를 오른쪽에서 사용한다고 보시면 됩니다.</a:t>
            </a:r>
          </a:p>
          <a:p xmlns:a="http://schemas.openxmlformats.org/drawingml/2006/main">
            <a:r>
              <a:t/>
            </a:r>
          </a:p>
          <a:p xmlns:a="http://schemas.openxmlformats.org/drawingml/2006/main">
            <a:r>
              <a:t>왼쪽 첫 단계는 ‘문서에서 개체 그래프 구성’입니다. 그 결과를 받아 ‘설명과 특징을 벡터로 변환’ 작업을 하고, 이어서 ‘연결과 의미를 함께 보고 묶기’ 과정을 진행합니다. 그다음 ‘그룹을 여러 층으로 요약’ 단계까지 처리한 뒤, 마지막으로 ‘빠른 계층 검색 구조 준비’ 작업을 마칩니다. 여기까지가 질문이 오기 전에 준비하는 부분이에요.</a:t>
            </a:r>
          </a:p>
          <a:p xmlns:a="http://schemas.openxmlformats.org/drawingml/2006/main">
            <a:r>
              <a:t/>
            </a:r>
          </a:p>
          <a:p xmlns:a="http://schemas.openxmlformats.org/drawingml/2006/main">
            <a:r>
              <a:t>오른쪽은 질문이 들어온 뒤의 흐름입니다. 먼저 ‘질문과 관련된 큰 그룹 찾기’에서 시작합니다. 그다음 ‘계층 검색 구조를 따라 탐색’, ‘큰 그룹에서 세부 후보로 좁히기’ 과정을 거칩니다. 이어서 ‘관련 없는 후보 걸러내기’ 단계에서 답에 필요한 내용을 정리하고, 마지막 ‘선택한 요약·원문으로 답변’까지 진행합니다.</a:t>
            </a:r>
          </a:p>
          <a:p xmlns:a="http://schemas.openxmlformats.org/drawingml/2006/main">
            <a:r>
              <a:t/>
            </a:r>
          </a:p>
          <a:p xmlns:a="http://schemas.openxmlformats.org/drawingml/2006/main">
            <a:r>
              <a:t>관련 그룹을 먼저 찾고 그 안의 요약과 원문을 모으는 것이 화면의 두 번째 항목입니다. 이때 그룹이 의미 있게 묶여 있어야 필요한 근거를 좁히는 데 도움이 됩니다. 잘못 묶였다면 관련 원문을 그룹 밖에 남겨 놓을 수도 있겠죠.</a:t>
            </a:r>
          </a:p>
          <a:p xmlns:a="http://schemas.openxmlformats.org/drawingml/2006/main">
            <a:r>
              <a:t/>
            </a:r>
          </a:p>
          <a:p xmlns:a="http://schemas.openxmlformats.org/drawingml/2006/main">
            <a:r>
              <a:t>화면 아래에는 현재 웹 실습이 실제로 실행하는 범위를 적었습니다. 원 논문의 전체 시스템과 실습의 축소 계산을 구분해 주세요. 이제 다음 방법의 처리 순서와 비교해 보겠습니다.</a:t>
            </a:r>
          </a:p>
          <a:p xmlns:a="http://schemas.openxmlformats.org/drawingml/2006/main">
            <a:r>
              <a:t/>
            </a:r>
          </a:p>
          <a:p xmlns:a="http://schemas.openxmlformats.org/drawingml/2006/main">
            <a:r>
              <a:t>출처</a:t>
            </a:r>
          </a:p>
          <a:p xmlns:a="http://schemas.openxmlformats.org/drawingml/2006/main">
            <a:r>
              <a:t>https://arxiv.org/abs/2502.09891</a:t>
            </a:r>
          </a:p>
          <a:p xmlns:a="http://schemas.openxmlformats.org/drawingml/2006/main">
            <a:r>
              <a:t>https://github.com/sam234990/ArchRAG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부록은 LinearRAG의 과정을 색인 준비와 질문 처리로 나눠 놓은 그림입니다. 왼쪽은 문서가 들어왔을 때 미리 하는 작업이고, 오른쪽은 질문마다 하는 작업입니다. 왼쪽을 끝낸 뒤 만들어진 구조를 오른쪽에서 사용한다고 보시면 됩니다.</a:t>
            </a:r>
          </a:p>
          <a:p xmlns:a="http://schemas.openxmlformats.org/drawingml/2006/main">
            <a:r>
              <a:t/>
            </a:r>
          </a:p>
          <a:p xmlns:a="http://schemas.openxmlformats.org/drawingml/2006/main">
            <a:r>
              <a:t>왼쪽 첫 단계는 ‘원문을 문단과 문장으로 나누기’입니다. 그 결과를 받아 ‘등장 개체 찾기’ 작업을 하고, 이어서 ‘개체·문장·문단 연결’ 과정을 진행합니다. 그다음 ‘함께 나온 위치와 소속 연결’ 단계까지 처리한 뒤, 마지막으로 ‘관계 이름 없이 그래프 저장’ 작업을 마칩니다. 여기까지가 질문이 오기 전에 준비하는 부분이에요.</a:t>
            </a:r>
          </a:p>
          <a:p xmlns:a="http://schemas.openxmlformats.org/drawingml/2006/main">
            <a:r>
              <a:t/>
            </a:r>
          </a:p>
          <a:p xmlns:a="http://schemas.openxmlformats.org/drawingml/2006/main">
            <a:r>
              <a:t>오른쪽은 질문이 들어온 뒤의 흐름입니다. 먼저 ‘질문 속 개체 맞추기’에서 시작합니다. 그다음 ‘비슷한 문장을 찾기’, ‘문장과 개체로 단서 보강’ 과정을 거칩니다. 이어서 ‘그래프 확산으로 문단 정렬’ 단계에서 답에 필요한 내용을 정리하고, 마지막 ‘상위 원문으로 답변 작성’까지 진행합니다.</a:t>
            </a:r>
          </a:p>
          <a:p xmlns:a="http://schemas.openxmlformats.org/drawingml/2006/main">
            <a:r>
              <a:t/>
            </a:r>
          </a:p>
          <a:p xmlns:a="http://schemas.openxmlformats.org/drawingml/2006/main">
            <a:r>
              <a:t>다만 개체가 함께 등장했다고 의미 관계가 확인되는 것은 아닙니다. ‘이 모델은 날씨API를 쓰지 않는다’는 문장에도 두 개체는 같이 나오죠. 같은 곳에 나온다는 단서와 문장이 실제로 말하는 내용은 구분해야 합니다.</a:t>
            </a:r>
          </a:p>
          <a:p xmlns:a="http://schemas.openxmlformats.org/drawingml/2006/main">
            <a:r>
              <a:t/>
            </a:r>
          </a:p>
          <a:p xmlns:a="http://schemas.openxmlformats.org/drawingml/2006/main">
            <a:r>
              <a:t>화면 아래에는 현재 웹 실습이 실제로 실행하는 범위를 적었습니다. 원 논문의 전체 시스템과 실습의 축소 계산을 구분해 주세요. 이제 다음 방법의 처리 순서와 비교해 보겠습니다.</a:t>
            </a:r>
          </a:p>
          <a:p xmlns:a="http://schemas.openxmlformats.org/drawingml/2006/main">
            <a:r>
              <a:t/>
            </a:r>
          </a:p>
          <a:p xmlns:a="http://schemas.openxmlformats.org/drawingml/2006/main">
            <a:r>
              <a:t>출처</a:t>
            </a:r>
          </a:p>
          <a:p xmlns:a="http://schemas.openxmlformats.org/drawingml/2006/main">
            <a:r>
              <a:t>https://arxiv.org/abs/2510.10114</a:t>
            </a:r>
          </a:p>
          <a:p xmlns:a="http://schemas.openxmlformats.org/drawingml/2006/main">
            <a:r>
              <a:t>https://github.com/DEEP-PolyU/LinearRAG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부록은 AtomicRAG의 과정을 색인 준비와 질문 처리로 나눠 놓은 그림입니다. 왼쪽은 문서가 들어왔을 때 미리 하는 작업이고, 오른쪽은 질문마다 하는 작업입니다. 왼쪽을 끝낸 뒤 만들어진 구조를 오른쪽에서 사용한다고 보시면 됩니다.</a:t>
            </a:r>
          </a:p>
          <a:p xmlns:a="http://schemas.openxmlformats.org/drawingml/2006/main">
            <a:r>
              <a:t/>
            </a:r>
          </a:p>
          <a:p xmlns:a="http://schemas.openxmlformats.org/drawingml/2006/main">
            <a:r>
              <a:t>왼쪽 첫 단계는 ‘문서를 독립적인 사실로 나누기’입니다. 그 결과를 받아 ‘각 사실에 나온 개체 찾기’ 작업을 하고, 이어서 ‘사실과 개체 연결’ 과정을 진행합니다. 그다음 ‘관련 개체들의 연결 구성’ 단계까지 처리한 뒤, 마지막으로 ‘각 사실의 원문 출처 저장’ 작업을 마칩니다. 여기까지가 질문이 오기 전에 준비하는 부분이에요.</a:t>
            </a:r>
          </a:p>
          <a:p xmlns:a="http://schemas.openxmlformats.org/drawingml/2006/main">
            <a:r>
              <a:t/>
            </a:r>
          </a:p>
          <a:p xmlns:a="http://schemas.openxmlformats.org/drawingml/2006/main">
            <a:r>
              <a:t>오른쪽은 질문이 들어온 뒤의 흐름입니다. 먼저 ‘필요하면 질문을 작게 나누기’에서 시작합니다. 그다음 ‘관련 사실과 개체 찾기’, ‘PPR로 관련 사실 범위 넓히기’ 과정을 거칩니다. 이어서 ‘중복·무관한 사실 걸러내기’ 단계에서 답에 필요한 내용을 정리하고, 마지막 ‘남긴 사실과 원문으로 답변’까지 진행합니다.</a:t>
            </a:r>
          </a:p>
          <a:p xmlns:a="http://schemas.openxmlformats.org/drawingml/2006/main">
            <a:r>
              <a:t/>
            </a:r>
          </a:p>
          <a:p xmlns:a="http://schemas.openxmlformats.org/drawingml/2006/main">
            <a:r>
              <a:t>여기서 혼자 읽어도 이해돼야 한다는 조건이 중요합니다. ‘이것을 사용한다’처럼 대명사만 남기거나, 예외 조건을 떼어 버리면 작은 단위가 되어도 좋은 근거가 아닙니다. 누가 무엇을 사용하는지와 필요한 조건을 유지해야 해요.</a:t>
            </a:r>
          </a:p>
          <a:p xmlns:a="http://schemas.openxmlformats.org/drawingml/2006/main">
            <a:r>
              <a:t/>
            </a:r>
          </a:p>
          <a:p xmlns:a="http://schemas.openxmlformats.org/drawingml/2006/main">
            <a:r>
              <a:t>화면 아래에는 현재 웹 실습이 실제로 실행하는 범위를 적었습니다. 원 논문의 전체 시스템과 실습의 축소 계산을 구분해 주세요. 이제 다음 방법의 처리 순서와 비교해 보겠습니다.</a:t>
            </a:r>
          </a:p>
          <a:p xmlns:a="http://schemas.openxmlformats.org/drawingml/2006/main">
            <a:r>
              <a:t/>
            </a:r>
          </a:p>
          <a:p xmlns:a="http://schemas.openxmlformats.org/drawingml/2006/main">
            <a:r>
              <a:t>출처</a:t>
            </a:r>
          </a:p>
          <a:p xmlns:a="http://schemas.openxmlformats.org/drawingml/2006/main">
            <a:r>
              <a:t>https://arxiv.org/abs/2604.20844</a:t>
            </a:r>
          </a:p>
          <a:p xmlns:a="http://schemas.openxmlformats.org/drawingml/2006/main">
            <a:r>
              <a:t>https://github.com/7HHHHH/AtomicRAG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부록은 MiniRAG의 과정을 색인 준비와 질문 처리로 나눠 놓은 그림입니다. 왼쪽은 문서가 들어왔을 때 미리 하는 작업이고, 오른쪽은 질문마다 하는 작업입니다. 왼쪽을 끝낸 뒤 만들어진 구조를 오른쪽에서 사용한다고 보시면 됩니다.</a:t>
            </a:r>
          </a:p>
          <a:p xmlns:a="http://schemas.openxmlformats.org/drawingml/2006/main">
            <a:r>
              <a:t/>
            </a:r>
          </a:p>
          <a:p xmlns:a="http://schemas.openxmlformats.org/drawingml/2006/main">
            <a:r>
              <a:t>왼쪽 첫 단계는 ‘문서에서 원문 조각 준비’입니다. 그 결과를 받아 ‘가벼운 개체 추출’ 작업을 하고, 이어서 ‘개체와 원문을 함께 연결’ 과정을 진행합니다. 그다음 ‘내용과 연결 구조 저장’ 단계까지 처리한 뒤, 마지막으로 ‘작은 모델용 검색 구조 준비’ 작업을 마칩니다. 여기까지가 질문이 오기 전에 준비하는 부분이에요.</a:t>
            </a:r>
          </a:p>
          <a:p xmlns:a="http://schemas.openxmlformats.org/drawingml/2006/main">
            <a:r>
              <a:t/>
            </a:r>
          </a:p>
          <a:p xmlns:a="http://schemas.openxmlformats.org/drawingml/2006/main">
            <a:r>
              <a:t>오른쪽은 질문이 들어온 뒤의 흐름입니다. 먼저 ‘질문 속 개체와 답 종류 파악’에서 시작합니다. 그다음 ‘관련 개체·원문 후보 찾기’, ‘연결 구조로 경로 탐색’ 과정을 거칩니다. 이어서 ‘짧은 경로와 원문 선택’ 단계에서 답에 필요한 내용을 정리하고, 마지막 ‘선택한 근거로 답변 작성’까지 진행합니다.</a:t>
            </a:r>
          </a:p>
          <a:p xmlns:a="http://schemas.openxmlformats.org/drawingml/2006/main">
            <a:r>
              <a:t/>
            </a:r>
          </a:p>
          <a:p xmlns:a="http://schemas.openxmlformats.org/drawingml/2006/main">
            <a:r>
              <a:t>이렇게 모은 짧은 근거를 모델에 전달합니다. 짧다고 무조건 좋은 것은 아니에요. 정답에 필요한 연결을 모두 포함하면서 불필요한 내용을 줄였는지가 중요합니다. 근거가 짧아진 대신 중간 사실을 빼먹으면 답을 못 할 수 있습니다.</a:t>
            </a:r>
          </a:p>
          <a:p xmlns:a="http://schemas.openxmlformats.org/drawingml/2006/main">
            <a:r>
              <a:t/>
            </a:r>
          </a:p>
          <a:p xmlns:a="http://schemas.openxmlformats.org/drawingml/2006/main">
            <a:r>
              <a:t>화면 아래에는 현재 웹 실습이 실제로 실행하는 범위를 적었습니다. 원 논문의 전체 시스템과 실습의 축소 계산을 구분해 주세요. 이제 다음 방법의 처리 순서와 비교해 보겠습니다.</a:t>
            </a:r>
          </a:p>
          <a:p xmlns:a="http://schemas.openxmlformats.org/drawingml/2006/main">
            <a:r>
              <a:t/>
            </a:r>
          </a:p>
          <a:p xmlns:a="http://schemas.openxmlformats.org/drawingml/2006/main">
            <a:r>
              <a:t>출처</a:t>
            </a:r>
          </a:p>
          <a:p xmlns:a="http://schemas.openxmlformats.org/drawingml/2006/main">
            <a:r>
              <a:t>https://arxiv.org/abs/2501.06713</a:t>
            </a:r>
          </a:p>
          <a:p xmlns:a="http://schemas.openxmlformats.org/drawingml/2006/main">
            <a:r>
              <a:t>https://github.com/HKUDS/MiniRAG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부록은 GFM-RAG의 과정을 색인 준비와 질문 처리로 나눠 놓은 그림입니다. 왼쪽은 문서가 들어왔을 때 미리 하는 작업이고, 오른쪽은 질문마다 하는 작업입니다. 왼쪽을 끝낸 뒤 만들어진 구조를 오른쪽에서 사용한다고 보시면 됩니다.</a:t>
            </a:r>
          </a:p>
          <a:p xmlns:a="http://schemas.openxmlformats.org/drawingml/2006/main">
            <a:r>
              <a:t/>
            </a:r>
          </a:p>
          <a:p xmlns:a="http://schemas.openxmlformats.org/drawingml/2006/main">
            <a:r>
              <a:t>왼쪽 첫 단계는 ‘문서에서 지식 그래프 준비’입니다. 그 결과를 받아 ‘개체·관계·문서 매핑 저장’ 작업을 하고, 이어서 ‘모델이 읽을 형태로 변환’ 과정을 진행합니다. 그다음 ‘학습된 검색 모델 불러오기’ 단계까지 처리한 뒤, 마지막으로 ‘새 문서 그래프에 적용 준비’ 작업을 마칩니다. 여기까지가 질문이 오기 전에 준비하는 부분이에요.</a:t>
            </a:r>
          </a:p>
          <a:p xmlns:a="http://schemas.openxmlformats.org/drawingml/2006/main">
            <a:r>
              <a:t/>
            </a:r>
          </a:p>
          <a:p xmlns:a="http://schemas.openxmlformats.org/drawingml/2006/main">
            <a:r>
              <a:t>오른쪽은 질문이 들어온 뒤의 흐름입니다. 먼저 ‘질문과 개체 연결’에서 시작합니다. 그다음 ‘질문을 반영한 GNN 실행’, ‘이웃 정보로 개체 점수 계산’ 과정을 거칩니다. 이어서 ‘개체 점수로 문서 정렬’ 단계에서 답에 필요한 내용을 정리하고, 마지막 ‘검색 문서로 답변 작성’까지 진행합니다.</a:t>
            </a:r>
          </a:p>
          <a:p xmlns:a="http://schemas.openxmlformats.org/drawingml/2006/main">
            <a:r>
              <a:t/>
            </a:r>
          </a:p>
          <a:p xmlns:a="http://schemas.openxmlformats.org/drawingml/2006/main">
            <a:r>
              <a:t>이 방법을 실제로 적용하려면 그래프 형태와 입력 특징이 준비돼 있어야 하고, 학습된 가중치도 필요합니다. 내 그래프가 학습 때와 많이 다르면 기대한 대로 동작하는지도 평가해야 해요. 모델이 학습됐다는 사실만으로 새 업무에서 잘된다고 보장할 수는 없습니다.</a:t>
            </a:r>
          </a:p>
          <a:p xmlns:a="http://schemas.openxmlformats.org/drawingml/2006/main">
            <a:r>
              <a:t/>
            </a:r>
          </a:p>
          <a:p xmlns:a="http://schemas.openxmlformats.org/drawingml/2006/main">
            <a:r>
              <a:t>화면 아래에는 현재 웹 실습이 실제로 실행하는 범위를 적었습니다. 원 논문의 전체 시스템과 실습의 축소 계산을 구분해 주세요. 이제 다음 방법의 처리 순서와 비교해 보겠습니다.</a:t>
            </a:r>
          </a:p>
          <a:p xmlns:a="http://schemas.openxmlformats.org/drawingml/2006/main">
            <a:r>
              <a:t/>
            </a:r>
          </a:p>
          <a:p xmlns:a="http://schemas.openxmlformats.org/drawingml/2006/main">
            <a:r>
              <a:t>출처</a:t>
            </a:r>
          </a:p>
          <a:p xmlns:a="http://schemas.openxmlformats.org/drawingml/2006/main">
            <a:r>
              <a:t>https://arxiv.org/abs/2502.01113</a:t>
            </a:r>
          </a:p>
          <a:p xmlns:a="http://schemas.openxmlformats.org/drawingml/2006/main">
            <a:r>
              <a:t>https://github.com/RManLuo/gfm-rag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부록은 G-reasoner의 과정을 색인 준비와 질문 처리로 나눠 놓은 그림입니다. 왼쪽은 문서가 들어왔을 때 미리 하는 작업이고, 오른쪽은 질문마다 하는 작업입니다. 왼쪽을 끝낸 뒤 만들어진 구조를 오른쪽에서 사용한다고 보시면 됩니다.</a:t>
            </a:r>
          </a:p>
          <a:p xmlns:a="http://schemas.openxmlformats.org/drawingml/2006/main">
            <a:r>
              <a:t/>
            </a:r>
          </a:p>
          <a:p xmlns:a="http://schemas.openxmlformats.org/drawingml/2006/main">
            <a:r>
              <a:t>왼쪽 첫 단계는 ‘개체 사이 지식 관계 구성’입니다. 그 결과를 받아 ‘원문 문서 연결’ 작업을 하고, 이어서 ‘개체의 속성 정보 연결’ 과정을 진행합니다. 그다음 ‘그룹 정보 연결’ 단계까지 처리한 뒤, 마지막으로 ‘네 구조를 QuadGraph로 통합’ 작업을 마칩니다. 여기까지가 질문이 오기 전에 준비하는 부분이에요.</a:t>
            </a:r>
          </a:p>
          <a:p xmlns:a="http://schemas.openxmlformats.org/drawingml/2006/main">
            <a:r>
              <a:t/>
            </a:r>
          </a:p>
          <a:p xmlns:a="http://schemas.openxmlformats.org/drawingml/2006/main">
            <a:r>
              <a:t>오른쪽은 질문이 들어온 뒤의 흐름입니다. 먼저 ‘질문을 벡터로 변환’에서 시작합니다. 그다음 ‘학습 모델로 그래프 정보 전달’, ‘관련 노드와 문서 예측’ 과정을 거칩니다. 이어서 ‘답변에 필요한 근거 선택’ 단계에서 답에 필요한 내용을 정리하고, 마지막 ‘선택한 근거로 답변 작성’까지 진행합니다.</a:t>
            </a:r>
          </a:p>
          <a:p xmlns:a="http://schemas.openxmlformats.org/drawingml/2006/main">
            <a:r>
              <a:t/>
            </a:r>
          </a:p>
          <a:p xmlns:a="http://schemas.openxmlformats.org/drawingml/2006/main">
            <a:r>
              <a:t>화면 두 번째 줄은 이런 여러 수준의 근거를 하나의 그래프 안에서 연결한다는 뜻입니다. 속성만 보거나 문서만 보는 것보다 표현 범위를 넓히려는 거죠. 그렇다고 모든 질문에 네 종류 정보를 무조건 다 넣는다는 뜻은 아닙니다. 질문에 관련된 부분을 찾는 것이 검색 모델의 역할입니다.</a:t>
            </a:r>
          </a:p>
          <a:p xmlns:a="http://schemas.openxmlformats.org/drawingml/2006/main">
            <a:r>
              <a:t/>
            </a:r>
          </a:p>
          <a:p xmlns:a="http://schemas.openxmlformats.org/drawingml/2006/main">
            <a:r>
              <a:t>화면 아래에는 현재 웹 실습이 실제로 실행하는 범위를 적었습니다. 원 논문의 전체 시스템과 실습의 축소 계산을 구분해 주세요. 이제 다음 방법의 처리 순서와 비교해 보겠습니다.</a:t>
            </a:r>
          </a:p>
          <a:p xmlns:a="http://schemas.openxmlformats.org/drawingml/2006/main">
            <a:r>
              <a:t/>
            </a:r>
          </a:p>
          <a:p xmlns:a="http://schemas.openxmlformats.org/drawingml/2006/main">
            <a:r>
              <a:t>출처</a:t>
            </a:r>
          </a:p>
          <a:p xmlns:a="http://schemas.openxmlformats.org/drawingml/2006/main">
            <a:r>
              <a:t>https://arxiv.org/abs/2509.24276</a:t>
            </a:r>
          </a:p>
          <a:p xmlns:a="http://schemas.openxmlformats.org/drawingml/2006/main">
            <a:r>
              <a:t>https://github.com/RManLuo/gfm-rag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부록은 RAG-Anything의 과정을 색인 준비와 질문 처리로 나눠 놓은 그림입니다. 왼쪽은 문서가 들어왔을 때 미리 하는 작업이고, 오른쪽은 질문마다 하는 작업입니다. 왼쪽을 끝낸 뒤 만들어진 구조를 오른쪽에서 사용한다고 보시면 됩니다.</a:t>
            </a:r>
          </a:p>
          <a:p xmlns:a="http://schemas.openxmlformats.org/drawingml/2006/main">
            <a:r>
              <a:t/>
            </a:r>
          </a:p>
          <a:p xmlns:a="http://schemas.openxmlformats.org/drawingml/2006/main">
            <a:r>
              <a:t>왼쪽 첫 단계는 ‘문서에서 글·표·그림 읽기’입니다. 그 결과를 받아 ‘요소별 종류 구분’ 작업을 하고, 이어서 ‘각 요소의 내용을 설명·정리’ 과정을 진행합니다. 그다음 ‘서로 다른 요소를 연결’ 단계까지 처리한 뒤, 마지막으로 ‘검색용 그래프와 벡터 저장’ 작업을 마칩니다. 여기까지가 질문이 오기 전에 준비하는 부분이에요.</a:t>
            </a:r>
          </a:p>
          <a:p xmlns:a="http://schemas.openxmlformats.org/drawingml/2006/main">
            <a:r>
              <a:t/>
            </a:r>
          </a:p>
          <a:p xmlns:a="http://schemas.openxmlformats.org/drawingml/2006/main">
            <a:r>
              <a:t>오른쪽은 질문이 들어온 뒤의 흐름입니다. 먼저 ‘질문의 내용과 형태 파악’에서 시작합니다. 그다음 ‘관련 개체와 관계 검색’, ‘관련 글·표·그림 가져오기’ 과정을 거칩니다. 이어서 ‘서로 맞는 근거끼리 모으기’ 단계에서 답에 필요한 내용을 정리하고, 마지막 ‘언어·시각 모델로 답변 작성’까지 진행합니다.</a:t>
            </a:r>
          </a:p>
          <a:p xmlns:a="http://schemas.openxmlformats.org/drawingml/2006/main">
            <a:r>
              <a:t/>
            </a:r>
          </a:p>
          <a:p xmlns:a="http://schemas.openxmlformats.org/drawingml/2006/main">
            <a:r>
              <a:t>그래서 본문과 표를 연결해 함께 가져오고, 필요하면 원본 이미지까지 답변 모델에 전달하는 구성이 필요합니다. 이번 슬라이드의 두 번째 줄이 그 의미입니다. 숫자를 가져왔다고 해서 표의 행과 열을 제대로 읽었는지도 확인해야 하고요.</a:t>
            </a:r>
          </a:p>
          <a:p xmlns:a="http://schemas.openxmlformats.org/drawingml/2006/main">
            <a:r>
              <a:t/>
            </a:r>
          </a:p>
          <a:p xmlns:a="http://schemas.openxmlformats.org/drawingml/2006/main">
            <a:r>
              <a:t>화면 아래에는 현재 웹 실습이 실제로 실행하는 범위를 적었습니다. 원 논문의 전체 시스템과 실습의 축소 계산을 구분해 주세요. 이제 다음 방법의 처리 순서와 비교해 보겠습니다.</a:t>
            </a:r>
          </a:p>
          <a:p xmlns:a="http://schemas.openxmlformats.org/drawingml/2006/main">
            <a:r>
              <a:t/>
            </a:r>
          </a:p>
          <a:p xmlns:a="http://schemas.openxmlformats.org/drawingml/2006/main">
            <a:r>
              <a:t>출처</a:t>
            </a:r>
          </a:p>
          <a:p xmlns:a="http://schemas.openxmlformats.org/drawingml/2006/main">
            <a:r>
              <a:t>https://arxiv.org/abs/2510.12323</a:t>
            </a:r>
          </a:p>
          <a:p xmlns:a="http://schemas.openxmlformats.org/drawingml/2006/main">
            <a:r>
              <a:t>https://github.com/HKUDS/RAG-Anything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부록은 When to Use Graphs in RAG의 과정을 색인 준비와 질문 처리로 나눠 놓은 그림입니다. 왼쪽은 문서가 들어왔을 때 미리 하는 작업이고, 오른쪽은 질문마다 하는 작업입니다. 왼쪽을 끝낸 뒤 만들어진 구조를 오른쪽에서 사용한다고 보시면 됩니다.</a:t>
            </a:r>
          </a:p>
          <a:p xmlns:a="http://schemas.openxmlformats.org/drawingml/2006/main">
            <a:r>
              <a:t/>
            </a:r>
          </a:p>
          <a:p xmlns:a="http://schemas.openxmlformats.org/drawingml/2006/main">
            <a:r>
              <a:t>왼쪽 첫 단계는 ‘평가할 문서 집합 준비’입니다. 그 결과를 받아 ‘질문을 유형별로 구성’ 작업을 하고, 이어서 ‘같은 조건의 검색기 준비’ 과정을 진행합니다. 그다음 ‘품질·시간·비용 측정 준비’ 단계까지 처리한 뒤, 마지막으로 ‘그래프의 이득을 비교할 설계’ 작업을 마칩니다. 여기까지가 질문이 오기 전에 준비하는 부분이에요.</a:t>
            </a:r>
          </a:p>
          <a:p xmlns:a="http://schemas.openxmlformats.org/drawingml/2006/main">
            <a:r>
              <a:t/>
            </a:r>
          </a:p>
          <a:p xmlns:a="http://schemas.openxmlformats.org/drawingml/2006/main">
            <a:r>
              <a:t>오른쪽은 질문이 들어온 뒤의 흐름입니다. 먼저 ‘평가 질문 선택’에서 시작합니다. 그다음 ‘각 검색 시스템 실행’, ‘찾아온 근거가 맞는지 평가’ 과정을 거칩니다. 이어서 ‘답변 품질과 비용 비교’ 단계에서 답에 필요한 내용을 정리하고, 마지막 ‘유형별로 도입 가치를 분석’까지 진행합니다.</a:t>
            </a:r>
          </a:p>
          <a:p xmlns:a="http://schemas.openxmlformats.org/drawingml/2006/main">
            <a:r>
              <a:t/>
            </a:r>
          </a:p>
          <a:p xmlns:a="http://schemas.openxmlformats.org/drawingml/2006/main">
            <a:r>
              <a:t>화면에 적힌 세 질문 유형을 섞어서 평균 하나만 보면 어느 상황에서 도움이 됐는지 숨겨질 수 있습니다. 그래서 유형별로 기본 검색 대비 차이를 보고, 같은 답변 모델과 근거 길이 조건을 맞추는 것이 중요합니다.</a:t>
            </a:r>
          </a:p>
          <a:p xmlns:a="http://schemas.openxmlformats.org/drawingml/2006/main">
            <a:r>
              <a:t/>
            </a:r>
          </a:p>
          <a:p xmlns:a="http://schemas.openxmlformats.org/drawingml/2006/main">
            <a:r>
              <a:t>화면 아래에는 현재 웹 실습이 실제로 실행하는 범위를 적었습니다. 원 논문의 전체 시스템과 실습의 축소 계산을 구분해 주세요. 여기까지가 전체 방법의 부록입니다. 질문을 받으면 저장 대상, 검색 과정, 최종 근거 중 어느 부분을 비교하는지부터 다시 짚어 보겠습니다.</a:t>
            </a:r>
          </a:p>
          <a:p xmlns:a="http://schemas.openxmlformats.org/drawingml/2006/main">
            <a:r>
              <a:t/>
            </a:r>
          </a:p>
          <a:p xmlns:a="http://schemas.openxmlformats.org/drawingml/2006/main">
            <a:r>
              <a:t>출처</a:t>
            </a:r>
          </a:p>
          <a:p xmlns:a="http://schemas.openxmlformats.org/drawingml/2006/main">
            <a:r>
              <a:t>https://arxiv.org/abs/2506.05690</a:t>
            </a:r>
          </a:p>
          <a:p xmlns:a="http://schemas.openxmlformats.org/drawingml/2006/main">
            <a:r>
              <a:t>https://github.com/GraphRAG-Bench/GraphRAG-Benchmark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ac42d91ebdc4fc9"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986e071403a547f3"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6e2a88f142b1487b"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46d276c2eef445d5"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9a810504b008478a"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898d5b3eba9f441b"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2.xml" Id="R20fd281759004b01"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2.xml" Id="Rc0b48bff957e4e67"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2.xml" Id="R46b70c86c3a1403f"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2.xml" Id="R52d8edf3ba80401e" /></Relationships>
</file>

<file path=ppt/slideLayouts/_rels/slideLayout11.xml.rels>&#65279;<?xml version="1.0" encoding="utf-8"?><Relationships xmlns="http://schemas.openxmlformats.org/package/2006/relationships"><Relationship Type="http://schemas.openxmlformats.org/officeDocument/2006/relationships/slideMaster" Target="/ppt/slideMasters/slideMaster2.xml" Id="Rdda6963786174b34" /></Relationships>
</file>

<file path=ppt/slideLayouts/_rels/slideLayout12.xml.rels>&#65279;<?xml version="1.0" encoding="utf-8"?><Relationships xmlns="http://schemas.openxmlformats.org/package/2006/relationships"><Relationship Type="http://schemas.openxmlformats.org/officeDocument/2006/relationships/slideMaster" Target="/ppt/slideMasters/slideMaster2.xml" Id="R13af0a7fef954201" /></Relationships>
</file>

<file path=ppt/slideLayouts/_rels/slideLayout13.xml.rels>&#65279;<?xml version="1.0" encoding="utf-8"?><Relationships xmlns="http://schemas.openxmlformats.org/package/2006/relationships"><Relationship Type="http://schemas.openxmlformats.org/officeDocument/2006/relationships/slideMaster" Target="/ppt/slideMasters/slideMaster3.xml" Id="R7d542e6dcb824527" /></Relationships>
</file>

<file path=ppt/slideLayouts/_rels/slideLayout14.xml.rels>&#65279;<?xml version="1.0" encoding="utf-8"?><Relationships xmlns="http://schemas.openxmlformats.org/package/2006/relationships"><Relationship Type="http://schemas.openxmlformats.org/officeDocument/2006/relationships/slideMaster" Target="/ppt/slideMasters/slideMaster3.xml" Id="Rc2d7210bb81e4683" /></Relationships>
</file>

<file path=ppt/slideLayouts/_rels/slideLayout15.xml.rels>&#65279;<?xml version="1.0" encoding="utf-8"?><Relationships xmlns="http://schemas.openxmlformats.org/package/2006/relationships"><Relationship Type="http://schemas.openxmlformats.org/officeDocument/2006/relationships/slideMaster" Target="/ppt/slideMasters/slideMaster3.xml" Id="R8621b6e5ae7446a1" /></Relationships>
</file>

<file path=ppt/slideLayouts/_rels/slideLayout16.xml.rels>&#65279;<?xml version="1.0" encoding="utf-8"?><Relationships xmlns="http://schemas.openxmlformats.org/package/2006/relationships"><Relationship Type="http://schemas.openxmlformats.org/officeDocument/2006/relationships/slideMaster" Target="/ppt/slideMasters/slideMaster3.xml" Id="Rc9712ff38c544f22" /></Relationships>
</file>

<file path=ppt/slideLayouts/_rels/slideLayout17.xml.rels>&#65279;<?xml version="1.0" encoding="utf-8"?><Relationships xmlns="http://schemas.openxmlformats.org/package/2006/relationships"><Relationship Type="http://schemas.openxmlformats.org/officeDocument/2006/relationships/slideMaster" Target="/ppt/slideMasters/slideMaster3.xml" Id="Red92b2d021714b94" /></Relationships>
</file>

<file path=ppt/slideLayouts/_rels/slideLayout18.xml.rels>&#65279;<?xml version="1.0" encoding="utf-8"?><Relationships xmlns="http://schemas.openxmlformats.org/package/2006/relationships"><Relationship Type="http://schemas.openxmlformats.org/officeDocument/2006/relationships/slideMaster" Target="/ppt/slideMasters/slideMaster3.xml" Id="R85987b7fcab547b4" /></Relationships>
</file>

<file path=ppt/slideLayouts/_rels/slideLayout19.xml.rels>&#65279;<?xml version="1.0" encoding="utf-8"?><Relationships xmlns="http://schemas.openxmlformats.org/package/2006/relationships"><Relationship Type="http://schemas.openxmlformats.org/officeDocument/2006/relationships/slideMaster" Target="/ppt/slideMasters/slideMaster4.xml" Id="R3d001491f6fe4f85" /></Relationships>
</file>

<file path=ppt/slideLayouts/_rels/slideLayout20.xml.rels>&#65279;<?xml version="1.0" encoding="utf-8"?><Relationships xmlns="http://schemas.openxmlformats.org/package/2006/relationships"><Relationship Type="http://schemas.openxmlformats.org/officeDocument/2006/relationships/slideMaster" Target="/ppt/slideMasters/slideMaster4.xml" Id="Rdd8d4c4dbf104ab8" /></Relationships>
</file>

<file path=ppt/slideLayouts/_rels/slideLayout21.xml.rels>&#65279;<?xml version="1.0" encoding="utf-8"?><Relationships xmlns="http://schemas.openxmlformats.org/package/2006/relationships"><Relationship Type="http://schemas.openxmlformats.org/officeDocument/2006/relationships/slideMaster" Target="/ppt/slideMasters/slideMaster4.xml" Id="R27567338afd74658" /></Relationships>
</file>

<file path=ppt/slideLayouts/_rels/slideLayout22.xml.rels>&#65279;<?xml version="1.0" encoding="utf-8"?><Relationships xmlns="http://schemas.openxmlformats.org/package/2006/relationships"><Relationship Type="http://schemas.openxmlformats.org/officeDocument/2006/relationships/slideMaster" Target="/ppt/slideMasters/slideMaster4.xml" Id="R5de5d7dda24a4124" /></Relationships>
</file>

<file path=ppt/slideLayouts/_rels/slideLayout23.xml.rels>&#65279;<?xml version="1.0" encoding="utf-8"?><Relationships xmlns="http://schemas.openxmlformats.org/package/2006/relationships"><Relationship Type="http://schemas.openxmlformats.org/officeDocument/2006/relationships/slideMaster" Target="/ppt/slideMasters/slideMaster4.xml" Id="R113614bdb9cf4348" /></Relationships>
</file>

<file path=ppt/slideLayouts/_rels/slideLayout24.xml.rels>&#65279;<?xml version="1.0" encoding="utf-8"?><Relationships xmlns="http://schemas.openxmlformats.org/package/2006/relationships"><Relationship Type="http://schemas.openxmlformats.org/officeDocument/2006/relationships/slideMaster" Target="/ppt/slideMasters/slideMaster4.xml" Id="R1dab515db044437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D86B2D9-4DB3-4882-B25F-B98F672B083A}"/>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08F2E001-B633-4379-8076-12433EE40DD8}"/>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7B3F7C8B-903A-44E2-A047-1FD502C37B15}"/>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751B1E0-641A-461E-8FF2-27931F833DB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B0919B6B-AFCC-46C7-9436-D011E95D21E9}"/>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0733B8F1-01A1-4577-8FB9-45A31DA8341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A607130-AC05-4610-90B5-7680E1C50DC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DA3BA2AC-F188-47E6-8443-5902D9124D88}"/>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5828D4E-D611-45F7-B457-82C42F7D526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0462571-967A-41AA-92EA-5D5E5390AF2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Layouts/slideLayout7.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D86B2D9-4DB3-4882-B25F-B98F672B083A}"/>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08F2E001-B633-4379-8076-12433EE40DD8}"/>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8.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7B3F7C8B-903A-44E2-A047-1FD502C37B15}"/>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9.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751B1E0-641A-461E-8FF2-27931F833DB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B0919B6B-AFCC-46C7-9436-D011E95D21E9}"/>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10.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0733B8F1-01A1-4577-8FB9-45A31DA8341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A607130-AC05-4610-90B5-7680E1C50DC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DA3BA2AC-F188-47E6-8443-5902D9124D88}"/>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11.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5828D4E-D611-45F7-B457-82C42F7D526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0462571-967A-41AA-92EA-5D5E5390AF2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12.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Layouts/slideLayout13.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D86B2D9-4DB3-4882-B25F-B98F672B083A}"/>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08F2E001-B633-4379-8076-12433EE40DD8}"/>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14.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7B3F7C8B-903A-44E2-A047-1FD502C37B15}"/>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15.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751B1E0-641A-461E-8FF2-27931F833DB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B0919B6B-AFCC-46C7-9436-D011E95D21E9}"/>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16.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0733B8F1-01A1-4577-8FB9-45A31DA8341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A607130-AC05-4610-90B5-7680E1C50DC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DA3BA2AC-F188-47E6-8443-5902D9124D88}"/>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17.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5828D4E-D611-45F7-B457-82C42F7D526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0462571-967A-41AA-92EA-5D5E5390AF2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18.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Layouts/slideLayout19.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D86B2D9-4DB3-4882-B25F-B98F672B083A}"/>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08F2E001-B633-4379-8076-12433EE40DD8}"/>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0.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7B3F7C8B-903A-44E2-A047-1FD502C37B15}"/>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21.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751B1E0-641A-461E-8FF2-27931F833DB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B0919B6B-AFCC-46C7-9436-D011E95D21E9}"/>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22.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0733B8F1-01A1-4577-8FB9-45A31DA8341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A607130-AC05-4610-90B5-7680E1C50DC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DA3BA2AC-F188-47E6-8443-5902D9124D88}"/>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23.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5828D4E-D611-45F7-B457-82C42F7D526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0462571-967A-41AA-92EA-5D5E5390AF2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24.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33921ddc1d24015" /><Relationship Type="http://schemas.openxmlformats.org/officeDocument/2006/relationships/slideLayout" Target="/ppt/slideLayouts/slideLayout1.xml" Id="R0f18b162e23e41c7" /><Relationship Type="http://schemas.openxmlformats.org/officeDocument/2006/relationships/slideLayout" Target="/ppt/slideLayouts/slideLayout2.xml" Id="Re90d2f225db74195" /><Relationship Type="http://schemas.openxmlformats.org/officeDocument/2006/relationships/slideLayout" Target="/ppt/slideLayouts/slideLayout3.xml" Id="R5b3d411394834a93" /><Relationship Type="http://schemas.openxmlformats.org/officeDocument/2006/relationships/slideLayout" Target="/ppt/slideLayouts/slideLayout4.xml" Id="Rc0a68e41163b4d15" /><Relationship Type="http://schemas.openxmlformats.org/officeDocument/2006/relationships/slideLayout" Target="/ppt/slideLayouts/slideLayout5.xml" Id="R96e8537f55a34e68" /><Relationship Type="http://schemas.openxmlformats.org/officeDocument/2006/relationships/slideLayout" Target="/ppt/slideLayouts/slideLayout6.xml" Id="R10ed082dddc646b1" /></Relationships>
</file>

<file path=ppt/slideMasters/_rels/slideMaster2.xml.rels>&#65279;<?xml version="1.0" encoding="utf-8"?><Relationships xmlns="http://schemas.openxmlformats.org/package/2006/relationships"><Relationship Type="http://schemas.openxmlformats.org/officeDocument/2006/relationships/theme" Target="/ppt/slideMasters/theme/theme3.xml" Id="R22f02c2abbc0418a" /><Relationship Type="http://schemas.openxmlformats.org/officeDocument/2006/relationships/slideLayout" Target="/ppt/slideLayouts/slideLayout7.xml" Id="Ra6fc511677c44cc1" /><Relationship Type="http://schemas.openxmlformats.org/officeDocument/2006/relationships/slideLayout" Target="/ppt/slideLayouts/slideLayout8.xml" Id="R9a8ae1e36f8d4913" /><Relationship Type="http://schemas.openxmlformats.org/officeDocument/2006/relationships/slideLayout" Target="/ppt/slideLayouts/slideLayout9.xml" Id="R405d06c0b5fe41f1" /><Relationship Type="http://schemas.openxmlformats.org/officeDocument/2006/relationships/slideLayout" Target="/ppt/slideLayouts/slideLayout10.xml" Id="Rbaefa2d1b78f41e5" /><Relationship Type="http://schemas.openxmlformats.org/officeDocument/2006/relationships/slideLayout" Target="/ppt/slideLayouts/slideLayout11.xml" Id="R80920663eca14c88" /><Relationship Type="http://schemas.openxmlformats.org/officeDocument/2006/relationships/slideLayout" Target="/ppt/slideLayouts/slideLayout12.xml" Id="Rc7502c0f4b6540b6" /></Relationships>
</file>

<file path=ppt/slideMasters/_rels/slideMaster3.xml.rels>&#65279;<?xml version="1.0" encoding="utf-8"?><Relationships xmlns="http://schemas.openxmlformats.org/package/2006/relationships"><Relationship Type="http://schemas.openxmlformats.org/officeDocument/2006/relationships/theme" Target="/ppt/slideMasters/theme/theme4.xml" Id="R37a2661bd35b4d0b" /><Relationship Type="http://schemas.openxmlformats.org/officeDocument/2006/relationships/slideLayout" Target="/ppt/slideLayouts/slideLayout13.xml" Id="Redbdd53435e2404f" /><Relationship Type="http://schemas.openxmlformats.org/officeDocument/2006/relationships/slideLayout" Target="/ppt/slideLayouts/slideLayout14.xml" Id="R47d99748d0f84bb5" /><Relationship Type="http://schemas.openxmlformats.org/officeDocument/2006/relationships/slideLayout" Target="/ppt/slideLayouts/slideLayout15.xml" Id="R0db4a6dfc34a48cf" /><Relationship Type="http://schemas.openxmlformats.org/officeDocument/2006/relationships/slideLayout" Target="/ppt/slideLayouts/slideLayout16.xml" Id="Rcf22f1db871e4dd3" /><Relationship Type="http://schemas.openxmlformats.org/officeDocument/2006/relationships/slideLayout" Target="/ppt/slideLayouts/slideLayout17.xml" Id="Re8d1f3ff33244a83" /><Relationship Type="http://schemas.openxmlformats.org/officeDocument/2006/relationships/slideLayout" Target="/ppt/slideLayouts/slideLayout18.xml" Id="R70ccdde8841c4acb" /></Relationships>
</file>

<file path=ppt/slideMasters/_rels/slideMaster4.xml.rels>&#65279;<?xml version="1.0" encoding="utf-8"?><Relationships xmlns="http://schemas.openxmlformats.org/package/2006/relationships"><Relationship Type="http://schemas.openxmlformats.org/officeDocument/2006/relationships/theme" Target="/ppt/slideMasters/theme/theme5.xml" Id="R69b06954a8d14355" /><Relationship Type="http://schemas.openxmlformats.org/officeDocument/2006/relationships/slideLayout" Target="/ppt/slideLayouts/slideLayout19.xml" Id="R8968d4090d3c40e0" /><Relationship Type="http://schemas.openxmlformats.org/officeDocument/2006/relationships/slideLayout" Target="/ppt/slideLayouts/slideLayout20.xml" Id="R7b6d255607e14b7f" /><Relationship Type="http://schemas.openxmlformats.org/officeDocument/2006/relationships/slideLayout" Target="/ppt/slideLayouts/slideLayout21.xml" Id="R74e5cf2dacea460e" /><Relationship Type="http://schemas.openxmlformats.org/officeDocument/2006/relationships/slideLayout" Target="/ppt/slideLayouts/slideLayout22.xml" Id="Rff05356701a24e1f" /><Relationship Type="http://schemas.openxmlformats.org/officeDocument/2006/relationships/slideLayout" Target="/ppt/slideLayouts/slideLayout23.xml" Id="R54cd75bb303a46b7" /><Relationship Type="http://schemas.openxmlformats.org/officeDocument/2006/relationships/slideLayout" Target="/ppt/slideLayouts/slideLayout24.xml" Id="R2a28cc62ed51479d"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f18b162e23e41c7"/>
    <p:sldLayoutId xmlns:r="http://schemas.openxmlformats.org/officeDocument/2006/relationships" id="2147483650" r:id="Re90d2f225db74195"/>
    <p:sldLayoutId xmlns:r="http://schemas.openxmlformats.org/officeDocument/2006/relationships" id="2147483651" r:id="R5b3d411394834a93"/>
    <p:sldLayoutId xmlns:r="http://schemas.openxmlformats.org/officeDocument/2006/relationships" id="2147483652" r:id="Rc0a68e41163b4d15"/>
    <p:sldLayoutId xmlns:r="http://schemas.openxmlformats.org/officeDocument/2006/relationships" id="2147483653" r:id="R96e8537f55a34e68"/>
    <p:sldLayoutId xmlns:r="http://schemas.openxmlformats.org/officeDocument/2006/relationships" id="2147483654" r:id="R10ed082dddc646b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slideMaster2.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56" r:id="Ra6fc511677c44cc1"/>
    <p:sldLayoutId xmlns:r="http://schemas.openxmlformats.org/officeDocument/2006/relationships" id="2147483657" r:id="R9a8ae1e36f8d4913"/>
    <p:sldLayoutId xmlns:r="http://schemas.openxmlformats.org/officeDocument/2006/relationships" id="2147483658" r:id="R405d06c0b5fe41f1"/>
    <p:sldLayoutId xmlns:r="http://schemas.openxmlformats.org/officeDocument/2006/relationships" id="2147483659" r:id="Rbaefa2d1b78f41e5"/>
    <p:sldLayoutId xmlns:r="http://schemas.openxmlformats.org/officeDocument/2006/relationships" id="2147483660" r:id="R80920663eca14c88"/>
    <p:sldLayoutId xmlns:r="http://schemas.openxmlformats.org/officeDocument/2006/relationships" id="2147483661" r:id="Rc7502c0f4b6540b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slideMaster3.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63" r:id="Redbdd53435e2404f"/>
    <p:sldLayoutId xmlns:r="http://schemas.openxmlformats.org/officeDocument/2006/relationships" id="2147483664" r:id="R47d99748d0f84bb5"/>
    <p:sldLayoutId xmlns:r="http://schemas.openxmlformats.org/officeDocument/2006/relationships" id="2147483665" r:id="R0db4a6dfc34a48cf"/>
    <p:sldLayoutId xmlns:r="http://schemas.openxmlformats.org/officeDocument/2006/relationships" id="2147483666" r:id="Rcf22f1db871e4dd3"/>
    <p:sldLayoutId xmlns:r="http://schemas.openxmlformats.org/officeDocument/2006/relationships" id="2147483667" r:id="Re8d1f3ff33244a83"/>
    <p:sldLayoutId xmlns:r="http://schemas.openxmlformats.org/officeDocument/2006/relationships" id="2147483668" r:id="R70ccdde8841c4acb"/>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slideMaster4.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70" r:id="R8968d4090d3c40e0"/>
    <p:sldLayoutId xmlns:r="http://schemas.openxmlformats.org/officeDocument/2006/relationships" id="2147483671" r:id="R7b6d255607e14b7f"/>
    <p:sldLayoutId xmlns:r="http://schemas.openxmlformats.org/officeDocument/2006/relationships" id="2147483672" r:id="R74e5cf2dacea460e"/>
    <p:sldLayoutId xmlns:r="http://schemas.openxmlformats.org/officeDocument/2006/relationships" id="2147483673" r:id="Rff05356701a24e1f"/>
    <p:sldLayoutId xmlns:r="http://schemas.openxmlformats.org/officeDocument/2006/relationships" id="2147483674" r:id="R54cd75bb303a46b7"/>
    <p:sldLayoutId xmlns:r="http://schemas.openxmlformats.org/officeDocument/2006/relationships" id="2147483675" r:id="R2a28cc62ed51479d"/>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Masters/theme/theme4.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Masters/theme/theme5.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d29cfe6a67e843d3" /><Relationship Type="http://schemas.openxmlformats.org/officeDocument/2006/relationships/notesSlide" Target="/ppt/notesSlides/notesSlide1.xml" Id="R9c74744c70574b23"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c3ecf10f215e42f3" /><Relationship Type="http://schemas.openxmlformats.org/officeDocument/2006/relationships/notesSlide" Target="/ppt/notesSlides/notesSlide2.xml" Id="Ra500e44d85a14fc4"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3d394ad9a36c477d" /><Relationship Type="http://schemas.openxmlformats.org/officeDocument/2006/relationships/notesSlide" Target="/ppt/notesSlides/notesSlide3.xml" Id="R495a605f132e4188"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2294d2de358f4dac" /><Relationship Type="http://schemas.openxmlformats.org/officeDocument/2006/relationships/notesSlide" Target="/ppt/notesSlides/notesSlide4.xml" Id="R2e9a63c0d82542fe"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7d1e944c514e4500" /><Relationship Type="http://schemas.openxmlformats.org/officeDocument/2006/relationships/notesSlide" Target="/ppt/notesSlides/notesSlide5.xml" Id="Rb1a5e6f094154b6a"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410df9fc910d409e" /><Relationship Type="http://schemas.openxmlformats.org/officeDocument/2006/relationships/notesSlide" Target="/ppt/notesSlides/notesSlide6.xml" Id="R99f0640355a14ee1"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5446769eee5e4ff3" /><Relationship Type="http://schemas.openxmlformats.org/officeDocument/2006/relationships/notesSlide" Target="/ppt/notesSlides/notesSlide7.xml" Id="R857569c1d940499b"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e1d06772129041a1" /><Relationship Type="http://schemas.openxmlformats.org/officeDocument/2006/relationships/notesSlide" Target="/ppt/notesSlides/notesSlide8.xml" Id="R79ab23ce94d142b5"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1b11190b612844b8" /><Relationship Type="http://schemas.openxmlformats.org/officeDocument/2006/relationships/notesSlide" Target="/ppt/notesSlides/notesSlide9.xml" Id="Re8b64a651b5342f2"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0111fb0dfdf84880" /><Relationship Type="http://schemas.openxmlformats.org/officeDocument/2006/relationships/notesSlide" Target="/ppt/notesSlides/notesSlide10.xml" Id="Raea1b0d5e7434d60"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695ee352470949cb" /><Relationship Type="http://schemas.openxmlformats.org/officeDocument/2006/relationships/notesSlide" Target="/ppt/notesSlides/notesSlide11.xml" Id="R824412eb1b844842"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fcfb51e48ece4b6e" /><Relationship Type="http://schemas.openxmlformats.org/officeDocument/2006/relationships/notesSlide" Target="/ppt/notesSlides/notesSlide12.xml" Id="R37d67c0b75f24d13"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f23e97db50e24bb3" /><Relationship Type="http://schemas.openxmlformats.org/officeDocument/2006/relationships/notesSlide" Target="/ppt/notesSlides/notesSlide13.xml" Id="R116d389f8cbc42b9"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325be8bc31b942ae" /><Relationship Type="http://schemas.openxmlformats.org/officeDocument/2006/relationships/notesSlide" Target="/ppt/notesSlides/notesSlide14.xml" Id="Rd72ad07a0b7f4793"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6386aa517a564389" /><Relationship Type="http://schemas.openxmlformats.org/officeDocument/2006/relationships/notesSlide" Target="/ppt/notesSlides/notesSlide15.xml" Id="R8b5839101ab14bf3"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1c5a88a1719e4d90" /><Relationship Type="http://schemas.openxmlformats.org/officeDocument/2006/relationships/notesSlide" Target="/ppt/notesSlides/notesSlide16.xml" Id="R19ebb631f0fb4aac"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310cd63744e14001" /><Relationship Type="http://schemas.openxmlformats.org/officeDocument/2006/relationships/notesSlide" Target="/ppt/notesSlides/notesSlide17.xml" Id="R43d92e8ef189431c"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0c014b2f468b4f13" /><Relationship Type="http://schemas.openxmlformats.org/officeDocument/2006/relationships/notesSlide" Target="/ppt/notesSlides/notesSlide18.xml" Id="R7847967dc0f6491d"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ac8c6ccda31d4fc3" /><Relationship Type="http://schemas.openxmlformats.org/officeDocument/2006/relationships/notesSlide" Target="/ppt/notesSlides/notesSlide19.xml" Id="R8bff3bc092f042bc"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a6818d2cdae14515" /><Relationship Type="http://schemas.openxmlformats.org/officeDocument/2006/relationships/notesSlide" Target="/ppt/notesSlides/notesSlide20.xml" Id="R7bf24d4589914d3e"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3344057455d94b77" /><Relationship Type="http://schemas.openxmlformats.org/officeDocument/2006/relationships/notesSlide" Target="/ppt/notesSlides/notesSlide21.xml" Id="Ra21ea379f67d4dae"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71225fdfd94f4261" /><Relationship Type="http://schemas.openxmlformats.org/officeDocument/2006/relationships/notesSlide" Target="/ppt/notesSlides/notesSlide22.xml" Id="R22615106cba244f6"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1d4919e6a5c04733" /><Relationship Type="http://schemas.openxmlformats.org/officeDocument/2006/relationships/notesSlide" Target="/ppt/notesSlides/notesSlide23.xml" Id="R5f4ffa2edafd49e9"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f458688dc9b949f0" /><Relationship Type="http://schemas.openxmlformats.org/officeDocument/2006/relationships/notesSlide" Target="/ppt/notesSlides/notesSlide24.xml" Id="R8d6b502598934e5e"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7072f2b5fb4641a1" /><Relationship Type="http://schemas.openxmlformats.org/officeDocument/2006/relationships/notesSlide" Target="/ppt/notesSlides/notesSlide25.xml" Id="Rdb8f5b03555f4401"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b420dd78f90142b0" /><Relationship Type="http://schemas.openxmlformats.org/officeDocument/2006/relationships/notesSlide" Target="/ppt/notesSlides/notesSlide26.xml" Id="R8148153694d049c1"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0b1c3e4a3471453e" /><Relationship Type="http://schemas.openxmlformats.org/officeDocument/2006/relationships/notesSlide" Target="/ppt/notesSlides/notesSlide27.xml" Id="R6852457b7ef84588"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a1c8d7c5cb0940b4" /><Relationship Type="http://schemas.openxmlformats.org/officeDocument/2006/relationships/notesSlide" Target="/ppt/notesSlides/notesSlide28.xml" Id="R976473241390448d"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feef4ef4647d4cfa" /><Relationship Type="http://schemas.openxmlformats.org/officeDocument/2006/relationships/notesSlide" Target="/ppt/notesSlides/notesSlide29.xml" Id="R643fedaed3374666"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db8d6c4d25d34d56" /><Relationship Type="http://schemas.openxmlformats.org/officeDocument/2006/relationships/notesSlide" Target="/ppt/notesSlides/notesSlide30.xml" Id="R0ebfdb80eb184203"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3bebeb452b3b4e01" /><Relationship Type="http://schemas.openxmlformats.org/officeDocument/2006/relationships/notesSlide" Target="/ppt/notesSlides/notesSlide31.xml" Id="R50ceaf9895a0453c"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c2c9684be3394a19" /><Relationship Type="http://schemas.openxmlformats.org/officeDocument/2006/relationships/notesSlide" Target="/ppt/notesSlides/notesSlide32.xml" Id="R0319e94cfb344d3b"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0007243f1bf74922" /><Relationship Type="http://schemas.openxmlformats.org/officeDocument/2006/relationships/notesSlide" Target="/ppt/notesSlides/notesSlide33.xml" Id="Rb5f260540f8a40d7"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1e6dd4ae48d94699" /><Relationship Type="http://schemas.openxmlformats.org/officeDocument/2006/relationships/notesSlide" Target="/ppt/notesSlides/notesSlide34.xml" Id="R8da719275bdf42fe"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30d1e85024dd4b13" /><Relationship Type="http://schemas.openxmlformats.org/officeDocument/2006/relationships/notesSlide" Target="/ppt/notesSlides/notesSlide35.xml" Id="Rc50cfd95df614ee4"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228c7da5ef3f4ede" /><Relationship Type="http://schemas.openxmlformats.org/officeDocument/2006/relationships/notesSlide" Target="/ppt/notesSlides/notesSlide36.xml" Id="Rcf5b22574f004b30"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81380e9e4e8841ca" /><Relationship Type="http://schemas.openxmlformats.org/officeDocument/2006/relationships/notesSlide" Target="/ppt/notesSlides/notesSlide37.xml" Id="R3fb0bdbea053468b"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4b8cb00e846d4589" /><Relationship Type="http://schemas.openxmlformats.org/officeDocument/2006/relationships/notesSlide" Target="/ppt/notesSlides/notesSlide38.xml" Id="R7c9e5e5d6f024c57"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779688a8d434462d" /><Relationship Type="http://schemas.openxmlformats.org/officeDocument/2006/relationships/notesSlide" Target="/ppt/notesSlides/notesSlide39.xml" Id="R33c12cb364e34c9b"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b2c2f75d6841419e" /><Relationship Type="http://schemas.openxmlformats.org/officeDocument/2006/relationships/notesSlide" Target="/ppt/notesSlides/notesSlide40.xml" Id="R0450549d181e4965"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8caffa7e05ed44f6" /><Relationship Type="http://schemas.openxmlformats.org/officeDocument/2006/relationships/notesSlide" Target="/ppt/notesSlides/notesSlide41.xml" Id="Rb7f10760129047f6"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a7ff2f45192c4deb" /><Relationship Type="http://schemas.openxmlformats.org/officeDocument/2006/relationships/notesSlide" Target="/ppt/notesSlides/notesSlide42.xml" Id="R7ce2ec7c4ad2400a"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cfad351b83c94a4b" /><Relationship Type="http://schemas.openxmlformats.org/officeDocument/2006/relationships/notesSlide" Target="/ppt/notesSlides/notesSlide43.xml" Id="R2b1b29b2642d43e6"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a6d7e658e11a4fa5" /><Relationship Type="http://schemas.openxmlformats.org/officeDocument/2006/relationships/notesSlide" Target="/ppt/notesSlides/notesSlide44.xml" Id="R87bf11d397c7400f"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d4b55ada5d494af5" /><Relationship Type="http://schemas.openxmlformats.org/officeDocument/2006/relationships/notesSlide" Target="/ppt/notesSlides/notesSlide45.xml" Id="Rdaa538f63afa4cb0"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35689c99a47c4cf2" /><Relationship Type="http://schemas.openxmlformats.org/officeDocument/2006/relationships/notesSlide" Target="/ppt/notesSlides/notesSlide46.xml" Id="R61743804516a4479"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fb0e27e873f64a0c" /><Relationship Type="http://schemas.openxmlformats.org/officeDocument/2006/relationships/notesSlide" Target="/ppt/notesSlides/notesSlide47.xml" Id="R2f6bda8eee5548ba" /></Relationships>
</file>

<file path=ppt/slides/_rels/slide48.xml.rels>&#65279;<?xml version="1.0" encoding="utf-8"?><Relationships xmlns="http://schemas.openxmlformats.org/package/2006/relationships"><Relationship Type="http://schemas.openxmlformats.org/officeDocument/2006/relationships/slideLayout" Target="/ppt/slideLayouts/slideLayout24.xml" Id="R6ebfe5d81ae94e45" /><Relationship Type="http://schemas.openxmlformats.org/officeDocument/2006/relationships/notesSlide" Target="/ppt/notesSlides/notesSlide48.xml" Id="Ra8c14600013e4eb0" /></Relationships>
</file>

<file path=ppt/slides/_rels/slide49.xml.rels>&#65279;<?xml version="1.0" encoding="utf-8"?><Relationships xmlns="http://schemas.openxmlformats.org/package/2006/relationships"><Relationship Type="http://schemas.openxmlformats.org/officeDocument/2006/relationships/slideLayout" Target="/ppt/slideLayouts/slideLayout24.xml" Id="Rc0a4bb25e62847c1" /><Relationship Type="http://schemas.openxmlformats.org/officeDocument/2006/relationships/notesSlide" Target="/ppt/notesSlides/notesSlide49.xml" Id="R033bb215f82640b4" /></Relationships>
</file>

<file path=ppt/slides/_rels/slide50.xml.rels>&#65279;<?xml version="1.0" encoding="utf-8"?><Relationships xmlns="http://schemas.openxmlformats.org/package/2006/relationships"><Relationship Type="http://schemas.openxmlformats.org/officeDocument/2006/relationships/slideLayout" Target="/ppt/slideLayouts/slideLayout24.xml" Id="Rbe563a64d74f4496" /><Relationship Type="http://schemas.openxmlformats.org/officeDocument/2006/relationships/notesSlide" Target="/ppt/notesSlides/notesSlide50.xml" Id="Rc11974ed0f1f4fd2" /></Relationships>
</file>

<file path=ppt/slides/_rels/slide51.xml.rels>&#65279;<?xml version="1.0" encoding="utf-8"?><Relationships xmlns="http://schemas.openxmlformats.org/package/2006/relationships"><Relationship Type="http://schemas.openxmlformats.org/officeDocument/2006/relationships/slideLayout" Target="/ppt/slideLayouts/slideLayout24.xml" Id="R91b6193944284f0a" /><Relationship Type="http://schemas.openxmlformats.org/officeDocument/2006/relationships/notesSlide" Target="/ppt/notesSlides/notesSlide51.xml" Id="R79ff970f4e174675" /></Relationships>
</file>

<file path=ppt/slides/_rels/slide52.xml.rels>&#65279;<?xml version="1.0" encoding="utf-8"?><Relationships xmlns="http://schemas.openxmlformats.org/package/2006/relationships"><Relationship Type="http://schemas.openxmlformats.org/officeDocument/2006/relationships/slideLayout" Target="/ppt/slideLayouts/slideLayout24.xml" Id="R95f10accbe574ac4" /><Relationship Type="http://schemas.openxmlformats.org/officeDocument/2006/relationships/notesSlide" Target="/ppt/notesSlides/notesSlide52.xml" Id="Rd919b53ee686465b" /></Relationships>
</file>

<file path=ppt/slides/_rels/slide53.xml.rels>&#65279;<?xml version="1.0" encoding="utf-8"?><Relationships xmlns="http://schemas.openxmlformats.org/package/2006/relationships"><Relationship Type="http://schemas.openxmlformats.org/officeDocument/2006/relationships/slideLayout" Target="/ppt/slideLayouts/slideLayout24.xml" Id="Rda7e37ca47ca4239" /><Relationship Type="http://schemas.openxmlformats.org/officeDocument/2006/relationships/notesSlide" Target="/ppt/notesSlides/notesSlide53.xml" Id="R61bd0e72cafe42a4" /></Relationships>
</file>

<file path=ppt/slides/_rels/slide54.xml.rels>&#65279;<?xml version="1.0" encoding="utf-8"?><Relationships xmlns="http://schemas.openxmlformats.org/package/2006/relationships"><Relationship Type="http://schemas.openxmlformats.org/officeDocument/2006/relationships/slideLayout" Target="/ppt/slideLayouts/slideLayout24.xml" Id="R8110953e49354572" /><Relationship Type="http://schemas.openxmlformats.org/officeDocument/2006/relationships/notesSlide" Target="/ppt/notesSlides/notesSlide54.xml" Id="R3ff0807da9db4e2b" /></Relationships>
</file>

<file path=ppt/slides/_rels/slide55.xml.rels>&#65279;<?xml version="1.0" encoding="utf-8"?><Relationships xmlns="http://schemas.openxmlformats.org/package/2006/relationships"><Relationship Type="http://schemas.openxmlformats.org/officeDocument/2006/relationships/slideLayout" Target="/ppt/slideLayouts/slideLayout24.xml" Id="R315e6c2e3aaa4116" /><Relationship Type="http://schemas.openxmlformats.org/officeDocument/2006/relationships/notesSlide" Target="/ppt/notesSlides/notesSlide55.xml" Id="Rc54920afd9954d8b" /></Relationships>
</file>

<file path=ppt/slides/_rels/slide56.xml.rels>&#65279;<?xml version="1.0" encoding="utf-8"?><Relationships xmlns="http://schemas.openxmlformats.org/package/2006/relationships"><Relationship Type="http://schemas.openxmlformats.org/officeDocument/2006/relationships/slideLayout" Target="/ppt/slideLayouts/slideLayout24.xml" Id="Rd2f1dad832d64a7d" /><Relationship Type="http://schemas.openxmlformats.org/officeDocument/2006/relationships/notesSlide" Target="/ppt/notesSlides/notesSlide56.xml" Id="R2c6f21aef08a4ecd" /></Relationships>
</file>

<file path=ppt/slides/_rels/slide57.xml.rels>&#65279;<?xml version="1.0" encoding="utf-8"?><Relationships xmlns="http://schemas.openxmlformats.org/package/2006/relationships"><Relationship Type="http://schemas.openxmlformats.org/officeDocument/2006/relationships/slideLayout" Target="/ppt/slideLayouts/slideLayout24.xml" Id="R0d698a2be42e4e31" /><Relationship Type="http://schemas.openxmlformats.org/officeDocument/2006/relationships/notesSlide" Target="/ppt/notesSlides/notesSlide57.xml" Id="R20ec79f061704eec" /></Relationships>
</file>

<file path=ppt/slides/_rels/slide58.xml.rels>&#65279;<?xml version="1.0" encoding="utf-8"?><Relationships xmlns="http://schemas.openxmlformats.org/package/2006/relationships"><Relationship Type="http://schemas.openxmlformats.org/officeDocument/2006/relationships/slideLayout" Target="/ppt/slideLayouts/slideLayout24.xml" Id="R28fed219cac2448f" /><Relationship Type="http://schemas.openxmlformats.org/officeDocument/2006/relationships/notesSlide" Target="/ppt/notesSlides/notesSlide58.xml" Id="R3f006273537b499e" /></Relationships>
</file>

<file path=ppt/slides/_rels/slide59.xml.rels>&#65279;<?xml version="1.0" encoding="utf-8"?><Relationships xmlns="http://schemas.openxmlformats.org/package/2006/relationships"><Relationship Type="http://schemas.openxmlformats.org/officeDocument/2006/relationships/slideLayout" Target="/ppt/slideLayouts/slideLayout24.xml" Id="R12a5f52f6260447f" /><Relationship Type="http://schemas.openxmlformats.org/officeDocument/2006/relationships/notesSlide" Target="/ppt/notesSlides/notesSlide59.xml" Id="Rbd02b7f3246d4ac0" /></Relationships>
</file>

<file path=ppt/slides/_rels/slide60.xml.rels>&#65279;<?xml version="1.0" encoding="utf-8"?><Relationships xmlns="http://schemas.openxmlformats.org/package/2006/relationships"><Relationship Type="http://schemas.openxmlformats.org/officeDocument/2006/relationships/slideLayout" Target="/ppt/slideLayouts/slideLayout24.xml" Id="R7da6ec7da69d4f88" /><Relationship Type="http://schemas.openxmlformats.org/officeDocument/2006/relationships/notesSlide" Target="/ppt/notesSlides/notesSlide60.xml" Id="R7ba1f031c7f74d60" /></Relationships>
</file>

<file path=ppt/slides/slide1.xml><?xml version="1.0" encoding="utf-8"?>
<p:sld xmlns:p="http://schemas.openxmlformats.org/presentationml/2006/main">
  <p:cSld>
    <p:bg>
      <p:bgPr>
        <a:solidFill xmlns:a="http://schemas.openxmlformats.org/drawingml/2006/main">
          <a:srgbClr val="07182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A060870-AE29-4F59-B70F-A9942F512828}"/>
              </a:ext>
            </a:extLst>
          </p:cNvPr>
          <p:cNvSpPr>
            <a:spLocks xmlns:a="http://schemas.openxmlformats.org/drawingml/2006/main" noGrp="1"/>
          </p:cNvSpPr>
          <p:nvPr/>
        </p:nvSpPr>
        <p:spPr>
          <a:xfrm xmlns:a="http://schemas.openxmlformats.org/drawingml/2006/main">
            <a:off x="571500" y="285750"/>
            <a:ext cx="10858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00" b="1">
                <a:solidFill>
                  <a:srgbClr val="8DE5CA"/>
                </a:solidFill>
                <a:latin typeface="Noto Sans KR"/>
                <a:ea typeface="Noto Sans KR"/>
                <a:cs typeface="Noto Sans KR"/>
              </a:defRPr>
            </a:defPPr>
            <a:lvl1pPr>
              <a:buNone/>
              <a:defRPr sz="900" b="1">
                <a:solidFill>
                  <a:srgbClr val="8DE5CA"/>
                </a:solidFill>
                <a:latin typeface="Noto Sans KR"/>
                <a:ea typeface="Noto Sans KR"/>
                <a:cs typeface="Noto Sans KR"/>
              </a:defRPr>
            </a:lvl1pPr>
            <a:lvl2pPr>
              <a:buNone/>
              <a:defRPr sz="900" b="1">
                <a:solidFill>
                  <a:srgbClr val="8DE5CA"/>
                </a:solidFill>
                <a:latin typeface="Noto Sans KR"/>
                <a:ea typeface="Noto Sans KR"/>
                <a:cs typeface="Noto Sans KR"/>
              </a:defRPr>
            </a:lvl2pPr>
            <a:lvl3pPr>
              <a:buNone/>
              <a:defRPr sz="900" b="1">
                <a:solidFill>
                  <a:srgbClr val="8DE5CA"/>
                </a:solidFill>
                <a:latin typeface="Noto Sans KR"/>
                <a:ea typeface="Noto Sans KR"/>
                <a:cs typeface="Noto Sans KR"/>
              </a:defRPr>
            </a:lvl3pPr>
            <a:lvl4pPr>
              <a:buNone/>
              <a:defRPr sz="900" b="1">
                <a:solidFill>
                  <a:srgbClr val="8DE5CA"/>
                </a:solidFill>
                <a:latin typeface="Noto Sans KR"/>
                <a:ea typeface="Noto Sans KR"/>
                <a:cs typeface="Noto Sans KR"/>
              </a:defRPr>
            </a:lvl4pPr>
            <a:lvl5pPr>
              <a:buNone/>
              <a:defRPr sz="900" b="1">
                <a:solidFill>
                  <a:srgbClr val="8DE5CA"/>
                </a:solidFill>
                <a:latin typeface="Noto Sans KR"/>
                <a:ea typeface="Noto Sans KR"/>
                <a:cs typeface="Noto Sans KR"/>
              </a:defRPr>
            </a:lvl5pPr>
            <a:lvl6pPr>
              <a:buNone/>
              <a:defRPr sz="900" b="1">
                <a:solidFill>
                  <a:srgbClr val="8DE5CA"/>
                </a:solidFill>
                <a:latin typeface="Noto Sans KR"/>
                <a:ea typeface="Noto Sans KR"/>
                <a:cs typeface="Noto Sans KR"/>
              </a:defRPr>
            </a:lvl6pPr>
            <a:lvl7pPr>
              <a:buNone/>
              <a:defRPr sz="900" b="1">
                <a:solidFill>
                  <a:srgbClr val="8DE5CA"/>
                </a:solidFill>
                <a:latin typeface="Noto Sans KR"/>
                <a:ea typeface="Noto Sans KR"/>
                <a:cs typeface="Noto Sans KR"/>
              </a:defRPr>
            </a:lvl7pPr>
            <a:lvl8pPr>
              <a:buNone/>
              <a:defRPr sz="900" b="1">
                <a:solidFill>
                  <a:srgbClr val="8DE5CA"/>
                </a:solidFill>
                <a:latin typeface="Noto Sans KR"/>
                <a:ea typeface="Noto Sans KR"/>
                <a:cs typeface="Noto Sans KR"/>
              </a:defRPr>
            </a:lvl8pPr>
            <a:lvl9pPr>
              <a:buNone/>
              <a:defRPr sz="900" b="1">
                <a:solidFill>
                  <a:srgbClr val="8DE5CA"/>
                </a:solidFill>
                <a:latin typeface="Noto Sans KR"/>
                <a:ea typeface="Noto Sans KR"/>
                <a:cs typeface="Noto Sans KR"/>
              </a:defRPr>
            </a:lvl9pPr>
          </a:lstStyle>
          <a:p xmlns:a="http://schemas.openxmlformats.org/drawingml/2006/main">
            <a:pPr>
              <a:buNone/>
              <a:defRPr sz="900" b="1">
                <a:solidFill>
                  <a:srgbClr val="8DE5CA"/>
                </a:solidFill>
                <a:latin typeface="Noto Sans KR"/>
                <a:ea typeface="Noto Sans KR"/>
                <a:cs typeface="Noto Sans KR"/>
              </a:defRPr>
            </a:pPr>
            <a:r>
              <a:rPr sz="900" b="1">
                <a:solidFill>
                  <a:srgbClr val="8DE5CA"/>
                </a:solidFill>
                <a:latin typeface="Noto Sans KR"/>
                <a:ea typeface="Noto Sans KR"/>
                <a:cs typeface="Noto Sans KR"/>
              </a:rPr>
              <a:t>TECHNICAL SEMINAR / EASY GUIDE</a:t>
            </a:r>
          </a:p>
        </p:txBody>
      </p:sp>
      <p:sp>
        <p:nvSpPr>
          <p:cNvPr id="2" name="">
            <a:extLst xmlns:a="http://schemas.openxmlformats.org/drawingml/2006/main">
              <a:ext uri="{FF2B5EF4-FFF2-40B4-BE49-F238E27FC236}">
                <a16:creationId xmlns:a16="http://schemas.microsoft.com/office/drawing/2014/main" id="{14686A0E-BEF3-43A8-8D56-EBE1EDD2F0E0}"/>
              </a:ext>
            </a:extLst>
          </p:cNvPr>
          <p:cNvSpPr>
            <a:spLocks xmlns:a="http://schemas.openxmlformats.org/drawingml/2006/main" noGrp="1"/>
          </p:cNvSpPr>
          <p:nvPr/>
        </p:nvSpPr>
        <p:spPr>
          <a:xfrm xmlns:a="http://schemas.openxmlformats.org/drawingml/2006/main">
            <a:off x="571500" y="762000"/>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850" b="1">
                <a:solidFill>
                  <a:srgbClr val="EAF5F3"/>
                </a:solidFill>
                <a:latin typeface="Noto Sans KR"/>
                <a:ea typeface="Noto Sans KR"/>
                <a:cs typeface="Noto Sans KR"/>
              </a:defRPr>
            </a:defPPr>
            <a:lvl1pPr>
              <a:buNone/>
              <a:defRPr sz="2850" b="1">
                <a:solidFill>
                  <a:srgbClr val="EAF5F3"/>
                </a:solidFill>
                <a:latin typeface="Noto Sans KR"/>
                <a:ea typeface="Noto Sans KR"/>
                <a:cs typeface="Noto Sans KR"/>
              </a:defRPr>
            </a:lvl1pPr>
            <a:lvl2pPr>
              <a:buNone/>
              <a:defRPr sz="2850" b="1">
                <a:solidFill>
                  <a:srgbClr val="EAF5F3"/>
                </a:solidFill>
                <a:latin typeface="Noto Sans KR"/>
                <a:ea typeface="Noto Sans KR"/>
                <a:cs typeface="Noto Sans KR"/>
              </a:defRPr>
            </a:lvl2pPr>
            <a:lvl3pPr>
              <a:buNone/>
              <a:defRPr sz="2850" b="1">
                <a:solidFill>
                  <a:srgbClr val="EAF5F3"/>
                </a:solidFill>
                <a:latin typeface="Noto Sans KR"/>
                <a:ea typeface="Noto Sans KR"/>
                <a:cs typeface="Noto Sans KR"/>
              </a:defRPr>
            </a:lvl3pPr>
            <a:lvl4pPr>
              <a:buNone/>
              <a:defRPr sz="2850" b="1">
                <a:solidFill>
                  <a:srgbClr val="EAF5F3"/>
                </a:solidFill>
                <a:latin typeface="Noto Sans KR"/>
                <a:ea typeface="Noto Sans KR"/>
                <a:cs typeface="Noto Sans KR"/>
              </a:defRPr>
            </a:lvl4pPr>
            <a:lvl5pPr>
              <a:buNone/>
              <a:defRPr sz="2850" b="1">
                <a:solidFill>
                  <a:srgbClr val="EAF5F3"/>
                </a:solidFill>
                <a:latin typeface="Noto Sans KR"/>
                <a:ea typeface="Noto Sans KR"/>
                <a:cs typeface="Noto Sans KR"/>
              </a:defRPr>
            </a:lvl5pPr>
            <a:lvl6pPr>
              <a:buNone/>
              <a:defRPr sz="2850" b="1">
                <a:solidFill>
                  <a:srgbClr val="EAF5F3"/>
                </a:solidFill>
                <a:latin typeface="Noto Sans KR"/>
                <a:ea typeface="Noto Sans KR"/>
                <a:cs typeface="Noto Sans KR"/>
              </a:defRPr>
            </a:lvl6pPr>
            <a:lvl7pPr>
              <a:buNone/>
              <a:defRPr sz="2850" b="1">
                <a:solidFill>
                  <a:srgbClr val="EAF5F3"/>
                </a:solidFill>
                <a:latin typeface="Noto Sans KR"/>
                <a:ea typeface="Noto Sans KR"/>
                <a:cs typeface="Noto Sans KR"/>
              </a:defRPr>
            </a:lvl7pPr>
            <a:lvl8pPr>
              <a:buNone/>
              <a:defRPr sz="2850" b="1">
                <a:solidFill>
                  <a:srgbClr val="EAF5F3"/>
                </a:solidFill>
                <a:latin typeface="Noto Sans KR"/>
                <a:ea typeface="Noto Sans KR"/>
                <a:cs typeface="Noto Sans KR"/>
              </a:defRPr>
            </a:lvl8pPr>
            <a:lvl9pPr>
              <a:buNone/>
              <a:defRPr sz="2850" b="1">
                <a:solidFill>
                  <a:srgbClr val="EAF5F3"/>
                </a:solidFill>
                <a:latin typeface="Noto Sans KR"/>
                <a:ea typeface="Noto Sans KR"/>
                <a:cs typeface="Noto Sans KR"/>
              </a:defRPr>
            </a:lvl9pPr>
          </a:lstStyle>
          <a:p xmlns:a="http://schemas.openxmlformats.org/drawingml/2006/main">
            <a:pPr>
              <a:buNone/>
              <a:defRPr sz="2850" b="1">
                <a:solidFill>
                  <a:srgbClr val="EAF5F3"/>
                </a:solidFill>
                <a:latin typeface="Noto Sans KR"/>
                <a:ea typeface="Noto Sans KR"/>
                <a:cs typeface="Noto Sans KR"/>
              </a:defRPr>
            </a:pPr>
            <a:r>
              <a:rPr sz="2850" b="1">
                <a:solidFill>
                  <a:srgbClr val="EAF5F3"/>
                </a:solidFill>
                <a:latin typeface="Noto Sans KR"/>
                <a:ea typeface="Noto Sans KR"/>
                <a:cs typeface="Noto Sans KR"/>
              </a:rPr>
              <a:t>온톨로지와 GraphRAG</a:t>
            </a:r>
          </a:p>
        </p:txBody>
      </p:sp>
      <p:sp>
        <p:nvSpPr>
          <p:cNvPr id="3" name="">
            <a:extLst xmlns:a="http://schemas.openxmlformats.org/drawingml/2006/main">
              <a:ext uri="{FF2B5EF4-FFF2-40B4-BE49-F238E27FC236}">
                <a16:creationId xmlns:a16="http://schemas.microsoft.com/office/drawing/2014/main" id="{39FC783F-C2FE-4307-881B-54C03F2CE3F1}"/>
              </a:ext>
            </a:extLst>
          </p:cNvPr>
          <p:cNvSpPr>
            <a:spLocks xmlns:a="http://schemas.openxmlformats.org/drawingml/2006/main" noGrp="1"/>
          </p:cNvSpPr>
          <p:nvPr/>
        </p:nvSpPr>
        <p:spPr>
          <a:xfrm xmlns:a="http://schemas.openxmlformats.org/drawingml/2006/main">
            <a:off x="11144250" y="6429375"/>
            <a:ext cx="52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b="0">
                <a:solidFill>
                  <a:srgbClr val="8DE5CA"/>
                </a:solidFill>
                <a:latin typeface="Noto Sans KR"/>
                <a:ea typeface="Noto Sans KR"/>
                <a:cs typeface="Noto Sans KR"/>
              </a:defRPr>
            </a:defPPr>
            <a:lvl1pPr>
              <a:buNone/>
              <a:defRPr sz="1050" b="0">
                <a:solidFill>
                  <a:srgbClr val="8DE5CA"/>
                </a:solidFill>
                <a:latin typeface="Noto Sans KR"/>
                <a:ea typeface="Noto Sans KR"/>
                <a:cs typeface="Noto Sans KR"/>
              </a:defRPr>
            </a:lvl1pPr>
            <a:lvl2pPr>
              <a:buNone/>
              <a:defRPr sz="1050" b="0">
                <a:solidFill>
                  <a:srgbClr val="8DE5CA"/>
                </a:solidFill>
                <a:latin typeface="Noto Sans KR"/>
                <a:ea typeface="Noto Sans KR"/>
                <a:cs typeface="Noto Sans KR"/>
              </a:defRPr>
            </a:lvl2pPr>
            <a:lvl3pPr>
              <a:buNone/>
              <a:defRPr sz="1050" b="0">
                <a:solidFill>
                  <a:srgbClr val="8DE5CA"/>
                </a:solidFill>
                <a:latin typeface="Noto Sans KR"/>
                <a:ea typeface="Noto Sans KR"/>
                <a:cs typeface="Noto Sans KR"/>
              </a:defRPr>
            </a:lvl3pPr>
            <a:lvl4pPr>
              <a:buNone/>
              <a:defRPr sz="1050" b="0">
                <a:solidFill>
                  <a:srgbClr val="8DE5CA"/>
                </a:solidFill>
                <a:latin typeface="Noto Sans KR"/>
                <a:ea typeface="Noto Sans KR"/>
                <a:cs typeface="Noto Sans KR"/>
              </a:defRPr>
            </a:lvl4pPr>
            <a:lvl5pPr>
              <a:buNone/>
              <a:defRPr sz="1050" b="0">
                <a:solidFill>
                  <a:srgbClr val="8DE5CA"/>
                </a:solidFill>
                <a:latin typeface="Noto Sans KR"/>
                <a:ea typeface="Noto Sans KR"/>
                <a:cs typeface="Noto Sans KR"/>
              </a:defRPr>
            </a:lvl5pPr>
            <a:lvl6pPr>
              <a:buNone/>
              <a:defRPr sz="1050" b="0">
                <a:solidFill>
                  <a:srgbClr val="8DE5CA"/>
                </a:solidFill>
                <a:latin typeface="Noto Sans KR"/>
                <a:ea typeface="Noto Sans KR"/>
                <a:cs typeface="Noto Sans KR"/>
              </a:defRPr>
            </a:lvl6pPr>
            <a:lvl7pPr>
              <a:buNone/>
              <a:defRPr sz="1050" b="0">
                <a:solidFill>
                  <a:srgbClr val="8DE5CA"/>
                </a:solidFill>
                <a:latin typeface="Noto Sans KR"/>
                <a:ea typeface="Noto Sans KR"/>
                <a:cs typeface="Noto Sans KR"/>
              </a:defRPr>
            </a:lvl7pPr>
            <a:lvl8pPr>
              <a:buNone/>
              <a:defRPr sz="1050" b="0">
                <a:solidFill>
                  <a:srgbClr val="8DE5CA"/>
                </a:solidFill>
                <a:latin typeface="Noto Sans KR"/>
                <a:ea typeface="Noto Sans KR"/>
                <a:cs typeface="Noto Sans KR"/>
              </a:defRPr>
            </a:lvl8pPr>
            <a:lvl9pPr>
              <a:buNone/>
              <a:defRPr sz="1050" b="0">
                <a:solidFill>
                  <a:srgbClr val="8DE5CA"/>
                </a:solidFill>
                <a:latin typeface="Noto Sans KR"/>
                <a:ea typeface="Noto Sans KR"/>
                <a:cs typeface="Noto Sans KR"/>
              </a:defRPr>
            </a:lvl9pPr>
          </a:lstStyle>
          <a:p xmlns:a="http://schemas.openxmlformats.org/drawingml/2006/main">
            <a:pPr>
              <a:buNone/>
              <a:defRPr sz="1050" b="0">
                <a:solidFill>
                  <a:srgbClr val="8DE5CA"/>
                </a:solidFill>
                <a:latin typeface="Noto Sans KR"/>
                <a:ea typeface="Noto Sans KR"/>
                <a:cs typeface="Noto Sans KR"/>
              </a:defRPr>
            </a:pPr>
            <a:r>
              <a:rPr sz="1050" b="0">
                <a:solidFill>
                  <a:srgbClr val="8DE5CA"/>
                </a:solidFill>
                <a:latin typeface="Noto Sans KR"/>
                <a:ea typeface="Noto Sans KR"/>
                <a:cs typeface="Noto Sans KR"/>
              </a:rPr>
              <a:t>01</a:t>
            </a:r>
          </a:p>
        </p:txBody>
      </p:sp>
      <p:sp>
        <p:nvSpPr>
          <p:cNvPr id="4" name="">
            <a:extLst xmlns:a="http://schemas.openxmlformats.org/drawingml/2006/main">
              <a:ext uri="{FF2B5EF4-FFF2-40B4-BE49-F238E27FC236}">
                <a16:creationId xmlns:a16="http://schemas.microsoft.com/office/drawing/2014/main" id="{37CD9A53-79A6-4B34-B743-8BC3E3724E78}"/>
              </a:ext>
            </a:extLst>
          </p:cNvPr>
          <p:cNvSpPr>
            <a:spLocks xmlns:a="http://schemas.openxmlformats.org/drawingml/2006/main" noGrp="1"/>
          </p:cNvSpPr>
          <p:nvPr/>
        </p:nvSpPr>
        <p:spPr>
          <a:xfrm xmlns:a="http://schemas.openxmlformats.org/drawingml/2006/main">
            <a:off x="571500" y="2047875"/>
            <a:ext cx="70485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4050" b="1">
                <a:solidFill>
                  <a:srgbClr val="EAF5F3"/>
                </a:solidFill>
                <a:latin typeface="Noto Sans KR"/>
                <a:ea typeface="Noto Sans KR"/>
                <a:cs typeface="Noto Sans KR"/>
              </a:defRPr>
            </a:defPPr>
            <a:lvl1pPr>
              <a:buNone/>
              <a:defRPr sz="4050" b="1">
                <a:solidFill>
                  <a:srgbClr val="EAF5F3"/>
                </a:solidFill>
                <a:latin typeface="Noto Sans KR"/>
                <a:ea typeface="Noto Sans KR"/>
                <a:cs typeface="Noto Sans KR"/>
              </a:defRPr>
            </a:lvl1pPr>
            <a:lvl2pPr>
              <a:buNone/>
              <a:defRPr sz="4050" b="1">
                <a:solidFill>
                  <a:srgbClr val="EAF5F3"/>
                </a:solidFill>
                <a:latin typeface="Noto Sans KR"/>
                <a:ea typeface="Noto Sans KR"/>
                <a:cs typeface="Noto Sans KR"/>
              </a:defRPr>
            </a:lvl2pPr>
            <a:lvl3pPr>
              <a:buNone/>
              <a:defRPr sz="4050" b="1">
                <a:solidFill>
                  <a:srgbClr val="EAF5F3"/>
                </a:solidFill>
                <a:latin typeface="Noto Sans KR"/>
                <a:ea typeface="Noto Sans KR"/>
                <a:cs typeface="Noto Sans KR"/>
              </a:defRPr>
            </a:lvl3pPr>
            <a:lvl4pPr>
              <a:buNone/>
              <a:defRPr sz="4050" b="1">
                <a:solidFill>
                  <a:srgbClr val="EAF5F3"/>
                </a:solidFill>
                <a:latin typeface="Noto Sans KR"/>
                <a:ea typeface="Noto Sans KR"/>
                <a:cs typeface="Noto Sans KR"/>
              </a:defRPr>
            </a:lvl4pPr>
            <a:lvl5pPr>
              <a:buNone/>
              <a:defRPr sz="4050" b="1">
                <a:solidFill>
                  <a:srgbClr val="EAF5F3"/>
                </a:solidFill>
                <a:latin typeface="Noto Sans KR"/>
                <a:ea typeface="Noto Sans KR"/>
                <a:cs typeface="Noto Sans KR"/>
              </a:defRPr>
            </a:lvl5pPr>
            <a:lvl6pPr>
              <a:buNone/>
              <a:defRPr sz="4050" b="1">
                <a:solidFill>
                  <a:srgbClr val="EAF5F3"/>
                </a:solidFill>
                <a:latin typeface="Noto Sans KR"/>
                <a:ea typeface="Noto Sans KR"/>
                <a:cs typeface="Noto Sans KR"/>
              </a:defRPr>
            </a:lvl6pPr>
            <a:lvl7pPr>
              <a:buNone/>
              <a:defRPr sz="4050" b="1">
                <a:solidFill>
                  <a:srgbClr val="EAF5F3"/>
                </a:solidFill>
                <a:latin typeface="Noto Sans KR"/>
                <a:ea typeface="Noto Sans KR"/>
                <a:cs typeface="Noto Sans KR"/>
              </a:defRPr>
            </a:lvl7pPr>
            <a:lvl8pPr>
              <a:buNone/>
              <a:defRPr sz="4050" b="1">
                <a:solidFill>
                  <a:srgbClr val="EAF5F3"/>
                </a:solidFill>
                <a:latin typeface="Noto Sans KR"/>
                <a:ea typeface="Noto Sans KR"/>
                <a:cs typeface="Noto Sans KR"/>
              </a:defRPr>
            </a:lvl8pPr>
            <a:lvl9pPr>
              <a:buNone/>
              <a:defRPr sz="4050" b="1">
                <a:solidFill>
                  <a:srgbClr val="EAF5F3"/>
                </a:solidFill>
                <a:latin typeface="Noto Sans KR"/>
                <a:ea typeface="Noto Sans KR"/>
                <a:cs typeface="Noto Sans KR"/>
              </a:defRPr>
            </a:lvl9pPr>
          </a:lstStyle>
          <a:p xmlns:a="http://schemas.openxmlformats.org/drawingml/2006/main">
            <a:pPr>
              <a:buNone/>
              <a:defRPr sz="4050" b="1">
                <a:solidFill>
                  <a:srgbClr val="EAF5F3"/>
                </a:solidFill>
                <a:latin typeface="Noto Sans KR"/>
                <a:ea typeface="Noto Sans KR"/>
                <a:cs typeface="Noto Sans KR"/>
              </a:defRPr>
            </a:pPr>
            <a:r>
              <a:rPr sz="4050" b="1">
                <a:solidFill>
                  <a:srgbClr val="EAF5F3"/>
                </a:solidFill>
                <a:latin typeface="Noto Sans KR"/>
                <a:ea typeface="Noto Sans KR"/>
                <a:cs typeface="Noto Sans KR"/>
              </a:rPr>
              <a:t>업무의 연결을 정리하고</a:t>
            </a:r>
          </a:p>
          <a:p xmlns:a="http://schemas.openxmlformats.org/drawingml/2006/main">
            <a:pPr>
              <a:buNone/>
              <a:defRPr sz="4050" b="1">
                <a:solidFill>
                  <a:srgbClr val="EAF5F3"/>
                </a:solidFill>
                <a:latin typeface="Noto Sans KR"/>
                <a:ea typeface="Noto Sans KR"/>
                <a:cs typeface="Noto Sans KR"/>
              </a:defRPr>
            </a:pPr>
            <a:r>
              <a:rPr sz="4050" b="1">
                <a:solidFill>
                  <a:srgbClr val="EAF5F3"/>
                </a:solidFill>
                <a:latin typeface="Noto Sans KR"/>
                <a:ea typeface="Noto Sans KR"/>
                <a:cs typeface="Noto Sans KR"/>
              </a:rPr>
              <a:t>필요한 근거를 찾기</a:t>
            </a:r>
          </a:p>
        </p:txBody>
      </p:sp>
      <p:sp>
        <p:nvSpPr>
          <p:cNvPr id="5" name="">
            <a:extLst xmlns:a="http://schemas.openxmlformats.org/drawingml/2006/main">
              <a:ext uri="{FF2B5EF4-FFF2-40B4-BE49-F238E27FC236}">
                <a16:creationId xmlns:a16="http://schemas.microsoft.com/office/drawing/2014/main" id="{87B1EF22-DFE6-4C7F-8775-C076E22AEF3F}"/>
              </a:ext>
            </a:extLst>
          </p:cNvPr>
          <p:cNvSpPr>
            <a:spLocks xmlns:a="http://schemas.openxmlformats.org/drawingml/2006/main" noGrp="1"/>
          </p:cNvSpPr>
          <p:nvPr/>
        </p:nvSpPr>
        <p:spPr>
          <a:xfrm xmlns:a="http://schemas.openxmlformats.org/drawingml/2006/main">
            <a:off x="609600" y="4400550"/>
            <a:ext cx="7048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800" b="0">
                <a:solidFill>
                  <a:srgbClr val="8DE5CA"/>
                </a:solidFill>
                <a:latin typeface="Noto Sans KR"/>
                <a:ea typeface="Noto Sans KR"/>
                <a:cs typeface="Noto Sans KR"/>
              </a:defRPr>
            </a:defPPr>
            <a:lvl1pPr>
              <a:buNone/>
              <a:defRPr sz="1800" b="0">
                <a:solidFill>
                  <a:srgbClr val="8DE5CA"/>
                </a:solidFill>
                <a:latin typeface="Noto Sans KR"/>
                <a:ea typeface="Noto Sans KR"/>
                <a:cs typeface="Noto Sans KR"/>
              </a:defRPr>
            </a:lvl1pPr>
            <a:lvl2pPr>
              <a:buNone/>
              <a:defRPr sz="1800" b="0">
                <a:solidFill>
                  <a:srgbClr val="8DE5CA"/>
                </a:solidFill>
                <a:latin typeface="Noto Sans KR"/>
                <a:ea typeface="Noto Sans KR"/>
                <a:cs typeface="Noto Sans KR"/>
              </a:defRPr>
            </a:lvl2pPr>
            <a:lvl3pPr>
              <a:buNone/>
              <a:defRPr sz="1800" b="0">
                <a:solidFill>
                  <a:srgbClr val="8DE5CA"/>
                </a:solidFill>
                <a:latin typeface="Noto Sans KR"/>
                <a:ea typeface="Noto Sans KR"/>
                <a:cs typeface="Noto Sans KR"/>
              </a:defRPr>
            </a:lvl3pPr>
            <a:lvl4pPr>
              <a:buNone/>
              <a:defRPr sz="1800" b="0">
                <a:solidFill>
                  <a:srgbClr val="8DE5CA"/>
                </a:solidFill>
                <a:latin typeface="Noto Sans KR"/>
                <a:ea typeface="Noto Sans KR"/>
                <a:cs typeface="Noto Sans KR"/>
              </a:defRPr>
            </a:lvl4pPr>
            <a:lvl5pPr>
              <a:buNone/>
              <a:defRPr sz="1800" b="0">
                <a:solidFill>
                  <a:srgbClr val="8DE5CA"/>
                </a:solidFill>
                <a:latin typeface="Noto Sans KR"/>
                <a:ea typeface="Noto Sans KR"/>
                <a:cs typeface="Noto Sans KR"/>
              </a:defRPr>
            </a:lvl5pPr>
            <a:lvl6pPr>
              <a:buNone/>
              <a:defRPr sz="1800" b="0">
                <a:solidFill>
                  <a:srgbClr val="8DE5CA"/>
                </a:solidFill>
                <a:latin typeface="Noto Sans KR"/>
                <a:ea typeface="Noto Sans KR"/>
                <a:cs typeface="Noto Sans KR"/>
              </a:defRPr>
            </a:lvl6pPr>
            <a:lvl7pPr>
              <a:buNone/>
              <a:defRPr sz="1800" b="0">
                <a:solidFill>
                  <a:srgbClr val="8DE5CA"/>
                </a:solidFill>
                <a:latin typeface="Noto Sans KR"/>
                <a:ea typeface="Noto Sans KR"/>
                <a:cs typeface="Noto Sans KR"/>
              </a:defRPr>
            </a:lvl7pPr>
            <a:lvl8pPr>
              <a:buNone/>
              <a:defRPr sz="1800" b="0">
                <a:solidFill>
                  <a:srgbClr val="8DE5CA"/>
                </a:solidFill>
                <a:latin typeface="Noto Sans KR"/>
                <a:ea typeface="Noto Sans KR"/>
                <a:cs typeface="Noto Sans KR"/>
              </a:defRPr>
            </a:lvl8pPr>
            <a:lvl9pPr>
              <a:buNone/>
              <a:defRPr sz="1800" b="0">
                <a:solidFill>
                  <a:srgbClr val="8DE5CA"/>
                </a:solidFill>
                <a:latin typeface="Noto Sans KR"/>
                <a:ea typeface="Noto Sans KR"/>
                <a:cs typeface="Noto Sans KR"/>
              </a:defRPr>
            </a:lvl9pPr>
          </a:lstStyle>
          <a:p xmlns:a="http://schemas.openxmlformats.org/drawingml/2006/main">
            <a:pPr>
              <a:buNone/>
              <a:defRPr sz="1800" b="0">
                <a:solidFill>
                  <a:srgbClr val="8DE5CA"/>
                </a:solidFill>
                <a:latin typeface="Noto Sans KR"/>
                <a:ea typeface="Noto Sans KR"/>
                <a:cs typeface="Noto Sans KR"/>
              </a:defRPr>
            </a:pPr>
            <a:r>
              <a:rPr sz="1800" b="0">
                <a:solidFill>
                  <a:srgbClr val="8DE5CA"/>
                </a:solidFill>
                <a:latin typeface="Noto Sans KR"/>
                <a:ea typeface="Noto Sans KR"/>
                <a:cs typeface="Noto Sans KR"/>
              </a:rPr>
              <a:t>하나의 예제로 이해하는 온톨로지와 GraphRAG</a:t>
            </a:r>
          </a:p>
        </p:txBody>
      </p:sp>
    </p:spTree>
    <p:extLst>
      <p:ext uri="{BB962C8B-B14F-4D97-AF65-F5344CB8AC3E}">
        <p14:creationId xmlns:p14="http://schemas.microsoft.com/office/powerpoint/2010/main" val="1147136095"/>
      </p:ext>
    </p:extLst>
  </p:cSld>
</p:sld>
</file>

<file path=ppt/slides/slide2.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0" name="section">
            <a:extLst xmlns:a="http://schemas.openxmlformats.org/drawingml/2006/main">
              <a:ext uri="{FF2B5EF4-FFF2-40B4-BE49-F238E27FC236}">
                <a16:creationId xmlns:a16="http://schemas.microsoft.com/office/drawing/2014/main" id="{A9DC843C-5831-45FB-B5B3-EB214F9CAF2F}"/>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defRPr sz="1125" b="1">
                <a:solidFill>
                  <a:srgbClr val="A4DDCA"/>
                </a:solidFill>
                <a:latin typeface="Noto Sans KR"/>
                <a:ea typeface="Noto Sans KR"/>
                <a:cs typeface="Noto Sans KR"/>
              </a:defRPr>
            </a:lvl1pPr>
            <a:lvl2pPr>
              <a:defRPr sz="1125" b="1">
                <a:solidFill>
                  <a:srgbClr val="A4DDCA"/>
                </a:solidFill>
                <a:latin typeface="Noto Sans KR"/>
                <a:ea typeface="Noto Sans KR"/>
                <a:cs typeface="Noto Sans KR"/>
              </a:defRPr>
            </a:lvl2pPr>
            <a:lvl3pPr>
              <a:defRPr sz="1125" b="1">
                <a:solidFill>
                  <a:srgbClr val="A4DDCA"/>
                </a:solidFill>
                <a:latin typeface="Noto Sans KR"/>
                <a:ea typeface="Noto Sans KR"/>
                <a:cs typeface="Noto Sans KR"/>
              </a:defRPr>
            </a:lvl3pPr>
            <a:lvl4pPr>
              <a:defRPr sz="1125" b="1">
                <a:solidFill>
                  <a:srgbClr val="A4DDCA"/>
                </a:solidFill>
                <a:latin typeface="Noto Sans KR"/>
                <a:ea typeface="Noto Sans KR"/>
                <a:cs typeface="Noto Sans KR"/>
              </a:defRPr>
            </a:lvl4pPr>
            <a:lvl5pPr>
              <a:defRPr sz="1125" b="1">
                <a:solidFill>
                  <a:srgbClr val="A4DDCA"/>
                </a:solidFill>
                <a:latin typeface="Noto Sans KR"/>
                <a:ea typeface="Noto Sans KR"/>
                <a:cs typeface="Noto Sans KR"/>
              </a:defRPr>
            </a:lvl5pPr>
            <a:lvl6pPr>
              <a:defRPr sz="1125" b="1">
                <a:solidFill>
                  <a:srgbClr val="A4DDCA"/>
                </a:solidFill>
                <a:latin typeface="Noto Sans KR"/>
                <a:ea typeface="Noto Sans KR"/>
                <a:cs typeface="Noto Sans KR"/>
              </a:defRPr>
            </a:lvl6pPr>
            <a:lvl7pPr>
              <a:defRPr sz="1125" b="1">
                <a:solidFill>
                  <a:srgbClr val="A4DDCA"/>
                </a:solidFill>
                <a:latin typeface="Noto Sans KR"/>
                <a:ea typeface="Noto Sans KR"/>
                <a:cs typeface="Noto Sans KR"/>
              </a:defRPr>
            </a:lvl7pPr>
            <a:lvl8pPr>
              <a:defRPr sz="1125" b="1">
                <a:solidFill>
                  <a:srgbClr val="A4DDCA"/>
                </a:solidFill>
                <a:latin typeface="Noto Sans KR"/>
                <a:ea typeface="Noto Sans KR"/>
                <a:cs typeface="Noto Sans KR"/>
              </a:defRPr>
            </a:lvl8pPr>
            <a:lvl9pPr>
              <a:defRPr sz="1125" b="1">
                <a:solidFill>
                  <a:srgbClr val="A4DDCA"/>
                </a:solidFill>
                <a:latin typeface="Noto Sans KR"/>
                <a:ea typeface="Noto Sans KR"/>
                <a:cs typeface="Noto Sans KR"/>
              </a:defRPr>
            </a:lvl9pPr>
          </a:lstStyle>
          <a:p xmlns:a="http://schemas.openxmlformats.org/drawingml/2006/main">
            <a:pPr>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F15C1B24-A03B-4BCC-955E-290493E54516}"/>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defRPr sz="3000" b="1">
                <a:solidFill>
                  <a:srgbClr val="E4EFEC"/>
                </a:solidFill>
                <a:latin typeface="Noto Sans KR"/>
                <a:ea typeface="Noto Sans KR"/>
                <a:cs typeface="Noto Sans KR"/>
              </a:defRPr>
            </a:lvl1pPr>
            <a:lvl2pPr>
              <a:defRPr sz="3000" b="1">
                <a:solidFill>
                  <a:srgbClr val="E4EFEC"/>
                </a:solidFill>
                <a:latin typeface="Noto Sans KR"/>
                <a:ea typeface="Noto Sans KR"/>
                <a:cs typeface="Noto Sans KR"/>
              </a:defRPr>
            </a:lvl2pPr>
            <a:lvl3pPr>
              <a:defRPr sz="3000" b="1">
                <a:solidFill>
                  <a:srgbClr val="E4EFEC"/>
                </a:solidFill>
                <a:latin typeface="Noto Sans KR"/>
                <a:ea typeface="Noto Sans KR"/>
                <a:cs typeface="Noto Sans KR"/>
              </a:defRPr>
            </a:lvl3pPr>
            <a:lvl4pPr>
              <a:defRPr sz="3000" b="1">
                <a:solidFill>
                  <a:srgbClr val="E4EFEC"/>
                </a:solidFill>
                <a:latin typeface="Noto Sans KR"/>
                <a:ea typeface="Noto Sans KR"/>
                <a:cs typeface="Noto Sans KR"/>
              </a:defRPr>
            </a:lvl4pPr>
            <a:lvl5pPr>
              <a:defRPr sz="3000" b="1">
                <a:solidFill>
                  <a:srgbClr val="E4EFEC"/>
                </a:solidFill>
                <a:latin typeface="Noto Sans KR"/>
                <a:ea typeface="Noto Sans KR"/>
                <a:cs typeface="Noto Sans KR"/>
              </a:defRPr>
            </a:lvl5pPr>
            <a:lvl6pPr>
              <a:defRPr sz="3000" b="1">
                <a:solidFill>
                  <a:srgbClr val="E4EFEC"/>
                </a:solidFill>
                <a:latin typeface="Noto Sans KR"/>
                <a:ea typeface="Noto Sans KR"/>
                <a:cs typeface="Noto Sans KR"/>
              </a:defRPr>
            </a:lvl6pPr>
            <a:lvl7pPr>
              <a:defRPr sz="3000" b="1">
                <a:solidFill>
                  <a:srgbClr val="E4EFEC"/>
                </a:solidFill>
                <a:latin typeface="Noto Sans KR"/>
                <a:ea typeface="Noto Sans KR"/>
                <a:cs typeface="Noto Sans KR"/>
              </a:defRPr>
            </a:lvl7pPr>
            <a:lvl8pPr>
              <a:defRPr sz="3000" b="1">
                <a:solidFill>
                  <a:srgbClr val="E4EFEC"/>
                </a:solidFill>
                <a:latin typeface="Noto Sans KR"/>
                <a:ea typeface="Noto Sans KR"/>
                <a:cs typeface="Noto Sans KR"/>
              </a:defRPr>
            </a:lvl8pPr>
            <a:lvl9pPr>
              <a:defRPr sz="3000" b="1">
                <a:solidFill>
                  <a:srgbClr val="E4EFEC"/>
                </a:solidFill>
                <a:latin typeface="Noto Sans KR"/>
                <a:ea typeface="Noto Sans KR"/>
                <a:cs typeface="Noto Sans KR"/>
              </a:defRPr>
            </a:lvl9pPr>
          </a:lstStyle>
          <a:p xmlns:a="http://schemas.openxmlformats.org/drawingml/2006/main">
            <a:pPr>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오늘은 무엇을 배우나요?</a:t>
            </a:r>
          </a:p>
        </p:txBody>
      </p:sp>
      <p:sp>
        <p:nvSpPr>
          <p:cNvPr id="3" name="label-0">
            <a:extLst xmlns:a="http://schemas.openxmlformats.org/drawingml/2006/main">
              <a:ext uri="{FF2B5EF4-FFF2-40B4-BE49-F238E27FC236}">
                <a16:creationId xmlns:a16="http://schemas.microsoft.com/office/drawing/2014/main" id="{5184DD82-79AF-4AB4-968E-D598D7353312}"/>
              </a:ext>
            </a:extLst>
          </p:cNvPr>
          <p:cNvSpPr>
            <a:spLocks xmlns:a="http://schemas.openxmlformats.org/drawingml/2006/main" noGrp="1"/>
          </p:cNvSpPr>
          <p:nvPr/>
        </p:nvSpPr>
        <p:spPr>
          <a:xfrm xmlns:a="http://schemas.openxmlformats.org/drawingml/2006/main">
            <a:off x="609600" y="186690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defRPr sz="1950" b="1">
                <a:solidFill>
                  <a:srgbClr val="A4DDCA"/>
                </a:solidFill>
                <a:latin typeface="Noto Sans KR"/>
                <a:ea typeface="Noto Sans KR"/>
                <a:cs typeface="Noto Sans KR"/>
              </a:defRPr>
            </a:lvl1pPr>
            <a:lvl2pPr>
              <a:defRPr sz="1950" b="1">
                <a:solidFill>
                  <a:srgbClr val="A4DDCA"/>
                </a:solidFill>
                <a:latin typeface="Noto Sans KR"/>
                <a:ea typeface="Noto Sans KR"/>
                <a:cs typeface="Noto Sans KR"/>
              </a:defRPr>
            </a:lvl2pPr>
            <a:lvl3pPr>
              <a:defRPr sz="1950" b="1">
                <a:solidFill>
                  <a:srgbClr val="A4DDCA"/>
                </a:solidFill>
                <a:latin typeface="Noto Sans KR"/>
                <a:ea typeface="Noto Sans KR"/>
                <a:cs typeface="Noto Sans KR"/>
              </a:defRPr>
            </a:lvl3pPr>
            <a:lvl4pPr>
              <a:defRPr sz="1950" b="1">
                <a:solidFill>
                  <a:srgbClr val="A4DDCA"/>
                </a:solidFill>
                <a:latin typeface="Noto Sans KR"/>
                <a:ea typeface="Noto Sans KR"/>
                <a:cs typeface="Noto Sans KR"/>
              </a:defRPr>
            </a:lvl4pPr>
            <a:lvl5pPr>
              <a:defRPr sz="1950" b="1">
                <a:solidFill>
                  <a:srgbClr val="A4DDCA"/>
                </a:solidFill>
                <a:latin typeface="Noto Sans KR"/>
                <a:ea typeface="Noto Sans KR"/>
                <a:cs typeface="Noto Sans KR"/>
              </a:defRPr>
            </a:lvl5pPr>
            <a:lvl6pPr>
              <a:defRPr sz="1950" b="1">
                <a:solidFill>
                  <a:srgbClr val="A4DDCA"/>
                </a:solidFill>
                <a:latin typeface="Noto Sans KR"/>
                <a:ea typeface="Noto Sans KR"/>
                <a:cs typeface="Noto Sans KR"/>
              </a:defRPr>
            </a:lvl6pPr>
            <a:lvl7pPr>
              <a:defRPr sz="1950" b="1">
                <a:solidFill>
                  <a:srgbClr val="A4DDCA"/>
                </a:solidFill>
                <a:latin typeface="Noto Sans KR"/>
                <a:ea typeface="Noto Sans KR"/>
                <a:cs typeface="Noto Sans KR"/>
              </a:defRPr>
            </a:lvl7pPr>
            <a:lvl8pPr>
              <a:defRPr sz="1950" b="1">
                <a:solidFill>
                  <a:srgbClr val="A4DDCA"/>
                </a:solidFill>
                <a:latin typeface="Noto Sans KR"/>
                <a:ea typeface="Noto Sans KR"/>
                <a:cs typeface="Noto Sans KR"/>
              </a:defRPr>
            </a:lvl8pPr>
            <a:lvl9pPr>
              <a:defRPr sz="1950" b="1">
                <a:solidFill>
                  <a:srgbClr val="A4DDCA"/>
                </a:solidFill>
                <a:latin typeface="Noto Sans KR"/>
                <a:ea typeface="Noto Sans KR"/>
                <a:cs typeface="Noto Sans KR"/>
              </a:defRPr>
            </a:lvl9pPr>
          </a:lstStyle>
          <a:p xmlns:a="http://schemas.openxmlformats.org/drawingml/2006/main">
            <a:pPr>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업무를 정리하기</a:t>
            </a:r>
          </a:p>
        </p:txBody>
      </p:sp>
      <p:sp>
        <p:nvSpPr>
          <p:cNvPr id="4" name="body-0">
            <a:extLst xmlns:a="http://schemas.openxmlformats.org/drawingml/2006/main">
              <a:ext uri="{FF2B5EF4-FFF2-40B4-BE49-F238E27FC236}">
                <a16:creationId xmlns:a16="http://schemas.microsoft.com/office/drawing/2014/main" id="{718661FB-6536-4605-AE9A-DBE88530ABE6}"/>
              </a:ext>
            </a:extLst>
          </p:cNvPr>
          <p:cNvSpPr>
            <a:spLocks xmlns:a="http://schemas.openxmlformats.org/drawingml/2006/main" noGrp="1"/>
          </p:cNvSpPr>
          <p:nvPr/>
        </p:nvSpPr>
        <p:spPr>
          <a:xfrm xmlns:a="http://schemas.openxmlformats.org/drawingml/2006/main">
            <a:off x="3190875" y="186690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defRPr sz="2025" b="0">
                <a:solidFill>
                  <a:srgbClr val="E4EFEC"/>
                </a:solidFill>
                <a:latin typeface="Noto Sans KR"/>
                <a:ea typeface="Noto Sans KR"/>
                <a:cs typeface="Noto Sans KR"/>
              </a:defRPr>
            </a:lvl1pPr>
            <a:lvl2pPr>
              <a:defRPr sz="2025" b="0">
                <a:solidFill>
                  <a:srgbClr val="E4EFEC"/>
                </a:solidFill>
                <a:latin typeface="Noto Sans KR"/>
                <a:ea typeface="Noto Sans KR"/>
                <a:cs typeface="Noto Sans KR"/>
              </a:defRPr>
            </a:lvl2pPr>
            <a:lvl3pPr>
              <a:defRPr sz="2025" b="0">
                <a:solidFill>
                  <a:srgbClr val="E4EFEC"/>
                </a:solidFill>
                <a:latin typeface="Noto Sans KR"/>
                <a:ea typeface="Noto Sans KR"/>
                <a:cs typeface="Noto Sans KR"/>
              </a:defRPr>
            </a:lvl3pPr>
            <a:lvl4pPr>
              <a:defRPr sz="2025" b="0">
                <a:solidFill>
                  <a:srgbClr val="E4EFEC"/>
                </a:solidFill>
                <a:latin typeface="Noto Sans KR"/>
                <a:ea typeface="Noto Sans KR"/>
                <a:cs typeface="Noto Sans KR"/>
              </a:defRPr>
            </a:lvl4pPr>
            <a:lvl5pPr>
              <a:defRPr sz="2025" b="0">
                <a:solidFill>
                  <a:srgbClr val="E4EFEC"/>
                </a:solidFill>
                <a:latin typeface="Noto Sans KR"/>
                <a:ea typeface="Noto Sans KR"/>
                <a:cs typeface="Noto Sans KR"/>
              </a:defRPr>
            </a:lvl5pPr>
            <a:lvl6pPr>
              <a:defRPr sz="2025" b="0">
                <a:solidFill>
                  <a:srgbClr val="E4EFEC"/>
                </a:solidFill>
                <a:latin typeface="Noto Sans KR"/>
                <a:ea typeface="Noto Sans KR"/>
                <a:cs typeface="Noto Sans KR"/>
              </a:defRPr>
            </a:lvl6pPr>
            <a:lvl7pPr>
              <a:defRPr sz="2025" b="0">
                <a:solidFill>
                  <a:srgbClr val="E4EFEC"/>
                </a:solidFill>
                <a:latin typeface="Noto Sans KR"/>
                <a:ea typeface="Noto Sans KR"/>
                <a:cs typeface="Noto Sans KR"/>
              </a:defRPr>
            </a:lvl7pPr>
            <a:lvl8pPr>
              <a:defRPr sz="2025" b="0">
                <a:solidFill>
                  <a:srgbClr val="E4EFEC"/>
                </a:solidFill>
                <a:latin typeface="Noto Sans KR"/>
                <a:ea typeface="Noto Sans KR"/>
                <a:cs typeface="Noto Sans KR"/>
              </a:defRPr>
            </a:lvl8pPr>
            <a:lvl9pPr>
              <a:defRPr sz="2025" b="0">
                <a:solidFill>
                  <a:srgbClr val="E4EFEC"/>
                </a:solidFill>
                <a:latin typeface="Noto Sans KR"/>
                <a:ea typeface="Noto Sans KR"/>
                <a:cs typeface="Noto Sans KR"/>
              </a:defRPr>
            </a:lvl9pPr>
          </a:lstStyle>
          <a:p xmlns:a="http://schemas.openxmlformats.org/drawingml/2006/main">
            <a:pPr>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어떤 대상이 있고, 무엇과 연결되는지 정의합니다.</a:t>
            </a:r>
          </a:p>
        </p:txBody>
      </p:sp>
      <p:sp>
        <p:nvSpPr>
          <p:cNvPr id="5" name="label-1">
            <a:extLst xmlns:a="http://schemas.openxmlformats.org/drawingml/2006/main">
              <a:ext uri="{FF2B5EF4-FFF2-40B4-BE49-F238E27FC236}">
                <a16:creationId xmlns:a16="http://schemas.microsoft.com/office/drawing/2014/main" id="{7E44BAEC-0B19-4576-83E4-1FEB159CF5A0}"/>
              </a:ext>
            </a:extLst>
          </p:cNvPr>
          <p:cNvSpPr>
            <a:spLocks xmlns:a="http://schemas.openxmlformats.org/drawingml/2006/main" noGrp="1"/>
          </p:cNvSpPr>
          <p:nvPr/>
        </p:nvSpPr>
        <p:spPr>
          <a:xfrm xmlns:a="http://schemas.openxmlformats.org/drawingml/2006/main">
            <a:off x="609600" y="31337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defRPr sz="1950" b="1">
                <a:solidFill>
                  <a:srgbClr val="A4DDCA"/>
                </a:solidFill>
                <a:latin typeface="Noto Sans KR"/>
                <a:ea typeface="Noto Sans KR"/>
                <a:cs typeface="Noto Sans KR"/>
              </a:defRPr>
            </a:lvl1pPr>
            <a:lvl2pPr>
              <a:defRPr sz="1950" b="1">
                <a:solidFill>
                  <a:srgbClr val="A4DDCA"/>
                </a:solidFill>
                <a:latin typeface="Noto Sans KR"/>
                <a:ea typeface="Noto Sans KR"/>
                <a:cs typeface="Noto Sans KR"/>
              </a:defRPr>
            </a:lvl2pPr>
            <a:lvl3pPr>
              <a:defRPr sz="1950" b="1">
                <a:solidFill>
                  <a:srgbClr val="A4DDCA"/>
                </a:solidFill>
                <a:latin typeface="Noto Sans KR"/>
                <a:ea typeface="Noto Sans KR"/>
                <a:cs typeface="Noto Sans KR"/>
              </a:defRPr>
            </a:lvl3pPr>
            <a:lvl4pPr>
              <a:defRPr sz="1950" b="1">
                <a:solidFill>
                  <a:srgbClr val="A4DDCA"/>
                </a:solidFill>
                <a:latin typeface="Noto Sans KR"/>
                <a:ea typeface="Noto Sans KR"/>
                <a:cs typeface="Noto Sans KR"/>
              </a:defRPr>
            </a:lvl4pPr>
            <a:lvl5pPr>
              <a:defRPr sz="1950" b="1">
                <a:solidFill>
                  <a:srgbClr val="A4DDCA"/>
                </a:solidFill>
                <a:latin typeface="Noto Sans KR"/>
                <a:ea typeface="Noto Sans KR"/>
                <a:cs typeface="Noto Sans KR"/>
              </a:defRPr>
            </a:lvl5pPr>
            <a:lvl6pPr>
              <a:defRPr sz="1950" b="1">
                <a:solidFill>
                  <a:srgbClr val="A4DDCA"/>
                </a:solidFill>
                <a:latin typeface="Noto Sans KR"/>
                <a:ea typeface="Noto Sans KR"/>
                <a:cs typeface="Noto Sans KR"/>
              </a:defRPr>
            </a:lvl6pPr>
            <a:lvl7pPr>
              <a:defRPr sz="1950" b="1">
                <a:solidFill>
                  <a:srgbClr val="A4DDCA"/>
                </a:solidFill>
                <a:latin typeface="Noto Sans KR"/>
                <a:ea typeface="Noto Sans KR"/>
                <a:cs typeface="Noto Sans KR"/>
              </a:defRPr>
            </a:lvl7pPr>
            <a:lvl8pPr>
              <a:defRPr sz="1950" b="1">
                <a:solidFill>
                  <a:srgbClr val="A4DDCA"/>
                </a:solidFill>
                <a:latin typeface="Noto Sans KR"/>
                <a:ea typeface="Noto Sans KR"/>
                <a:cs typeface="Noto Sans KR"/>
              </a:defRPr>
            </a:lvl8pPr>
            <a:lvl9pPr>
              <a:defRPr sz="1950" b="1">
                <a:solidFill>
                  <a:srgbClr val="A4DDCA"/>
                </a:solidFill>
                <a:latin typeface="Noto Sans KR"/>
                <a:ea typeface="Noto Sans KR"/>
                <a:cs typeface="Noto Sans KR"/>
              </a:defRPr>
            </a:lvl9pPr>
          </a:lstStyle>
          <a:p xmlns:a="http://schemas.openxmlformats.org/drawingml/2006/main">
            <a:pPr>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직접 실행하기</a:t>
            </a:r>
          </a:p>
        </p:txBody>
      </p:sp>
      <p:sp>
        <p:nvSpPr>
          <p:cNvPr id="6" name="body-1">
            <a:extLst xmlns:a="http://schemas.openxmlformats.org/drawingml/2006/main">
              <a:ext uri="{FF2B5EF4-FFF2-40B4-BE49-F238E27FC236}">
                <a16:creationId xmlns:a16="http://schemas.microsoft.com/office/drawing/2014/main" id="{EC6B1179-9BD0-4C2C-A0B4-F3E3DA03D7C1}"/>
              </a:ext>
            </a:extLst>
          </p:cNvPr>
          <p:cNvSpPr>
            <a:spLocks xmlns:a="http://schemas.openxmlformats.org/drawingml/2006/main" noGrp="1"/>
          </p:cNvSpPr>
          <p:nvPr/>
        </p:nvSpPr>
        <p:spPr>
          <a:xfrm xmlns:a="http://schemas.openxmlformats.org/drawingml/2006/main">
            <a:off x="3190875" y="31337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defRPr sz="2025" b="0">
                <a:solidFill>
                  <a:srgbClr val="E4EFEC"/>
                </a:solidFill>
                <a:latin typeface="Noto Sans KR"/>
                <a:ea typeface="Noto Sans KR"/>
                <a:cs typeface="Noto Sans KR"/>
              </a:defRPr>
            </a:lvl1pPr>
            <a:lvl2pPr>
              <a:defRPr sz="2025" b="0">
                <a:solidFill>
                  <a:srgbClr val="E4EFEC"/>
                </a:solidFill>
                <a:latin typeface="Noto Sans KR"/>
                <a:ea typeface="Noto Sans KR"/>
                <a:cs typeface="Noto Sans KR"/>
              </a:defRPr>
            </a:lvl2pPr>
            <a:lvl3pPr>
              <a:defRPr sz="2025" b="0">
                <a:solidFill>
                  <a:srgbClr val="E4EFEC"/>
                </a:solidFill>
                <a:latin typeface="Noto Sans KR"/>
                <a:ea typeface="Noto Sans KR"/>
                <a:cs typeface="Noto Sans KR"/>
              </a:defRPr>
            </a:lvl3pPr>
            <a:lvl4pPr>
              <a:defRPr sz="2025" b="0">
                <a:solidFill>
                  <a:srgbClr val="E4EFEC"/>
                </a:solidFill>
                <a:latin typeface="Noto Sans KR"/>
                <a:ea typeface="Noto Sans KR"/>
                <a:cs typeface="Noto Sans KR"/>
              </a:defRPr>
            </a:lvl4pPr>
            <a:lvl5pPr>
              <a:defRPr sz="2025" b="0">
                <a:solidFill>
                  <a:srgbClr val="E4EFEC"/>
                </a:solidFill>
                <a:latin typeface="Noto Sans KR"/>
                <a:ea typeface="Noto Sans KR"/>
                <a:cs typeface="Noto Sans KR"/>
              </a:defRPr>
            </a:lvl5pPr>
            <a:lvl6pPr>
              <a:defRPr sz="2025" b="0">
                <a:solidFill>
                  <a:srgbClr val="E4EFEC"/>
                </a:solidFill>
                <a:latin typeface="Noto Sans KR"/>
                <a:ea typeface="Noto Sans KR"/>
                <a:cs typeface="Noto Sans KR"/>
              </a:defRPr>
            </a:lvl6pPr>
            <a:lvl7pPr>
              <a:defRPr sz="2025" b="0">
                <a:solidFill>
                  <a:srgbClr val="E4EFEC"/>
                </a:solidFill>
                <a:latin typeface="Noto Sans KR"/>
                <a:ea typeface="Noto Sans KR"/>
                <a:cs typeface="Noto Sans KR"/>
              </a:defRPr>
            </a:lvl7pPr>
            <a:lvl8pPr>
              <a:defRPr sz="2025" b="0">
                <a:solidFill>
                  <a:srgbClr val="E4EFEC"/>
                </a:solidFill>
                <a:latin typeface="Noto Sans KR"/>
                <a:ea typeface="Noto Sans KR"/>
                <a:cs typeface="Noto Sans KR"/>
              </a:defRPr>
            </a:lvl8pPr>
            <a:lvl9pPr>
              <a:defRPr sz="2025" b="0">
                <a:solidFill>
                  <a:srgbClr val="E4EFEC"/>
                </a:solidFill>
                <a:latin typeface="Noto Sans KR"/>
                <a:ea typeface="Noto Sans KR"/>
                <a:cs typeface="Noto Sans KR"/>
              </a:defRPr>
            </a:lvl9pPr>
          </a:lstStyle>
          <a:p xmlns:a="http://schemas.openxmlformats.org/drawingml/2006/main">
            <a:pPr>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규칙을 켜고 끄거나 데이터를 지워 결과를 확인합니다.</a:t>
            </a:r>
          </a:p>
        </p:txBody>
      </p:sp>
      <p:sp>
        <p:nvSpPr>
          <p:cNvPr id="7" name="label-2">
            <a:extLst xmlns:a="http://schemas.openxmlformats.org/drawingml/2006/main">
              <a:ext uri="{FF2B5EF4-FFF2-40B4-BE49-F238E27FC236}">
                <a16:creationId xmlns:a16="http://schemas.microsoft.com/office/drawing/2014/main" id="{617DDE0E-3A78-43C4-9E75-5A4A77C656CC}"/>
              </a:ext>
            </a:extLst>
          </p:cNvPr>
          <p:cNvSpPr>
            <a:spLocks xmlns:a="http://schemas.openxmlformats.org/drawingml/2006/main" noGrp="1"/>
          </p:cNvSpPr>
          <p:nvPr/>
        </p:nvSpPr>
        <p:spPr>
          <a:xfrm xmlns:a="http://schemas.openxmlformats.org/drawingml/2006/main">
            <a:off x="609600" y="44005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defRPr sz="1950" b="1">
                <a:solidFill>
                  <a:srgbClr val="A4DDCA"/>
                </a:solidFill>
                <a:latin typeface="Noto Sans KR"/>
                <a:ea typeface="Noto Sans KR"/>
                <a:cs typeface="Noto Sans KR"/>
              </a:defRPr>
            </a:lvl1pPr>
            <a:lvl2pPr>
              <a:defRPr sz="1950" b="1">
                <a:solidFill>
                  <a:srgbClr val="A4DDCA"/>
                </a:solidFill>
                <a:latin typeface="Noto Sans KR"/>
                <a:ea typeface="Noto Sans KR"/>
                <a:cs typeface="Noto Sans KR"/>
              </a:defRPr>
            </a:lvl2pPr>
            <a:lvl3pPr>
              <a:defRPr sz="1950" b="1">
                <a:solidFill>
                  <a:srgbClr val="A4DDCA"/>
                </a:solidFill>
                <a:latin typeface="Noto Sans KR"/>
                <a:ea typeface="Noto Sans KR"/>
                <a:cs typeface="Noto Sans KR"/>
              </a:defRPr>
            </a:lvl3pPr>
            <a:lvl4pPr>
              <a:defRPr sz="1950" b="1">
                <a:solidFill>
                  <a:srgbClr val="A4DDCA"/>
                </a:solidFill>
                <a:latin typeface="Noto Sans KR"/>
                <a:ea typeface="Noto Sans KR"/>
                <a:cs typeface="Noto Sans KR"/>
              </a:defRPr>
            </a:lvl4pPr>
            <a:lvl5pPr>
              <a:defRPr sz="1950" b="1">
                <a:solidFill>
                  <a:srgbClr val="A4DDCA"/>
                </a:solidFill>
                <a:latin typeface="Noto Sans KR"/>
                <a:ea typeface="Noto Sans KR"/>
                <a:cs typeface="Noto Sans KR"/>
              </a:defRPr>
            </a:lvl5pPr>
            <a:lvl6pPr>
              <a:defRPr sz="1950" b="1">
                <a:solidFill>
                  <a:srgbClr val="A4DDCA"/>
                </a:solidFill>
                <a:latin typeface="Noto Sans KR"/>
                <a:ea typeface="Noto Sans KR"/>
                <a:cs typeface="Noto Sans KR"/>
              </a:defRPr>
            </a:lvl6pPr>
            <a:lvl7pPr>
              <a:defRPr sz="1950" b="1">
                <a:solidFill>
                  <a:srgbClr val="A4DDCA"/>
                </a:solidFill>
                <a:latin typeface="Noto Sans KR"/>
                <a:ea typeface="Noto Sans KR"/>
                <a:cs typeface="Noto Sans KR"/>
              </a:defRPr>
            </a:lvl7pPr>
            <a:lvl8pPr>
              <a:defRPr sz="1950" b="1">
                <a:solidFill>
                  <a:srgbClr val="A4DDCA"/>
                </a:solidFill>
                <a:latin typeface="Noto Sans KR"/>
                <a:ea typeface="Noto Sans KR"/>
                <a:cs typeface="Noto Sans KR"/>
              </a:defRPr>
            </a:lvl8pPr>
            <a:lvl9pPr>
              <a:defRPr sz="1950" b="1">
                <a:solidFill>
                  <a:srgbClr val="A4DDCA"/>
                </a:solidFill>
                <a:latin typeface="Noto Sans KR"/>
                <a:ea typeface="Noto Sans KR"/>
                <a:cs typeface="Noto Sans KR"/>
              </a:defRPr>
            </a:lvl9pPr>
          </a:lstStyle>
          <a:p xmlns:a="http://schemas.openxmlformats.org/drawingml/2006/main">
            <a:pPr>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검색 방법 비교하기</a:t>
            </a:r>
          </a:p>
        </p:txBody>
      </p:sp>
      <p:sp>
        <p:nvSpPr>
          <p:cNvPr id="8" name="body-2">
            <a:extLst xmlns:a="http://schemas.openxmlformats.org/drawingml/2006/main">
              <a:ext uri="{FF2B5EF4-FFF2-40B4-BE49-F238E27FC236}">
                <a16:creationId xmlns:a16="http://schemas.microsoft.com/office/drawing/2014/main" id="{0BC4D4D3-ED7C-4359-87A7-E01EEECCFF9C}"/>
              </a:ext>
            </a:extLst>
          </p:cNvPr>
          <p:cNvSpPr>
            <a:spLocks xmlns:a="http://schemas.openxmlformats.org/drawingml/2006/main" noGrp="1"/>
          </p:cNvSpPr>
          <p:nvPr/>
        </p:nvSpPr>
        <p:spPr>
          <a:xfrm xmlns:a="http://schemas.openxmlformats.org/drawingml/2006/main">
            <a:off x="3190875" y="44005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defRPr sz="2025" b="0">
                <a:solidFill>
                  <a:srgbClr val="E4EFEC"/>
                </a:solidFill>
                <a:latin typeface="Noto Sans KR"/>
                <a:ea typeface="Noto Sans KR"/>
                <a:cs typeface="Noto Sans KR"/>
              </a:defRPr>
            </a:lvl1pPr>
            <a:lvl2pPr>
              <a:defRPr sz="2025" b="0">
                <a:solidFill>
                  <a:srgbClr val="E4EFEC"/>
                </a:solidFill>
                <a:latin typeface="Noto Sans KR"/>
                <a:ea typeface="Noto Sans KR"/>
                <a:cs typeface="Noto Sans KR"/>
              </a:defRPr>
            </a:lvl2pPr>
            <a:lvl3pPr>
              <a:defRPr sz="2025" b="0">
                <a:solidFill>
                  <a:srgbClr val="E4EFEC"/>
                </a:solidFill>
                <a:latin typeface="Noto Sans KR"/>
                <a:ea typeface="Noto Sans KR"/>
                <a:cs typeface="Noto Sans KR"/>
              </a:defRPr>
            </a:lvl3pPr>
            <a:lvl4pPr>
              <a:defRPr sz="2025" b="0">
                <a:solidFill>
                  <a:srgbClr val="E4EFEC"/>
                </a:solidFill>
                <a:latin typeface="Noto Sans KR"/>
                <a:ea typeface="Noto Sans KR"/>
                <a:cs typeface="Noto Sans KR"/>
              </a:defRPr>
            </a:lvl4pPr>
            <a:lvl5pPr>
              <a:defRPr sz="2025" b="0">
                <a:solidFill>
                  <a:srgbClr val="E4EFEC"/>
                </a:solidFill>
                <a:latin typeface="Noto Sans KR"/>
                <a:ea typeface="Noto Sans KR"/>
                <a:cs typeface="Noto Sans KR"/>
              </a:defRPr>
            </a:lvl5pPr>
            <a:lvl6pPr>
              <a:defRPr sz="2025" b="0">
                <a:solidFill>
                  <a:srgbClr val="E4EFEC"/>
                </a:solidFill>
                <a:latin typeface="Noto Sans KR"/>
                <a:ea typeface="Noto Sans KR"/>
                <a:cs typeface="Noto Sans KR"/>
              </a:defRPr>
            </a:lvl6pPr>
            <a:lvl7pPr>
              <a:defRPr sz="2025" b="0">
                <a:solidFill>
                  <a:srgbClr val="E4EFEC"/>
                </a:solidFill>
                <a:latin typeface="Noto Sans KR"/>
                <a:ea typeface="Noto Sans KR"/>
                <a:cs typeface="Noto Sans KR"/>
              </a:defRPr>
            </a:lvl7pPr>
            <a:lvl8pPr>
              <a:defRPr sz="2025" b="0">
                <a:solidFill>
                  <a:srgbClr val="E4EFEC"/>
                </a:solidFill>
                <a:latin typeface="Noto Sans KR"/>
                <a:ea typeface="Noto Sans KR"/>
                <a:cs typeface="Noto Sans KR"/>
              </a:defRPr>
            </a:lvl8pPr>
            <a:lvl9pPr>
              <a:defRPr sz="2025" b="0">
                <a:solidFill>
                  <a:srgbClr val="E4EFEC"/>
                </a:solidFill>
                <a:latin typeface="Noto Sans KR"/>
                <a:ea typeface="Noto Sans KR"/>
                <a:cs typeface="Noto Sans KR"/>
              </a:defRPr>
            </a:lvl9pPr>
          </a:lstStyle>
          <a:p xmlns:a="http://schemas.openxmlformats.org/drawingml/2006/main">
            <a:pPr>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GraphRAG마다 저장하고 찾는 대상이 어떻게 다른지 봅니다.</a:t>
            </a:r>
          </a:p>
        </p:txBody>
      </p:sp>
      <p:sp>
        <p:nvSpPr>
          <p:cNvPr id="9" name="page">
            <a:extLst xmlns:a="http://schemas.openxmlformats.org/drawingml/2006/main">
              <a:ext uri="{FF2B5EF4-FFF2-40B4-BE49-F238E27FC236}">
                <a16:creationId xmlns:a16="http://schemas.microsoft.com/office/drawing/2014/main" id="{6D8330DA-419E-41FA-B84D-C7A96BE8CBAC}"/>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defRPr sz="1125" b="0">
                <a:solidFill>
                  <a:srgbClr val="8EABB7"/>
                </a:solidFill>
                <a:latin typeface="Noto Sans KR"/>
                <a:ea typeface="Noto Sans KR"/>
                <a:cs typeface="Noto Sans KR"/>
              </a:defRPr>
            </a:lvl1pPr>
            <a:lvl2pPr>
              <a:defRPr sz="1125" b="0">
                <a:solidFill>
                  <a:srgbClr val="8EABB7"/>
                </a:solidFill>
                <a:latin typeface="Noto Sans KR"/>
                <a:ea typeface="Noto Sans KR"/>
                <a:cs typeface="Noto Sans KR"/>
              </a:defRPr>
            </a:lvl2pPr>
            <a:lvl3pPr>
              <a:defRPr sz="1125" b="0">
                <a:solidFill>
                  <a:srgbClr val="8EABB7"/>
                </a:solidFill>
                <a:latin typeface="Noto Sans KR"/>
                <a:ea typeface="Noto Sans KR"/>
                <a:cs typeface="Noto Sans KR"/>
              </a:defRPr>
            </a:lvl3pPr>
            <a:lvl4pPr>
              <a:defRPr sz="1125" b="0">
                <a:solidFill>
                  <a:srgbClr val="8EABB7"/>
                </a:solidFill>
                <a:latin typeface="Noto Sans KR"/>
                <a:ea typeface="Noto Sans KR"/>
                <a:cs typeface="Noto Sans KR"/>
              </a:defRPr>
            </a:lvl4pPr>
            <a:lvl5pPr>
              <a:defRPr sz="1125" b="0">
                <a:solidFill>
                  <a:srgbClr val="8EABB7"/>
                </a:solidFill>
                <a:latin typeface="Noto Sans KR"/>
                <a:ea typeface="Noto Sans KR"/>
                <a:cs typeface="Noto Sans KR"/>
              </a:defRPr>
            </a:lvl5pPr>
            <a:lvl6pPr>
              <a:defRPr sz="1125" b="0">
                <a:solidFill>
                  <a:srgbClr val="8EABB7"/>
                </a:solidFill>
                <a:latin typeface="Noto Sans KR"/>
                <a:ea typeface="Noto Sans KR"/>
                <a:cs typeface="Noto Sans KR"/>
              </a:defRPr>
            </a:lvl6pPr>
            <a:lvl7pPr>
              <a:defRPr sz="1125" b="0">
                <a:solidFill>
                  <a:srgbClr val="8EABB7"/>
                </a:solidFill>
                <a:latin typeface="Noto Sans KR"/>
                <a:ea typeface="Noto Sans KR"/>
                <a:cs typeface="Noto Sans KR"/>
              </a:defRPr>
            </a:lvl7pPr>
            <a:lvl8pPr>
              <a:defRPr sz="1125" b="0">
                <a:solidFill>
                  <a:srgbClr val="8EABB7"/>
                </a:solidFill>
                <a:latin typeface="Noto Sans KR"/>
                <a:ea typeface="Noto Sans KR"/>
                <a:cs typeface="Noto Sans KR"/>
              </a:defRPr>
            </a:lvl8pPr>
            <a:lvl9pPr>
              <a:defRPr sz="1125" b="0">
                <a:solidFill>
                  <a:srgbClr val="8EABB7"/>
                </a:solidFill>
                <a:latin typeface="Noto Sans KR"/>
                <a:ea typeface="Noto Sans KR"/>
                <a:cs typeface="Noto Sans KR"/>
              </a:defRPr>
            </a:lvl9pPr>
          </a:lstStyle>
          <a:p xmlns:a="http://schemas.openxmlformats.org/drawingml/2006/main">
            <a:pPr>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02</a:t>
            </a:r>
          </a:p>
        </p:txBody>
      </p:sp>
    </p:spTree>
    <p:extLst>
      <p:ext uri="{BB962C8B-B14F-4D97-AF65-F5344CB8AC3E}">
        <p14:creationId xmlns:p14="http://schemas.microsoft.com/office/powerpoint/2010/main" val="35290610"/>
      </p:ext>
    </p:extLst>
  </p:cSld>
</p:sld>
</file>

<file path=ppt/slides/slide3.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0" name="section">
            <a:extLst xmlns:a="http://schemas.openxmlformats.org/drawingml/2006/main">
              <a:ext uri="{FF2B5EF4-FFF2-40B4-BE49-F238E27FC236}">
                <a16:creationId xmlns:a16="http://schemas.microsoft.com/office/drawing/2014/main" id="{7B60BE8A-A9DC-427B-917A-336B8241474C}"/>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defRPr sz="1125" b="1">
                <a:solidFill>
                  <a:srgbClr val="A4DDCA"/>
                </a:solidFill>
                <a:latin typeface="Noto Sans KR"/>
                <a:ea typeface="Noto Sans KR"/>
                <a:cs typeface="Noto Sans KR"/>
              </a:defRPr>
            </a:lvl1pPr>
            <a:lvl2pPr>
              <a:defRPr sz="1125" b="1">
                <a:solidFill>
                  <a:srgbClr val="A4DDCA"/>
                </a:solidFill>
                <a:latin typeface="Noto Sans KR"/>
                <a:ea typeface="Noto Sans KR"/>
                <a:cs typeface="Noto Sans KR"/>
              </a:defRPr>
            </a:lvl2pPr>
            <a:lvl3pPr>
              <a:defRPr sz="1125" b="1">
                <a:solidFill>
                  <a:srgbClr val="A4DDCA"/>
                </a:solidFill>
                <a:latin typeface="Noto Sans KR"/>
                <a:ea typeface="Noto Sans KR"/>
                <a:cs typeface="Noto Sans KR"/>
              </a:defRPr>
            </a:lvl3pPr>
            <a:lvl4pPr>
              <a:defRPr sz="1125" b="1">
                <a:solidFill>
                  <a:srgbClr val="A4DDCA"/>
                </a:solidFill>
                <a:latin typeface="Noto Sans KR"/>
                <a:ea typeface="Noto Sans KR"/>
                <a:cs typeface="Noto Sans KR"/>
              </a:defRPr>
            </a:lvl4pPr>
            <a:lvl5pPr>
              <a:defRPr sz="1125" b="1">
                <a:solidFill>
                  <a:srgbClr val="A4DDCA"/>
                </a:solidFill>
                <a:latin typeface="Noto Sans KR"/>
                <a:ea typeface="Noto Sans KR"/>
                <a:cs typeface="Noto Sans KR"/>
              </a:defRPr>
            </a:lvl5pPr>
            <a:lvl6pPr>
              <a:defRPr sz="1125" b="1">
                <a:solidFill>
                  <a:srgbClr val="A4DDCA"/>
                </a:solidFill>
                <a:latin typeface="Noto Sans KR"/>
                <a:ea typeface="Noto Sans KR"/>
                <a:cs typeface="Noto Sans KR"/>
              </a:defRPr>
            </a:lvl6pPr>
            <a:lvl7pPr>
              <a:defRPr sz="1125" b="1">
                <a:solidFill>
                  <a:srgbClr val="A4DDCA"/>
                </a:solidFill>
                <a:latin typeface="Noto Sans KR"/>
                <a:ea typeface="Noto Sans KR"/>
                <a:cs typeface="Noto Sans KR"/>
              </a:defRPr>
            </a:lvl7pPr>
            <a:lvl8pPr>
              <a:defRPr sz="1125" b="1">
                <a:solidFill>
                  <a:srgbClr val="A4DDCA"/>
                </a:solidFill>
                <a:latin typeface="Noto Sans KR"/>
                <a:ea typeface="Noto Sans KR"/>
                <a:cs typeface="Noto Sans KR"/>
              </a:defRPr>
            </a:lvl8pPr>
            <a:lvl9pPr>
              <a:defRPr sz="1125" b="1">
                <a:solidFill>
                  <a:srgbClr val="A4DDCA"/>
                </a:solidFill>
                <a:latin typeface="Noto Sans KR"/>
                <a:ea typeface="Noto Sans KR"/>
                <a:cs typeface="Noto Sans KR"/>
              </a:defRPr>
            </a:lvl9pPr>
          </a:lstStyle>
          <a:p xmlns:a="http://schemas.openxmlformats.org/drawingml/2006/main">
            <a:pPr>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6C92CBE2-52D3-41CE-9907-E9E157C966E8}"/>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defRPr sz="3000" b="1">
                <a:solidFill>
                  <a:srgbClr val="E4EFEC"/>
                </a:solidFill>
                <a:latin typeface="Noto Sans KR"/>
                <a:ea typeface="Noto Sans KR"/>
                <a:cs typeface="Noto Sans KR"/>
              </a:defRPr>
            </a:lvl1pPr>
            <a:lvl2pPr>
              <a:defRPr sz="3000" b="1">
                <a:solidFill>
                  <a:srgbClr val="E4EFEC"/>
                </a:solidFill>
                <a:latin typeface="Noto Sans KR"/>
                <a:ea typeface="Noto Sans KR"/>
                <a:cs typeface="Noto Sans KR"/>
              </a:defRPr>
            </a:lvl2pPr>
            <a:lvl3pPr>
              <a:defRPr sz="3000" b="1">
                <a:solidFill>
                  <a:srgbClr val="E4EFEC"/>
                </a:solidFill>
                <a:latin typeface="Noto Sans KR"/>
                <a:ea typeface="Noto Sans KR"/>
                <a:cs typeface="Noto Sans KR"/>
              </a:defRPr>
            </a:lvl3pPr>
            <a:lvl4pPr>
              <a:defRPr sz="3000" b="1">
                <a:solidFill>
                  <a:srgbClr val="E4EFEC"/>
                </a:solidFill>
                <a:latin typeface="Noto Sans KR"/>
                <a:ea typeface="Noto Sans KR"/>
                <a:cs typeface="Noto Sans KR"/>
              </a:defRPr>
            </a:lvl4pPr>
            <a:lvl5pPr>
              <a:defRPr sz="3000" b="1">
                <a:solidFill>
                  <a:srgbClr val="E4EFEC"/>
                </a:solidFill>
                <a:latin typeface="Noto Sans KR"/>
                <a:ea typeface="Noto Sans KR"/>
                <a:cs typeface="Noto Sans KR"/>
              </a:defRPr>
            </a:lvl5pPr>
            <a:lvl6pPr>
              <a:defRPr sz="3000" b="1">
                <a:solidFill>
                  <a:srgbClr val="E4EFEC"/>
                </a:solidFill>
                <a:latin typeface="Noto Sans KR"/>
                <a:ea typeface="Noto Sans KR"/>
                <a:cs typeface="Noto Sans KR"/>
              </a:defRPr>
            </a:lvl6pPr>
            <a:lvl7pPr>
              <a:defRPr sz="3000" b="1">
                <a:solidFill>
                  <a:srgbClr val="E4EFEC"/>
                </a:solidFill>
                <a:latin typeface="Noto Sans KR"/>
                <a:ea typeface="Noto Sans KR"/>
                <a:cs typeface="Noto Sans KR"/>
              </a:defRPr>
            </a:lvl7pPr>
            <a:lvl8pPr>
              <a:defRPr sz="3000" b="1">
                <a:solidFill>
                  <a:srgbClr val="E4EFEC"/>
                </a:solidFill>
                <a:latin typeface="Noto Sans KR"/>
                <a:ea typeface="Noto Sans KR"/>
                <a:cs typeface="Noto Sans KR"/>
              </a:defRPr>
            </a:lvl8pPr>
            <a:lvl9pPr>
              <a:defRPr sz="3000" b="1">
                <a:solidFill>
                  <a:srgbClr val="E4EFEC"/>
                </a:solidFill>
                <a:latin typeface="Noto Sans KR"/>
                <a:ea typeface="Noto Sans KR"/>
                <a:cs typeface="Noto Sans KR"/>
              </a:defRPr>
            </a:lvl9pPr>
          </a:lstStyle>
          <a:p xmlns:a="http://schemas.openxmlformats.org/drawingml/2006/main">
            <a:pPr>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날씨 정보가 끊기면 무엇을 확인할까요?</a:t>
            </a:r>
          </a:p>
        </p:txBody>
      </p:sp>
      <p:sp>
        <p:nvSpPr>
          <p:cNvPr id="3" name="label-0">
            <a:extLst xmlns:a="http://schemas.openxmlformats.org/drawingml/2006/main">
              <a:ext uri="{FF2B5EF4-FFF2-40B4-BE49-F238E27FC236}">
                <a16:creationId xmlns:a16="http://schemas.microsoft.com/office/drawing/2014/main" id="{25529D8C-DCCE-426D-B011-EC5A752011D0}"/>
              </a:ext>
            </a:extLst>
          </p:cNvPr>
          <p:cNvSpPr>
            <a:spLocks xmlns:a="http://schemas.openxmlformats.org/drawingml/2006/main" noGrp="1"/>
          </p:cNvSpPr>
          <p:nvPr/>
        </p:nvSpPr>
        <p:spPr>
          <a:xfrm xmlns:a="http://schemas.openxmlformats.org/drawingml/2006/main">
            <a:off x="609600" y="186690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defRPr sz="1950" b="1">
                <a:solidFill>
                  <a:srgbClr val="A4DDCA"/>
                </a:solidFill>
                <a:latin typeface="Noto Sans KR"/>
                <a:ea typeface="Noto Sans KR"/>
                <a:cs typeface="Noto Sans KR"/>
              </a:defRPr>
            </a:lvl1pPr>
            <a:lvl2pPr>
              <a:defRPr sz="1950" b="1">
                <a:solidFill>
                  <a:srgbClr val="A4DDCA"/>
                </a:solidFill>
                <a:latin typeface="Noto Sans KR"/>
                <a:ea typeface="Noto Sans KR"/>
                <a:cs typeface="Noto Sans KR"/>
              </a:defRPr>
            </a:lvl2pPr>
            <a:lvl3pPr>
              <a:defRPr sz="1950" b="1">
                <a:solidFill>
                  <a:srgbClr val="A4DDCA"/>
                </a:solidFill>
                <a:latin typeface="Noto Sans KR"/>
                <a:ea typeface="Noto Sans KR"/>
                <a:cs typeface="Noto Sans KR"/>
              </a:defRPr>
            </a:lvl3pPr>
            <a:lvl4pPr>
              <a:defRPr sz="1950" b="1">
                <a:solidFill>
                  <a:srgbClr val="A4DDCA"/>
                </a:solidFill>
                <a:latin typeface="Noto Sans KR"/>
                <a:ea typeface="Noto Sans KR"/>
                <a:cs typeface="Noto Sans KR"/>
              </a:defRPr>
            </a:lvl4pPr>
            <a:lvl5pPr>
              <a:defRPr sz="1950" b="1">
                <a:solidFill>
                  <a:srgbClr val="A4DDCA"/>
                </a:solidFill>
                <a:latin typeface="Noto Sans KR"/>
                <a:ea typeface="Noto Sans KR"/>
                <a:cs typeface="Noto Sans KR"/>
              </a:defRPr>
            </a:lvl5pPr>
            <a:lvl6pPr>
              <a:defRPr sz="1950" b="1">
                <a:solidFill>
                  <a:srgbClr val="A4DDCA"/>
                </a:solidFill>
                <a:latin typeface="Noto Sans KR"/>
                <a:ea typeface="Noto Sans KR"/>
                <a:cs typeface="Noto Sans KR"/>
              </a:defRPr>
            </a:lvl6pPr>
            <a:lvl7pPr>
              <a:defRPr sz="1950" b="1">
                <a:solidFill>
                  <a:srgbClr val="A4DDCA"/>
                </a:solidFill>
                <a:latin typeface="Noto Sans KR"/>
                <a:ea typeface="Noto Sans KR"/>
                <a:cs typeface="Noto Sans KR"/>
              </a:defRPr>
            </a:lvl7pPr>
            <a:lvl8pPr>
              <a:defRPr sz="1950" b="1">
                <a:solidFill>
                  <a:srgbClr val="A4DDCA"/>
                </a:solidFill>
                <a:latin typeface="Noto Sans KR"/>
                <a:ea typeface="Noto Sans KR"/>
                <a:cs typeface="Noto Sans KR"/>
              </a:defRPr>
            </a:lvl8pPr>
            <a:lvl9pPr>
              <a:defRPr sz="1950" b="1">
                <a:solidFill>
                  <a:srgbClr val="A4DDCA"/>
                </a:solidFill>
                <a:latin typeface="Noto Sans KR"/>
                <a:ea typeface="Noto Sans KR"/>
                <a:cs typeface="Noto Sans KR"/>
              </a:defRPr>
            </a:lvl9pPr>
          </a:lstStyle>
          <a:p xmlns:a="http://schemas.openxmlformats.org/drawingml/2006/main">
            <a:pPr>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업무 상황</a:t>
            </a:r>
          </a:p>
        </p:txBody>
      </p:sp>
      <p:sp>
        <p:nvSpPr>
          <p:cNvPr id="4" name="body-0">
            <a:extLst xmlns:a="http://schemas.openxmlformats.org/drawingml/2006/main">
              <a:ext uri="{FF2B5EF4-FFF2-40B4-BE49-F238E27FC236}">
                <a16:creationId xmlns:a16="http://schemas.microsoft.com/office/drawing/2014/main" id="{AB44D5EE-9389-4FBC-A596-D25588FEDB11}"/>
              </a:ext>
            </a:extLst>
          </p:cNvPr>
          <p:cNvSpPr>
            <a:spLocks xmlns:a="http://schemas.openxmlformats.org/drawingml/2006/main" noGrp="1"/>
          </p:cNvSpPr>
          <p:nvPr/>
        </p:nvSpPr>
        <p:spPr>
          <a:xfrm xmlns:a="http://schemas.openxmlformats.org/drawingml/2006/main">
            <a:off x="3190875" y="186690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defRPr sz="2025" b="0">
                <a:solidFill>
                  <a:srgbClr val="E4EFEC"/>
                </a:solidFill>
                <a:latin typeface="Noto Sans KR"/>
                <a:ea typeface="Noto Sans KR"/>
                <a:cs typeface="Noto Sans KR"/>
              </a:defRPr>
            </a:lvl1pPr>
            <a:lvl2pPr>
              <a:defRPr sz="2025" b="0">
                <a:solidFill>
                  <a:srgbClr val="E4EFEC"/>
                </a:solidFill>
                <a:latin typeface="Noto Sans KR"/>
                <a:ea typeface="Noto Sans KR"/>
                <a:cs typeface="Noto Sans KR"/>
              </a:defRPr>
            </a:lvl2pPr>
            <a:lvl3pPr>
              <a:defRPr sz="2025" b="0">
                <a:solidFill>
                  <a:srgbClr val="E4EFEC"/>
                </a:solidFill>
                <a:latin typeface="Noto Sans KR"/>
                <a:ea typeface="Noto Sans KR"/>
                <a:cs typeface="Noto Sans KR"/>
              </a:defRPr>
            </a:lvl3pPr>
            <a:lvl4pPr>
              <a:defRPr sz="2025" b="0">
                <a:solidFill>
                  <a:srgbClr val="E4EFEC"/>
                </a:solidFill>
                <a:latin typeface="Noto Sans KR"/>
                <a:ea typeface="Noto Sans KR"/>
                <a:cs typeface="Noto Sans KR"/>
              </a:defRPr>
            </a:lvl4pPr>
            <a:lvl5pPr>
              <a:defRPr sz="2025" b="0">
                <a:solidFill>
                  <a:srgbClr val="E4EFEC"/>
                </a:solidFill>
                <a:latin typeface="Noto Sans KR"/>
                <a:ea typeface="Noto Sans KR"/>
                <a:cs typeface="Noto Sans KR"/>
              </a:defRPr>
            </a:lvl5pPr>
            <a:lvl6pPr>
              <a:defRPr sz="2025" b="0">
                <a:solidFill>
                  <a:srgbClr val="E4EFEC"/>
                </a:solidFill>
                <a:latin typeface="Noto Sans KR"/>
                <a:ea typeface="Noto Sans KR"/>
                <a:cs typeface="Noto Sans KR"/>
              </a:defRPr>
            </a:lvl6pPr>
            <a:lvl7pPr>
              <a:defRPr sz="2025" b="0">
                <a:solidFill>
                  <a:srgbClr val="E4EFEC"/>
                </a:solidFill>
                <a:latin typeface="Noto Sans KR"/>
                <a:ea typeface="Noto Sans KR"/>
                <a:cs typeface="Noto Sans KR"/>
              </a:defRPr>
            </a:lvl7pPr>
            <a:lvl8pPr>
              <a:defRPr sz="2025" b="0">
                <a:solidFill>
                  <a:srgbClr val="E4EFEC"/>
                </a:solidFill>
                <a:latin typeface="Noto Sans KR"/>
                <a:ea typeface="Noto Sans KR"/>
                <a:cs typeface="Noto Sans KR"/>
              </a:defRPr>
            </a:lvl8pPr>
            <a:lvl9pPr>
              <a:defRPr sz="2025" b="0">
                <a:solidFill>
                  <a:srgbClr val="E4EFEC"/>
                </a:solidFill>
                <a:latin typeface="Noto Sans KR"/>
                <a:ea typeface="Noto Sans KR"/>
                <a:cs typeface="Noto Sans KR"/>
              </a:defRPr>
            </a:lvl9pPr>
          </a:lstStyle>
          <a:p xmlns:a="http://schemas.openxmlformats.org/drawingml/2006/main">
            <a:pPr>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배차시스템은 도착예측모델을 쓰고, 모델은 날씨API를 씁니다.</a:t>
            </a:r>
          </a:p>
        </p:txBody>
      </p:sp>
      <p:sp>
        <p:nvSpPr>
          <p:cNvPr id="5" name="label-1">
            <a:extLst xmlns:a="http://schemas.openxmlformats.org/drawingml/2006/main">
              <a:ext uri="{FF2B5EF4-FFF2-40B4-BE49-F238E27FC236}">
                <a16:creationId xmlns:a16="http://schemas.microsoft.com/office/drawing/2014/main" id="{A0919E53-C543-4C30-845B-DFC7C967F162}"/>
              </a:ext>
            </a:extLst>
          </p:cNvPr>
          <p:cNvSpPr>
            <a:spLocks xmlns:a="http://schemas.openxmlformats.org/drawingml/2006/main" noGrp="1"/>
          </p:cNvSpPr>
          <p:nvPr/>
        </p:nvSpPr>
        <p:spPr>
          <a:xfrm xmlns:a="http://schemas.openxmlformats.org/drawingml/2006/main">
            <a:off x="609600" y="31337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defRPr sz="1950" b="1">
                <a:solidFill>
                  <a:srgbClr val="A4DDCA"/>
                </a:solidFill>
                <a:latin typeface="Noto Sans KR"/>
                <a:ea typeface="Noto Sans KR"/>
                <a:cs typeface="Noto Sans KR"/>
              </a:defRPr>
            </a:lvl1pPr>
            <a:lvl2pPr>
              <a:defRPr sz="1950" b="1">
                <a:solidFill>
                  <a:srgbClr val="A4DDCA"/>
                </a:solidFill>
                <a:latin typeface="Noto Sans KR"/>
                <a:ea typeface="Noto Sans KR"/>
                <a:cs typeface="Noto Sans KR"/>
              </a:defRPr>
            </a:lvl2pPr>
            <a:lvl3pPr>
              <a:defRPr sz="1950" b="1">
                <a:solidFill>
                  <a:srgbClr val="A4DDCA"/>
                </a:solidFill>
                <a:latin typeface="Noto Sans KR"/>
                <a:ea typeface="Noto Sans KR"/>
                <a:cs typeface="Noto Sans KR"/>
              </a:defRPr>
            </a:lvl3pPr>
            <a:lvl4pPr>
              <a:defRPr sz="1950" b="1">
                <a:solidFill>
                  <a:srgbClr val="A4DDCA"/>
                </a:solidFill>
                <a:latin typeface="Noto Sans KR"/>
                <a:ea typeface="Noto Sans KR"/>
                <a:cs typeface="Noto Sans KR"/>
              </a:defRPr>
            </a:lvl4pPr>
            <a:lvl5pPr>
              <a:defRPr sz="1950" b="1">
                <a:solidFill>
                  <a:srgbClr val="A4DDCA"/>
                </a:solidFill>
                <a:latin typeface="Noto Sans KR"/>
                <a:ea typeface="Noto Sans KR"/>
                <a:cs typeface="Noto Sans KR"/>
              </a:defRPr>
            </a:lvl5pPr>
            <a:lvl6pPr>
              <a:defRPr sz="1950" b="1">
                <a:solidFill>
                  <a:srgbClr val="A4DDCA"/>
                </a:solidFill>
                <a:latin typeface="Noto Sans KR"/>
                <a:ea typeface="Noto Sans KR"/>
                <a:cs typeface="Noto Sans KR"/>
              </a:defRPr>
            </a:lvl6pPr>
            <a:lvl7pPr>
              <a:defRPr sz="1950" b="1">
                <a:solidFill>
                  <a:srgbClr val="A4DDCA"/>
                </a:solidFill>
                <a:latin typeface="Noto Sans KR"/>
                <a:ea typeface="Noto Sans KR"/>
                <a:cs typeface="Noto Sans KR"/>
              </a:defRPr>
            </a:lvl7pPr>
            <a:lvl8pPr>
              <a:defRPr sz="1950" b="1">
                <a:solidFill>
                  <a:srgbClr val="A4DDCA"/>
                </a:solidFill>
                <a:latin typeface="Noto Sans KR"/>
                <a:ea typeface="Noto Sans KR"/>
                <a:cs typeface="Noto Sans KR"/>
              </a:defRPr>
            </a:lvl8pPr>
            <a:lvl9pPr>
              <a:defRPr sz="1950" b="1">
                <a:solidFill>
                  <a:srgbClr val="A4DDCA"/>
                </a:solidFill>
                <a:latin typeface="Noto Sans KR"/>
                <a:ea typeface="Noto Sans KR"/>
                <a:cs typeface="Noto Sans KR"/>
              </a:defRPr>
            </a:lvl9pPr>
          </a:lstStyle>
          <a:p xmlns:a="http://schemas.openxmlformats.org/drawingml/2006/main">
            <a:pPr>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찾고 싶은 답</a:t>
            </a:r>
          </a:p>
        </p:txBody>
      </p:sp>
      <p:sp>
        <p:nvSpPr>
          <p:cNvPr id="6" name="body-1">
            <a:extLst xmlns:a="http://schemas.openxmlformats.org/drawingml/2006/main">
              <a:ext uri="{FF2B5EF4-FFF2-40B4-BE49-F238E27FC236}">
                <a16:creationId xmlns:a16="http://schemas.microsoft.com/office/drawing/2014/main" id="{EAE0AED9-5CFE-4F7D-960D-F85D3499F2B3}"/>
              </a:ext>
            </a:extLst>
          </p:cNvPr>
          <p:cNvSpPr>
            <a:spLocks xmlns:a="http://schemas.openxmlformats.org/drawingml/2006/main" noGrp="1"/>
          </p:cNvSpPr>
          <p:nvPr/>
        </p:nvSpPr>
        <p:spPr>
          <a:xfrm xmlns:a="http://schemas.openxmlformats.org/drawingml/2006/main">
            <a:off x="3190875" y="31337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defRPr sz="2025" b="0">
                <a:solidFill>
                  <a:srgbClr val="E4EFEC"/>
                </a:solidFill>
                <a:latin typeface="Noto Sans KR"/>
                <a:ea typeface="Noto Sans KR"/>
                <a:cs typeface="Noto Sans KR"/>
              </a:defRPr>
            </a:lvl1pPr>
            <a:lvl2pPr>
              <a:defRPr sz="2025" b="0">
                <a:solidFill>
                  <a:srgbClr val="E4EFEC"/>
                </a:solidFill>
                <a:latin typeface="Noto Sans KR"/>
                <a:ea typeface="Noto Sans KR"/>
                <a:cs typeface="Noto Sans KR"/>
              </a:defRPr>
            </a:lvl2pPr>
            <a:lvl3pPr>
              <a:defRPr sz="2025" b="0">
                <a:solidFill>
                  <a:srgbClr val="E4EFEC"/>
                </a:solidFill>
                <a:latin typeface="Noto Sans KR"/>
                <a:ea typeface="Noto Sans KR"/>
                <a:cs typeface="Noto Sans KR"/>
              </a:defRPr>
            </a:lvl3pPr>
            <a:lvl4pPr>
              <a:defRPr sz="2025" b="0">
                <a:solidFill>
                  <a:srgbClr val="E4EFEC"/>
                </a:solidFill>
                <a:latin typeface="Noto Sans KR"/>
                <a:ea typeface="Noto Sans KR"/>
                <a:cs typeface="Noto Sans KR"/>
              </a:defRPr>
            </a:lvl4pPr>
            <a:lvl5pPr>
              <a:defRPr sz="2025" b="0">
                <a:solidFill>
                  <a:srgbClr val="E4EFEC"/>
                </a:solidFill>
                <a:latin typeface="Noto Sans KR"/>
                <a:ea typeface="Noto Sans KR"/>
                <a:cs typeface="Noto Sans KR"/>
              </a:defRPr>
            </a:lvl5pPr>
            <a:lvl6pPr>
              <a:defRPr sz="2025" b="0">
                <a:solidFill>
                  <a:srgbClr val="E4EFEC"/>
                </a:solidFill>
                <a:latin typeface="Noto Sans KR"/>
                <a:ea typeface="Noto Sans KR"/>
                <a:cs typeface="Noto Sans KR"/>
              </a:defRPr>
            </a:lvl6pPr>
            <a:lvl7pPr>
              <a:defRPr sz="2025" b="0">
                <a:solidFill>
                  <a:srgbClr val="E4EFEC"/>
                </a:solidFill>
                <a:latin typeface="Noto Sans KR"/>
                <a:ea typeface="Noto Sans KR"/>
                <a:cs typeface="Noto Sans KR"/>
              </a:defRPr>
            </a:lvl7pPr>
            <a:lvl8pPr>
              <a:defRPr sz="2025" b="0">
                <a:solidFill>
                  <a:srgbClr val="E4EFEC"/>
                </a:solidFill>
                <a:latin typeface="Noto Sans KR"/>
                <a:ea typeface="Noto Sans KR"/>
                <a:cs typeface="Noto Sans KR"/>
              </a:defRPr>
            </a:lvl8pPr>
            <a:lvl9pPr>
              <a:defRPr sz="2025" b="0">
                <a:solidFill>
                  <a:srgbClr val="E4EFEC"/>
                </a:solidFill>
                <a:latin typeface="Noto Sans KR"/>
                <a:ea typeface="Noto Sans KR"/>
                <a:cs typeface="Noto Sans KR"/>
              </a:defRPr>
            </a:lvl9pPr>
          </a:lstStyle>
          <a:p xmlns:a="http://schemas.openxmlformats.org/drawingml/2006/main">
            <a:pPr>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날씨API에 의존하는 시스템과 그 연결을 설명하는 문서입니다.</a:t>
            </a:r>
          </a:p>
        </p:txBody>
      </p:sp>
      <p:sp>
        <p:nvSpPr>
          <p:cNvPr id="7" name="label-2">
            <a:extLst xmlns:a="http://schemas.openxmlformats.org/drawingml/2006/main">
              <a:ext uri="{FF2B5EF4-FFF2-40B4-BE49-F238E27FC236}">
                <a16:creationId xmlns:a16="http://schemas.microsoft.com/office/drawing/2014/main" id="{875A4C50-9D2F-4688-9A6F-7EDFD842D33C}"/>
              </a:ext>
            </a:extLst>
          </p:cNvPr>
          <p:cNvSpPr>
            <a:spLocks xmlns:a="http://schemas.openxmlformats.org/drawingml/2006/main" noGrp="1"/>
          </p:cNvSpPr>
          <p:nvPr/>
        </p:nvSpPr>
        <p:spPr>
          <a:xfrm xmlns:a="http://schemas.openxmlformats.org/drawingml/2006/main">
            <a:off x="609600" y="44005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defRPr sz="1950" b="1">
                <a:solidFill>
                  <a:srgbClr val="A4DDCA"/>
                </a:solidFill>
                <a:latin typeface="Noto Sans KR"/>
                <a:ea typeface="Noto Sans KR"/>
                <a:cs typeface="Noto Sans KR"/>
              </a:defRPr>
            </a:lvl1pPr>
            <a:lvl2pPr>
              <a:defRPr sz="1950" b="1">
                <a:solidFill>
                  <a:srgbClr val="A4DDCA"/>
                </a:solidFill>
                <a:latin typeface="Noto Sans KR"/>
                <a:ea typeface="Noto Sans KR"/>
                <a:cs typeface="Noto Sans KR"/>
              </a:defRPr>
            </a:lvl2pPr>
            <a:lvl3pPr>
              <a:defRPr sz="1950" b="1">
                <a:solidFill>
                  <a:srgbClr val="A4DDCA"/>
                </a:solidFill>
                <a:latin typeface="Noto Sans KR"/>
                <a:ea typeface="Noto Sans KR"/>
                <a:cs typeface="Noto Sans KR"/>
              </a:defRPr>
            </a:lvl3pPr>
            <a:lvl4pPr>
              <a:defRPr sz="1950" b="1">
                <a:solidFill>
                  <a:srgbClr val="A4DDCA"/>
                </a:solidFill>
                <a:latin typeface="Noto Sans KR"/>
                <a:ea typeface="Noto Sans KR"/>
                <a:cs typeface="Noto Sans KR"/>
              </a:defRPr>
            </a:lvl4pPr>
            <a:lvl5pPr>
              <a:defRPr sz="1950" b="1">
                <a:solidFill>
                  <a:srgbClr val="A4DDCA"/>
                </a:solidFill>
                <a:latin typeface="Noto Sans KR"/>
                <a:ea typeface="Noto Sans KR"/>
                <a:cs typeface="Noto Sans KR"/>
              </a:defRPr>
            </a:lvl5pPr>
            <a:lvl6pPr>
              <a:defRPr sz="1950" b="1">
                <a:solidFill>
                  <a:srgbClr val="A4DDCA"/>
                </a:solidFill>
                <a:latin typeface="Noto Sans KR"/>
                <a:ea typeface="Noto Sans KR"/>
                <a:cs typeface="Noto Sans KR"/>
              </a:defRPr>
            </a:lvl6pPr>
            <a:lvl7pPr>
              <a:defRPr sz="1950" b="1">
                <a:solidFill>
                  <a:srgbClr val="A4DDCA"/>
                </a:solidFill>
                <a:latin typeface="Noto Sans KR"/>
                <a:ea typeface="Noto Sans KR"/>
                <a:cs typeface="Noto Sans KR"/>
              </a:defRPr>
            </a:lvl7pPr>
            <a:lvl8pPr>
              <a:defRPr sz="1950" b="1">
                <a:solidFill>
                  <a:srgbClr val="A4DDCA"/>
                </a:solidFill>
                <a:latin typeface="Noto Sans KR"/>
                <a:ea typeface="Noto Sans KR"/>
                <a:cs typeface="Noto Sans KR"/>
              </a:defRPr>
            </a:lvl8pPr>
            <a:lvl9pPr>
              <a:defRPr sz="1950" b="1">
                <a:solidFill>
                  <a:srgbClr val="A4DDCA"/>
                </a:solidFill>
                <a:latin typeface="Noto Sans KR"/>
                <a:ea typeface="Noto Sans KR"/>
                <a:cs typeface="Noto Sans KR"/>
              </a:defRPr>
            </a:lvl9pPr>
          </a:lstStyle>
          <a:p xmlns:a="http://schemas.openxmlformats.org/drawingml/2006/main">
            <a:pPr>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입력 확인</a:t>
            </a:r>
          </a:p>
        </p:txBody>
      </p:sp>
      <p:sp>
        <p:nvSpPr>
          <p:cNvPr id="8" name="body-2">
            <a:extLst xmlns:a="http://schemas.openxmlformats.org/drawingml/2006/main">
              <a:ext uri="{FF2B5EF4-FFF2-40B4-BE49-F238E27FC236}">
                <a16:creationId xmlns:a16="http://schemas.microsoft.com/office/drawing/2014/main" id="{311050F4-9010-4120-B37C-433CCC86BDE4}"/>
              </a:ext>
            </a:extLst>
          </p:cNvPr>
          <p:cNvSpPr>
            <a:spLocks xmlns:a="http://schemas.openxmlformats.org/drawingml/2006/main" noGrp="1"/>
          </p:cNvSpPr>
          <p:nvPr/>
        </p:nvSpPr>
        <p:spPr>
          <a:xfrm xmlns:a="http://schemas.openxmlformats.org/drawingml/2006/main">
            <a:off x="3190875" y="44005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defRPr sz="2025" b="0">
                <a:solidFill>
                  <a:srgbClr val="E4EFEC"/>
                </a:solidFill>
                <a:latin typeface="Noto Sans KR"/>
                <a:ea typeface="Noto Sans KR"/>
                <a:cs typeface="Noto Sans KR"/>
              </a:defRPr>
            </a:lvl1pPr>
            <a:lvl2pPr>
              <a:defRPr sz="2025" b="0">
                <a:solidFill>
                  <a:srgbClr val="E4EFEC"/>
                </a:solidFill>
                <a:latin typeface="Noto Sans KR"/>
                <a:ea typeface="Noto Sans KR"/>
                <a:cs typeface="Noto Sans KR"/>
              </a:defRPr>
            </a:lvl2pPr>
            <a:lvl3pPr>
              <a:defRPr sz="2025" b="0">
                <a:solidFill>
                  <a:srgbClr val="E4EFEC"/>
                </a:solidFill>
                <a:latin typeface="Noto Sans KR"/>
                <a:ea typeface="Noto Sans KR"/>
                <a:cs typeface="Noto Sans KR"/>
              </a:defRPr>
            </a:lvl3pPr>
            <a:lvl4pPr>
              <a:defRPr sz="2025" b="0">
                <a:solidFill>
                  <a:srgbClr val="E4EFEC"/>
                </a:solidFill>
                <a:latin typeface="Noto Sans KR"/>
                <a:ea typeface="Noto Sans KR"/>
                <a:cs typeface="Noto Sans KR"/>
              </a:defRPr>
            </a:lvl4pPr>
            <a:lvl5pPr>
              <a:defRPr sz="2025" b="0">
                <a:solidFill>
                  <a:srgbClr val="E4EFEC"/>
                </a:solidFill>
                <a:latin typeface="Noto Sans KR"/>
                <a:ea typeface="Noto Sans KR"/>
                <a:cs typeface="Noto Sans KR"/>
              </a:defRPr>
            </a:lvl5pPr>
            <a:lvl6pPr>
              <a:defRPr sz="2025" b="0">
                <a:solidFill>
                  <a:srgbClr val="E4EFEC"/>
                </a:solidFill>
                <a:latin typeface="Noto Sans KR"/>
                <a:ea typeface="Noto Sans KR"/>
                <a:cs typeface="Noto Sans KR"/>
              </a:defRPr>
            </a:lvl6pPr>
            <a:lvl7pPr>
              <a:defRPr sz="2025" b="0">
                <a:solidFill>
                  <a:srgbClr val="E4EFEC"/>
                </a:solidFill>
                <a:latin typeface="Noto Sans KR"/>
                <a:ea typeface="Noto Sans KR"/>
                <a:cs typeface="Noto Sans KR"/>
              </a:defRPr>
            </a:lvl7pPr>
            <a:lvl8pPr>
              <a:defRPr sz="2025" b="0">
                <a:solidFill>
                  <a:srgbClr val="E4EFEC"/>
                </a:solidFill>
                <a:latin typeface="Noto Sans KR"/>
                <a:ea typeface="Noto Sans KR"/>
                <a:cs typeface="Noto Sans KR"/>
              </a:defRPr>
            </a:lvl8pPr>
            <a:lvl9pPr>
              <a:defRPr sz="2025" b="0">
                <a:solidFill>
                  <a:srgbClr val="E4EFEC"/>
                </a:solidFill>
                <a:latin typeface="Noto Sans KR"/>
                <a:ea typeface="Noto Sans KR"/>
                <a:cs typeface="Noto Sans KR"/>
              </a:defRPr>
            </a:lvl9pPr>
          </a:lstStyle>
          <a:p xmlns:a="http://schemas.openxmlformats.org/drawingml/2006/main">
            <a:pPr>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회사가 사용하는 시스템을 이름 문자열이 아닌 개체로 연결합니다.</a:t>
            </a:r>
          </a:p>
        </p:txBody>
      </p:sp>
      <p:sp>
        <p:nvSpPr>
          <p:cNvPr id="9" name="page">
            <a:extLst xmlns:a="http://schemas.openxmlformats.org/drawingml/2006/main">
              <a:ext uri="{FF2B5EF4-FFF2-40B4-BE49-F238E27FC236}">
                <a16:creationId xmlns:a16="http://schemas.microsoft.com/office/drawing/2014/main" id="{D713C2DF-2E21-4537-920E-C9F8BC4D6251}"/>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defRPr sz="1125" b="0">
                <a:solidFill>
                  <a:srgbClr val="8EABB7"/>
                </a:solidFill>
                <a:latin typeface="Noto Sans KR"/>
                <a:ea typeface="Noto Sans KR"/>
                <a:cs typeface="Noto Sans KR"/>
              </a:defRPr>
            </a:lvl1pPr>
            <a:lvl2pPr>
              <a:defRPr sz="1125" b="0">
                <a:solidFill>
                  <a:srgbClr val="8EABB7"/>
                </a:solidFill>
                <a:latin typeface="Noto Sans KR"/>
                <a:ea typeface="Noto Sans KR"/>
                <a:cs typeface="Noto Sans KR"/>
              </a:defRPr>
            </a:lvl2pPr>
            <a:lvl3pPr>
              <a:defRPr sz="1125" b="0">
                <a:solidFill>
                  <a:srgbClr val="8EABB7"/>
                </a:solidFill>
                <a:latin typeface="Noto Sans KR"/>
                <a:ea typeface="Noto Sans KR"/>
                <a:cs typeface="Noto Sans KR"/>
              </a:defRPr>
            </a:lvl3pPr>
            <a:lvl4pPr>
              <a:defRPr sz="1125" b="0">
                <a:solidFill>
                  <a:srgbClr val="8EABB7"/>
                </a:solidFill>
                <a:latin typeface="Noto Sans KR"/>
                <a:ea typeface="Noto Sans KR"/>
                <a:cs typeface="Noto Sans KR"/>
              </a:defRPr>
            </a:lvl4pPr>
            <a:lvl5pPr>
              <a:defRPr sz="1125" b="0">
                <a:solidFill>
                  <a:srgbClr val="8EABB7"/>
                </a:solidFill>
                <a:latin typeface="Noto Sans KR"/>
                <a:ea typeface="Noto Sans KR"/>
                <a:cs typeface="Noto Sans KR"/>
              </a:defRPr>
            </a:lvl5pPr>
            <a:lvl6pPr>
              <a:defRPr sz="1125" b="0">
                <a:solidFill>
                  <a:srgbClr val="8EABB7"/>
                </a:solidFill>
                <a:latin typeface="Noto Sans KR"/>
                <a:ea typeface="Noto Sans KR"/>
                <a:cs typeface="Noto Sans KR"/>
              </a:defRPr>
            </a:lvl6pPr>
            <a:lvl7pPr>
              <a:defRPr sz="1125" b="0">
                <a:solidFill>
                  <a:srgbClr val="8EABB7"/>
                </a:solidFill>
                <a:latin typeface="Noto Sans KR"/>
                <a:ea typeface="Noto Sans KR"/>
                <a:cs typeface="Noto Sans KR"/>
              </a:defRPr>
            </a:lvl7pPr>
            <a:lvl8pPr>
              <a:defRPr sz="1125" b="0">
                <a:solidFill>
                  <a:srgbClr val="8EABB7"/>
                </a:solidFill>
                <a:latin typeface="Noto Sans KR"/>
                <a:ea typeface="Noto Sans KR"/>
                <a:cs typeface="Noto Sans KR"/>
              </a:defRPr>
            </a:lvl8pPr>
            <a:lvl9pPr>
              <a:defRPr sz="1125" b="0">
                <a:solidFill>
                  <a:srgbClr val="8EABB7"/>
                </a:solidFill>
                <a:latin typeface="Noto Sans KR"/>
                <a:ea typeface="Noto Sans KR"/>
                <a:cs typeface="Noto Sans KR"/>
              </a:defRPr>
            </a:lvl9pPr>
          </a:lstStyle>
          <a:p xmlns:a="http://schemas.openxmlformats.org/drawingml/2006/main">
            <a:pPr>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03</a:t>
            </a:r>
          </a:p>
        </p:txBody>
      </p:sp>
    </p:spTree>
    <p:extLst>
      <p:ext uri="{BB962C8B-B14F-4D97-AF65-F5344CB8AC3E}">
        <p14:creationId xmlns:p14="http://schemas.microsoft.com/office/powerpoint/2010/main" val="1531488739"/>
      </p:ext>
    </p:extLst>
  </p:cSld>
</p:sld>
</file>

<file path=ppt/slides/slide4.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5" name="section">
            <a:extLst xmlns:a="http://schemas.openxmlformats.org/drawingml/2006/main">
              <a:ext uri="{FF2B5EF4-FFF2-40B4-BE49-F238E27FC236}">
                <a16:creationId xmlns:a16="http://schemas.microsoft.com/office/drawing/2014/main" id="{1ED48877-2835-43F3-98FF-D5C3E62F76A6}"/>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defRPr sz="1125" b="1">
                <a:solidFill>
                  <a:srgbClr val="A4DDCA"/>
                </a:solidFill>
                <a:latin typeface="Noto Sans KR"/>
                <a:ea typeface="Noto Sans KR"/>
                <a:cs typeface="Noto Sans KR"/>
              </a:defRPr>
            </a:lvl1pPr>
            <a:lvl2pPr>
              <a:defRPr sz="1125" b="1">
                <a:solidFill>
                  <a:srgbClr val="A4DDCA"/>
                </a:solidFill>
                <a:latin typeface="Noto Sans KR"/>
                <a:ea typeface="Noto Sans KR"/>
                <a:cs typeface="Noto Sans KR"/>
              </a:defRPr>
            </a:lvl2pPr>
            <a:lvl3pPr>
              <a:defRPr sz="1125" b="1">
                <a:solidFill>
                  <a:srgbClr val="A4DDCA"/>
                </a:solidFill>
                <a:latin typeface="Noto Sans KR"/>
                <a:ea typeface="Noto Sans KR"/>
                <a:cs typeface="Noto Sans KR"/>
              </a:defRPr>
            </a:lvl3pPr>
            <a:lvl4pPr>
              <a:defRPr sz="1125" b="1">
                <a:solidFill>
                  <a:srgbClr val="A4DDCA"/>
                </a:solidFill>
                <a:latin typeface="Noto Sans KR"/>
                <a:ea typeface="Noto Sans KR"/>
                <a:cs typeface="Noto Sans KR"/>
              </a:defRPr>
            </a:lvl4pPr>
            <a:lvl5pPr>
              <a:defRPr sz="1125" b="1">
                <a:solidFill>
                  <a:srgbClr val="A4DDCA"/>
                </a:solidFill>
                <a:latin typeface="Noto Sans KR"/>
                <a:ea typeface="Noto Sans KR"/>
                <a:cs typeface="Noto Sans KR"/>
              </a:defRPr>
            </a:lvl5pPr>
            <a:lvl6pPr>
              <a:defRPr sz="1125" b="1">
                <a:solidFill>
                  <a:srgbClr val="A4DDCA"/>
                </a:solidFill>
                <a:latin typeface="Noto Sans KR"/>
                <a:ea typeface="Noto Sans KR"/>
                <a:cs typeface="Noto Sans KR"/>
              </a:defRPr>
            </a:lvl6pPr>
            <a:lvl7pPr>
              <a:defRPr sz="1125" b="1">
                <a:solidFill>
                  <a:srgbClr val="A4DDCA"/>
                </a:solidFill>
                <a:latin typeface="Noto Sans KR"/>
                <a:ea typeface="Noto Sans KR"/>
                <a:cs typeface="Noto Sans KR"/>
              </a:defRPr>
            </a:lvl7pPr>
            <a:lvl8pPr>
              <a:defRPr sz="1125" b="1">
                <a:solidFill>
                  <a:srgbClr val="A4DDCA"/>
                </a:solidFill>
                <a:latin typeface="Noto Sans KR"/>
                <a:ea typeface="Noto Sans KR"/>
                <a:cs typeface="Noto Sans KR"/>
              </a:defRPr>
            </a:lvl8pPr>
            <a:lvl9pPr>
              <a:defRPr sz="1125" b="1">
                <a:solidFill>
                  <a:srgbClr val="A4DDCA"/>
                </a:solidFill>
                <a:latin typeface="Noto Sans KR"/>
                <a:ea typeface="Noto Sans KR"/>
                <a:cs typeface="Noto Sans KR"/>
              </a:defRPr>
            </a:lvl9pPr>
          </a:lstStyle>
          <a:p xmlns:a="http://schemas.openxmlformats.org/drawingml/2006/main">
            <a:pPr>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FC24171B-D351-44BD-B044-F1ECF9AA76EF}"/>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defRPr sz="3000" b="1">
                <a:solidFill>
                  <a:srgbClr val="E4EFEC"/>
                </a:solidFill>
                <a:latin typeface="Noto Sans KR"/>
                <a:ea typeface="Noto Sans KR"/>
                <a:cs typeface="Noto Sans KR"/>
              </a:defRPr>
            </a:lvl1pPr>
            <a:lvl2pPr>
              <a:defRPr sz="3000" b="1">
                <a:solidFill>
                  <a:srgbClr val="E4EFEC"/>
                </a:solidFill>
                <a:latin typeface="Noto Sans KR"/>
                <a:ea typeface="Noto Sans KR"/>
                <a:cs typeface="Noto Sans KR"/>
              </a:defRPr>
            </a:lvl2pPr>
            <a:lvl3pPr>
              <a:defRPr sz="3000" b="1">
                <a:solidFill>
                  <a:srgbClr val="E4EFEC"/>
                </a:solidFill>
                <a:latin typeface="Noto Sans KR"/>
                <a:ea typeface="Noto Sans KR"/>
                <a:cs typeface="Noto Sans KR"/>
              </a:defRPr>
            </a:lvl3pPr>
            <a:lvl4pPr>
              <a:defRPr sz="3000" b="1">
                <a:solidFill>
                  <a:srgbClr val="E4EFEC"/>
                </a:solidFill>
                <a:latin typeface="Noto Sans KR"/>
                <a:ea typeface="Noto Sans KR"/>
                <a:cs typeface="Noto Sans KR"/>
              </a:defRPr>
            </a:lvl4pPr>
            <a:lvl5pPr>
              <a:defRPr sz="3000" b="1">
                <a:solidFill>
                  <a:srgbClr val="E4EFEC"/>
                </a:solidFill>
                <a:latin typeface="Noto Sans KR"/>
                <a:ea typeface="Noto Sans KR"/>
                <a:cs typeface="Noto Sans KR"/>
              </a:defRPr>
            </a:lvl5pPr>
            <a:lvl6pPr>
              <a:defRPr sz="3000" b="1">
                <a:solidFill>
                  <a:srgbClr val="E4EFEC"/>
                </a:solidFill>
                <a:latin typeface="Noto Sans KR"/>
                <a:ea typeface="Noto Sans KR"/>
                <a:cs typeface="Noto Sans KR"/>
              </a:defRPr>
            </a:lvl6pPr>
            <a:lvl7pPr>
              <a:defRPr sz="3000" b="1">
                <a:solidFill>
                  <a:srgbClr val="E4EFEC"/>
                </a:solidFill>
                <a:latin typeface="Noto Sans KR"/>
                <a:ea typeface="Noto Sans KR"/>
                <a:cs typeface="Noto Sans KR"/>
              </a:defRPr>
            </a:lvl7pPr>
            <a:lvl8pPr>
              <a:defRPr sz="3000" b="1">
                <a:solidFill>
                  <a:srgbClr val="E4EFEC"/>
                </a:solidFill>
                <a:latin typeface="Noto Sans KR"/>
                <a:ea typeface="Noto Sans KR"/>
                <a:cs typeface="Noto Sans KR"/>
              </a:defRPr>
            </a:lvl8pPr>
            <a:lvl9pPr>
              <a:defRPr sz="3000" b="1">
                <a:solidFill>
                  <a:srgbClr val="E4EFEC"/>
                </a:solidFill>
                <a:latin typeface="Noto Sans KR"/>
                <a:ea typeface="Noto Sans KR"/>
                <a:cs typeface="Noto Sans KR"/>
              </a:defRPr>
            </a:lvl9pPr>
          </a:lstStyle>
          <a:p xmlns:a="http://schemas.openxmlformats.org/drawingml/2006/main">
            <a:pPr>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정보를 정리하는 네 가지 방식</a:t>
            </a:r>
          </a:p>
        </p:txBody>
      </p:sp>
      <p:graphicFrame>
        <p:nvGraphicFramePr>
          <p:cNvPr id="3" name="">
            <a:extLst xmlns:a="http://schemas.openxmlformats.org/drawingml/2006/main">
              <a:ext uri="{FF2B5EF4-FFF2-40B4-BE49-F238E27FC236}">
                <a16:creationId xmlns:a16="http://schemas.microsoft.com/office/drawing/2014/main" id="{37AADB34-0DE1-40C5-92E5-0B8A0499CE82}"/>
              </a:ext>
            </a:extLst>
          </p:cNvPr>
          <p:cNvGraphicFramePr/>
          <p:nvPr/>
        </p:nvGraphicFramePr>
        <p:xfrm>
          <a:off xmlns:a="http://schemas.openxmlformats.org/drawingml/2006/main" x="609600" y="1866900"/>
          <a:ext xmlns:a="http://schemas.openxmlformats.org/drawingml/2006/main" cx="10972800" cy="3095625"/>
        </p:xfrm>
        <a:graphic xmlns:a="http://schemas.openxmlformats.org/drawingml/2006/main">
          <a:graphicData uri="http://schemas.openxmlformats.org/drawingml/2006/table">
            <a:tbl>
              <a:tblPr/>
              <a:tblGrid>
                <a:gridCol w="2286000"/>
                <a:gridCol w="3857625"/>
                <a:gridCol w="4829175"/>
              </a:tblGrid>
              <a:tr h="619125">
                <a:tc>
                  <a:txBody>
                    <a:bodyPr/>
                    <a:lstStyle/>
                    <a:p>
                      <a:r>
                        <a:rPr sz="1800" b="1">
                          <a:solidFill>
                            <a:srgbClr val="A4DDCA"/>
                          </a:solidFill>
                          <a:latin typeface="Noto Sans KR"/>
                          <a:ea typeface="Noto Sans KR"/>
                          <a:cs typeface="Noto Sans KR"/>
                        </a:rPr>
                        <a:t>방식</a:t>
                      </a:r>
                    </a:p>
                  </a:txBody>
                  <a:tcPr marL="114300" marR="114300" marT="95250" marB="95250" anchor="ctr">
                    <a:lnL w="9525">
                      <a:solidFill>
                        <a:srgbClr val="284B5A"/>
                      </a:solidFill>
                      <a:prstDash val="solid"/>
                    </a:lnL>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c>
                  <a:txBody>
                    <a:bodyPr/>
                    <a:lstStyle/>
                    <a:p>
                      <a:r>
                        <a:rPr sz="1800" b="1">
                          <a:solidFill>
                            <a:srgbClr val="A4DDCA"/>
                          </a:solidFill>
                          <a:latin typeface="Noto Sans KR"/>
                          <a:ea typeface="Noto Sans KR"/>
                          <a:cs typeface="Noto Sans KR"/>
                        </a:rPr>
                        <a:t>쉽게 말하면</a:t>
                      </a:r>
                    </a:p>
                  </a:txBody>
                  <a:tcPr marL="114300" marR="114300" marT="95250" marB="95250" anchor="ctr">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c>
                  <a:txBody>
                    <a:bodyPr/>
                    <a:lstStyle/>
                    <a:p>
                      <a:r>
                        <a:rPr sz="1800" b="1">
                          <a:solidFill>
                            <a:srgbClr val="A4DDCA"/>
                          </a:solidFill>
                          <a:latin typeface="Noto Sans KR"/>
                          <a:ea typeface="Noto Sans KR"/>
                          <a:cs typeface="Noto Sans KR"/>
                        </a:rPr>
                        <a:t>예시</a:t>
                      </a:r>
                    </a:p>
                  </a:txBody>
                  <a:tcPr marL="114300" marR="114300" marT="95250" marB="95250" anchor="ctr">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r>
              <a:tr h="619125">
                <a:tc>
                  <a:txBody>
                    <a:bodyPr/>
                    <a:lstStyle/>
                    <a:p>
                      <a:r>
                        <a:rPr sz="1725" b="0">
                          <a:solidFill>
                            <a:srgbClr val="E4EFEC"/>
                          </a:solidFill>
                          <a:latin typeface="Noto Sans KR"/>
                          <a:ea typeface="Noto Sans KR"/>
                          <a:cs typeface="Noto Sans KR"/>
                        </a:rPr>
                        <a:t>DB 스키마</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데이터를 저장할 틀</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회사 테이블, 시스템 테이블</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분류체계</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종류를 나누는 기준</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예측모델은 소프트웨어의 한 종류</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온톨로지</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대상·관계·규칙의 정의</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사용 관계, 상위 종류, 역관계</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지식 그래프</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실제 대상들이 연결된 사실</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배차시스템이 도착예측모델에 의존</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bl>
          </a:graphicData>
        </a:graphic>
      </p:graphicFrame>
      <p:sp>
        <p:nvSpPr>
          <p:cNvPr id="4" name="page">
            <a:extLst xmlns:a="http://schemas.openxmlformats.org/drawingml/2006/main">
              <a:ext uri="{FF2B5EF4-FFF2-40B4-BE49-F238E27FC236}">
                <a16:creationId xmlns:a16="http://schemas.microsoft.com/office/drawing/2014/main" id="{3DF35948-391E-4A9B-948A-AA166BAAF05C}"/>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defRPr sz="1125" b="0">
                <a:solidFill>
                  <a:srgbClr val="8EABB7"/>
                </a:solidFill>
                <a:latin typeface="Noto Sans KR"/>
                <a:ea typeface="Noto Sans KR"/>
                <a:cs typeface="Noto Sans KR"/>
              </a:defRPr>
            </a:lvl1pPr>
            <a:lvl2pPr>
              <a:defRPr sz="1125" b="0">
                <a:solidFill>
                  <a:srgbClr val="8EABB7"/>
                </a:solidFill>
                <a:latin typeface="Noto Sans KR"/>
                <a:ea typeface="Noto Sans KR"/>
                <a:cs typeface="Noto Sans KR"/>
              </a:defRPr>
            </a:lvl2pPr>
            <a:lvl3pPr>
              <a:defRPr sz="1125" b="0">
                <a:solidFill>
                  <a:srgbClr val="8EABB7"/>
                </a:solidFill>
                <a:latin typeface="Noto Sans KR"/>
                <a:ea typeface="Noto Sans KR"/>
                <a:cs typeface="Noto Sans KR"/>
              </a:defRPr>
            </a:lvl3pPr>
            <a:lvl4pPr>
              <a:defRPr sz="1125" b="0">
                <a:solidFill>
                  <a:srgbClr val="8EABB7"/>
                </a:solidFill>
                <a:latin typeface="Noto Sans KR"/>
                <a:ea typeface="Noto Sans KR"/>
                <a:cs typeface="Noto Sans KR"/>
              </a:defRPr>
            </a:lvl4pPr>
            <a:lvl5pPr>
              <a:defRPr sz="1125" b="0">
                <a:solidFill>
                  <a:srgbClr val="8EABB7"/>
                </a:solidFill>
                <a:latin typeface="Noto Sans KR"/>
                <a:ea typeface="Noto Sans KR"/>
                <a:cs typeface="Noto Sans KR"/>
              </a:defRPr>
            </a:lvl5pPr>
            <a:lvl6pPr>
              <a:defRPr sz="1125" b="0">
                <a:solidFill>
                  <a:srgbClr val="8EABB7"/>
                </a:solidFill>
                <a:latin typeface="Noto Sans KR"/>
                <a:ea typeface="Noto Sans KR"/>
                <a:cs typeface="Noto Sans KR"/>
              </a:defRPr>
            </a:lvl6pPr>
            <a:lvl7pPr>
              <a:defRPr sz="1125" b="0">
                <a:solidFill>
                  <a:srgbClr val="8EABB7"/>
                </a:solidFill>
                <a:latin typeface="Noto Sans KR"/>
                <a:ea typeface="Noto Sans KR"/>
                <a:cs typeface="Noto Sans KR"/>
              </a:defRPr>
            </a:lvl7pPr>
            <a:lvl8pPr>
              <a:defRPr sz="1125" b="0">
                <a:solidFill>
                  <a:srgbClr val="8EABB7"/>
                </a:solidFill>
                <a:latin typeface="Noto Sans KR"/>
                <a:ea typeface="Noto Sans KR"/>
                <a:cs typeface="Noto Sans KR"/>
              </a:defRPr>
            </a:lvl8pPr>
            <a:lvl9pPr>
              <a:defRPr sz="1125" b="0">
                <a:solidFill>
                  <a:srgbClr val="8EABB7"/>
                </a:solidFill>
                <a:latin typeface="Noto Sans KR"/>
                <a:ea typeface="Noto Sans KR"/>
                <a:cs typeface="Noto Sans KR"/>
              </a:defRPr>
            </a:lvl9pPr>
          </a:lstStyle>
          <a:p xmlns:a="http://schemas.openxmlformats.org/drawingml/2006/main">
            <a:pPr>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04</a:t>
            </a:r>
          </a:p>
        </p:txBody>
      </p:sp>
    </p:spTree>
    <p:extLst>
      <p:ext uri="{BB962C8B-B14F-4D97-AF65-F5344CB8AC3E}">
        <p14:creationId xmlns:p14="http://schemas.microsoft.com/office/powerpoint/2010/main" val="1838804072"/>
      </p:ext>
    </p:extLst>
  </p:cSld>
</p:sld>
</file>

<file path=ppt/slides/slide5.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5" name="section">
            <a:extLst xmlns:a="http://schemas.openxmlformats.org/drawingml/2006/main">
              <a:ext uri="{FF2B5EF4-FFF2-40B4-BE49-F238E27FC236}">
                <a16:creationId xmlns:a16="http://schemas.microsoft.com/office/drawing/2014/main" id="{1A21BAAD-FF5A-4F93-BE3D-170C627B6EAF}"/>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defRPr sz="1125" b="1">
                <a:solidFill>
                  <a:srgbClr val="A4DDCA"/>
                </a:solidFill>
                <a:latin typeface="Noto Sans KR"/>
                <a:ea typeface="Noto Sans KR"/>
                <a:cs typeface="Noto Sans KR"/>
              </a:defRPr>
            </a:lvl1pPr>
            <a:lvl2pPr>
              <a:defRPr sz="1125" b="1">
                <a:solidFill>
                  <a:srgbClr val="A4DDCA"/>
                </a:solidFill>
                <a:latin typeface="Noto Sans KR"/>
                <a:ea typeface="Noto Sans KR"/>
                <a:cs typeface="Noto Sans KR"/>
              </a:defRPr>
            </a:lvl2pPr>
            <a:lvl3pPr>
              <a:defRPr sz="1125" b="1">
                <a:solidFill>
                  <a:srgbClr val="A4DDCA"/>
                </a:solidFill>
                <a:latin typeface="Noto Sans KR"/>
                <a:ea typeface="Noto Sans KR"/>
                <a:cs typeface="Noto Sans KR"/>
              </a:defRPr>
            </a:lvl3pPr>
            <a:lvl4pPr>
              <a:defRPr sz="1125" b="1">
                <a:solidFill>
                  <a:srgbClr val="A4DDCA"/>
                </a:solidFill>
                <a:latin typeface="Noto Sans KR"/>
                <a:ea typeface="Noto Sans KR"/>
                <a:cs typeface="Noto Sans KR"/>
              </a:defRPr>
            </a:lvl4pPr>
            <a:lvl5pPr>
              <a:defRPr sz="1125" b="1">
                <a:solidFill>
                  <a:srgbClr val="A4DDCA"/>
                </a:solidFill>
                <a:latin typeface="Noto Sans KR"/>
                <a:ea typeface="Noto Sans KR"/>
                <a:cs typeface="Noto Sans KR"/>
              </a:defRPr>
            </a:lvl5pPr>
            <a:lvl6pPr>
              <a:defRPr sz="1125" b="1">
                <a:solidFill>
                  <a:srgbClr val="A4DDCA"/>
                </a:solidFill>
                <a:latin typeface="Noto Sans KR"/>
                <a:ea typeface="Noto Sans KR"/>
                <a:cs typeface="Noto Sans KR"/>
              </a:defRPr>
            </a:lvl6pPr>
            <a:lvl7pPr>
              <a:defRPr sz="1125" b="1">
                <a:solidFill>
                  <a:srgbClr val="A4DDCA"/>
                </a:solidFill>
                <a:latin typeface="Noto Sans KR"/>
                <a:ea typeface="Noto Sans KR"/>
                <a:cs typeface="Noto Sans KR"/>
              </a:defRPr>
            </a:lvl7pPr>
            <a:lvl8pPr>
              <a:defRPr sz="1125" b="1">
                <a:solidFill>
                  <a:srgbClr val="A4DDCA"/>
                </a:solidFill>
                <a:latin typeface="Noto Sans KR"/>
                <a:ea typeface="Noto Sans KR"/>
                <a:cs typeface="Noto Sans KR"/>
              </a:defRPr>
            </a:lvl8pPr>
            <a:lvl9pPr>
              <a:defRPr sz="1125" b="1">
                <a:solidFill>
                  <a:srgbClr val="A4DDCA"/>
                </a:solidFill>
                <a:latin typeface="Noto Sans KR"/>
                <a:ea typeface="Noto Sans KR"/>
                <a:cs typeface="Noto Sans KR"/>
              </a:defRPr>
            </a:lvl9pPr>
          </a:lstStyle>
          <a:p xmlns:a="http://schemas.openxmlformats.org/drawingml/2006/main">
            <a:pPr>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ED46A580-9C93-4CBA-8D3A-399378099C6B}"/>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defRPr sz="3000" b="1">
                <a:solidFill>
                  <a:srgbClr val="E4EFEC"/>
                </a:solidFill>
                <a:latin typeface="Noto Sans KR"/>
                <a:ea typeface="Noto Sans KR"/>
                <a:cs typeface="Noto Sans KR"/>
              </a:defRPr>
            </a:lvl1pPr>
            <a:lvl2pPr>
              <a:defRPr sz="3000" b="1">
                <a:solidFill>
                  <a:srgbClr val="E4EFEC"/>
                </a:solidFill>
                <a:latin typeface="Noto Sans KR"/>
                <a:ea typeface="Noto Sans KR"/>
                <a:cs typeface="Noto Sans KR"/>
              </a:defRPr>
            </a:lvl2pPr>
            <a:lvl3pPr>
              <a:defRPr sz="3000" b="1">
                <a:solidFill>
                  <a:srgbClr val="E4EFEC"/>
                </a:solidFill>
                <a:latin typeface="Noto Sans KR"/>
                <a:ea typeface="Noto Sans KR"/>
                <a:cs typeface="Noto Sans KR"/>
              </a:defRPr>
            </a:lvl3pPr>
            <a:lvl4pPr>
              <a:defRPr sz="3000" b="1">
                <a:solidFill>
                  <a:srgbClr val="E4EFEC"/>
                </a:solidFill>
                <a:latin typeface="Noto Sans KR"/>
                <a:ea typeface="Noto Sans KR"/>
                <a:cs typeface="Noto Sans KR"/>
              </a:defRPr>
            </a:lvl4pPr>
            <a:lvl5pPr>
              <a:defRPr sz="3000" b="1">
                <a:solidFill>
                  <a:srgbClr val="E4EFEC"/>
                </a:solidFill>
                <a:latin typeface="Noto Sans KR"/>
                <a:ea typeface="Noto Sans KR"/>
                <a:cs typeface="Noto Sans KR"/>
              </a:defRPr>
            </a:lvl5pPr>
            <a:lvl6pPr>
              <a:defRPr sz="3000" b="1">
                <a:solidFill>
                  <a:srgbClr val="E4EFEC"/>
                </a:solidFill>
                <a:latin typeface="Noto Sans KR"/>
                <a:ea typeface="Noto Sans KR"/>
                <a:cs typeface="Noto Sans KR"/>
              </a:defRPr>
            </a:lvl6pPr>
            <a:lvl7pPr>
              <a:defRPr sz="3000" b="1">
                <a:solidFill>
                  <a:srgbClr val="E4EFEC"/>
                </a:solidFill>
                <a:latin typeface="Noto Sans KR"/>
                <a:ea typeface="Noto Sans KR"/>
                <a:cs typeface="Noto Sans KR"/>
              </a:defRPr>
            </a:lvl7pPr>
            <a:lvl8pPr>
              <a:defRPr sz="3000" b="1">
                <a:solidFill>
                  <a:srgbClr val="E4EFEC"/>
                </a:solidFill>
                <a:latin typeface="Noto Sans KR"/>
                <a:ea typeface="Noto Sans KR"/>
                <a:cs typeface="Noto Sans KR"/>
              </a:defRPr>
            </a:lvl8pPr>
            <a:lvl9pPr>
              <a:defRPr sz="3000" b="1">
                <a:solidFill>
                  <a:srgbClr val="E4EFEC"/>
                </a:solidFill>
                <a:latin typeface="Noto Sans KR"/>
                <a:ea typeface="Noto Sans KR"/>
                <a:cs typeface="Noto Sans KR"/>
              </a:defRPr>
            </a:lvl9pPr>
          </a:lstStyle>
          <a:p xmlns:a="http://schemas.openxmlformats.org/drawingml/2006/main">
            <a:pPr>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종류·실제 대상·관계·값</a:t>
            </a:r>
          </a:p>
        </p:txBody>
      </p:sp>
      <p:graphicFrame>
        <p:nvGraphicFramePr>
          <p:cNvPr id="3" name="">
            <a:extLst xmlns:a="http://schemas.openxmlformats.org/drawingml/2006/main">
              <a:ext uri="{FF2B5EF4-FFF2-40B4-BE49-F238E27FC236}">
                <a16:creationId xmlns:a16="http://schemas.microsoft.com/office/drawing/2014/main" id="{14215D39-BD62-4074-A071-B66B9FFC75DD}"/>
              </a:ext>
            </a:extLst>
          </p:cNvPr>
          <p:cNvGraphicFramePr/>
          <p:nvPr/>
        </p:nvGraphicFramePr>
        <p:xfrm>
          <a:off xmlns:a="http://schemas.openxmlformats.org/drawingml/2006/main" x="609600" y="1866900"/>
          <a:ext xmlns:a="http://schemas.openxmlformats.org/drawingml/2006/main" cx="10972800" cy="3095625"/>
        </p:xfrm>
        <a:graphic xmlns:a="http://schemas.openxmlformats.org/drawingml/2006/main">
          <a:graphicData uri="http://schemas.openxmlformats.org/drawingml/2006/table">
            <a:tbl>
              <a:tblPr/>
              <a:tblGrid>
                <a:gridCol w="2286000"/>
                <a:gridCol w="3857625"/>
                <a:gridCol w="4829175"/>
              </a:tblGrid>
              <a:tr h="619125">
                <a:tc>
                  <a:txBody>
                    <a:bodyPr/>
                    <a:lstStyle/>
                    <a:p>
                      <a:r>
                        <a:rPr sz="1800" b="1">
                          <a:solidFill>
                            <a:srgbClr val="A4DDCA"/>
                          </a:solidFill>
                          <a:latin typeface="Noto Sans KR"/>
                          <a:ea typeface="Noto Sans KR"/>
                          <a:cs typeface="Noto Sans KR"/>
                        </a:rPr>
                        <a:t>용어</a:t>
                      </a:r>
                    </a:p>
                  </a:txBody>
                  <a:tcPr marL="114300" marR="114300" marT="95250" marB="95250" anchor="ctr">
                    <a:lnL w="9525">
                      <a:solidFill>
                        <a:srgbClr val="284B5A"/>
                      </a:solidFill>
                      <a:prstDash val="solid"/>
                    </a:lnL>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c>
                  <a:txBody>
                    <a:bodyPr/>
                    <a:lstStyle/>
                    <a:p>
                      <a:r>
                        <a:rPr sz="1800" b="1">
                          <a:solidFill>
                            <a:srgbClr val="A4DDCA"/>
                          </a:solidFill>
                          <a:latin typeface="Noto Sans KR"/>
                          <a:ea typeface="Noto Sans KR"/>
                          <a:cs typeface="Noto Sans KR"/>
                        </a:rPr>
                        <a:t>뜻</a:t>
                      </a:r>
                    </a:p>
                  </a:txBody>
                  <a:tcPr marL="114300" marR="114300" marT="95250" marB="95250" anchor="ctr">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c>
                  <a:txBody>
                    <a:bodyPr/>
                    <a:lstStyle/>
                    <a:p>
                      <a:r>
                        <a:rPr sz="1800" b="1">
                          <a:solidFill>
                            <a:srgbClr val="A4DDCA"/>
                          </a:solidFill>
                          <a:latin typeface="Noto Sans KR"/>
                          <a:ea typeface="Noto Sans KR"/>
                          <a:cs typeface="Noto Sans KR"/>
                        </a:rPr>
                        <a:t>예시</a:t>
                      </a:r>
                    </a:p>
                  </a:txBody>
                  <a:tcPr marL="114300" marR="114300" marT="95250" marB="95250" anchor="ctr">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r>
              <a:tr h="619125">
                <a:tc>
                  <a:txBody>
                    <a:bodyPr/>
                    <a:lstStyle/>
                    <a:p>
                      <a:r>
                        <a:rPr sz="1725" b="0">
                          <a:solidFill>
                            <a:srgbClr val="E4EFEC"/>
                          </a:solidFill>
                          <a:latin typeface="Noto Sans KR"/>
                          <a:ea typeface="Noto Sans KR"/>
                          <a:cs typeface="Noto Sans KR"/>
                        </a:rPr>
                        <a:t>클래스 / Class</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대상의 종류</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예측모델이라는 종류</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개체 / Individual</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실제 대상 하나</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우리가 사용하는 도착예측모델</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관계 / Object property</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대상과 대상의 연결</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배차시스템이 모델에 의존</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값 / Literal</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문자나 숫자</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문서 설명, 처리 시간 3초</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bl>
          </a:graphicData>
        </a:graphic>
      </p:graphicFrame>
      <p:sp>
        <p:nvSpPr>
          <p:cNvPr id="4" name="page">
            <a:extLst xmlns:a="http://schemas.openxmlformats.org/drawingml/2006/main">
              <a:ext uri="{FF2B5EF4-FFF2-40B4-BE49-F238E27FC236}">
                <a16:creationId xmlns:a16="http://schemas.microsoft.com/office/drawing/2014/main" id="{E562FE1D-C257-4DA8-81AC-1F45573A44D4}"/>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defRPr sz="1125" b="0">
                <a:solidFill>
                  <a:srgbClr val="8EABB7"/>
                </a:solidFill>
                <a:latin typeface="Noto Sans KR"/>
                <a:ea typeface="Noto Sans KR"/>
                <a:cs typeface="Noto Sans KR"/>
              </a:defRPr>
            </a:lvl1pPr>
            <a:lvl2pPr>
              <a:defRPr sz="1125" b="0">
                <a:solidFill>
                  <a:srgbClr val="8EABB7"/>
                </a:solidFill>
                <a:latin typeface="Noto Sans KR"/>
                <a:ea typeface="Noto Sans KR"/>
                <a:cs typeface="Noto Sans KR"/>
              </a:defRPr>
            </a:lvl2pPr>
            <a:lvl3pPr>
              <a:defRPr sz="1125" b="0">
                <a:solidFill>
                  <a:srgbClr val="8EABB7"/>
                </a:solidFill>
                <a:latin typeface="Noto Sans KR"/>
                <a:ea typeface="Noto Sans KR"/>
                <a:cs typeface="Noto Sans KR"/>
              </a:defRPr>
            </a:lvl3pPr>
            <a:lvl4pPr>
              <a:defRPr sz="1125" b="0">
                <a:solidFill>
                  <a:srgbClr val="8EABB7"/>
                </a:solidFill>
                <a:latin typeface="Noto Sans KR"/>
                <a:ea typeface="Noto Sans KR"/>
                <a:cs typeface="Noto Sans KR"/>
              </a:defRPr>
            </a:lvl4pPr>
            <a:lvl5pPr>
              <a:defRPr sz="1125" b="0">
                <a:solidFill>
                  <a:srgbClr val="8EABB7"/>
                </a:solidFill>
                <a:latin typeface="Noto Sans KR"/>
                <a:ea typeface="Noto Sans KR"/>
                <a:cs typeface="Noto Sans KR"/>
              </a:defRPr>
            </a:lvl5pPr>
            <a:lvl6pPr>
              <a:defRPr sz="1125" b="0">
                <a:solidFill>
                  <a:srgbClr val="8EABB7"/>
                </a:solidFill>
                <a:latin typeface="Noto Sans KR"/>
                <a:ea typeface="Noto Sans KR"/>
                <a:cs typeface="Noto Sans KR"/>
              </a:defRPr>
            </a:lvl6pPr>
            <a:lvl7pPr>
              <a:defRPr sz="1125" b="0">
                <a:solidFill>
                  <a:srgbClr val="8EABB7"/>
                </a:solidFill>
                <a:latin typeface="Noto Sans KR"/>
                <a:ea typeface="Noto Sans KR"/>
                <a:cs typeface="Noto Sans KR"/>
              </a:defRPr>
            </a:lvl7pPr>
            <a:lvl8pPr>
              <a:defRPr sz="1125" b="0">
                <a:solidFill>
                  <a:srgbClr val="8EABB7"/>
                </a:solidFill>
                <a:latin typeface="Noto Sans KR"/>
                <a:ea typeface="Noto Sans KR"/>
                <a:cs typeface="Noto Sans KR"/>
              </a:defRPr>
            </a:lvl8pPr>
            <a:lvl9pPr>
              <a:defRPr sz="1125" b="0">
                <a:solidFill>
                  <a:srgbClr val="8EABB7"/>
                </a:solidFill>
                <a:latin typeface="Noto Sans KR"/>
                <a:ea typeface="Noto Sans KR"/>
                <a:cs typeface="Noto Sans KR"/>
              </a:defRPr>
            </a:lvl9pPr>
          </a:lstStyle>
          <a:p xmlns:a="http://schemas.openxmlformats.org/drawingml/2006/main">
            <a:pPr>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05</a:t>
            </a:r>
          </a:p>
        </p:txBody>
      </p:sp>
    </p:spTree>
    <p:extLst>
      <p:ext uri="{BB962C8B-B14F-4D97-AF65-F5344CB8AC3E}">
        <p14:creationId xmlns:p14="http://schemas.microsoft.com/office/powerpoint/2010/main" val="1985404544"/>
      </p:ext>
    </p:extLst>
  </p:cSld>
</p:sld>
</file>

<file path=ppt/slides/slide6.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5" name="section">
            <a:extLst xmlns:a="http://schemas.openxmlformats.org/drawingml/2006/main">
              <a:ext uri="{FF2B5EF4-FFF2-40B4-BE49-F238E27FC236}">
                <a16:creationId xmlns:a16="http://schemas.microsoft.com/office/drawing/2014/main" id="{52ED0038-EFE3-4E29-9736-4D3201A1AC84}"/>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defRPr sz="1125" b="1">
                <a:solidFill>
                  <a:srgbClr val="A4DDCA"/>
                </a:solidFill>
                <a:latin typeface="Noto Sans KR"/>
                <a:ea typeface="Noto Sans KR"/>
                <a:cs typeface="Noto Sans KR"/>
              </a:defRPr>
            </a:lvl1pPr>
            <a:lvl2pPr>
              <a:defRPr sz="1125" b="1">
                <a:solidFill>
                  <a:srgbClr val="A4DDCA"/>
                </a:solidFill>
                <a:latin typeface="Noto Sans KR"/>
                <a:ea typeface="Noto Sans KR"/>
                <a:cs typeface="Noto Sans KR"/>
              </a:defRPr>
            </a:lvl2pPr>
            <a:lvl3pPr>
              <a:defRPr sz="1125" b="1">
                <a:solidFill>
                  <a:srgbClr val="A4DDCA"/>
                </a:solidFill>
                <a:latin typeface="Noto Sans KR"/>
                <a:ea typeface="Noto Sans KR"/>
                <a:cs typeface="Noto Sans KR"/>
              </a:defRPr>
            </a:lvl3pPr>
            <a:lvl4pPr>
              <a:defRPr sz="1125" b="1">
                <a:solidFill>
                  <a:srgbClr val="A4DDCA"/>
                </a:solidFill>
                <a:latin typeface="Noto Sans KR"/>
                <a:ea typeface="Noto Sans KR"/>
                <a:cs typeface="Noto Sans KR"/>
              </a:defRPr>
            </a:lvl4pPr>
            <a:lvl5pPr>
              <a:defRPr sz="1125" b="1">
                <a:solidFill>
                  <a:srgbClr val="A4DDCA"/>
                </a:solidFill>
                <a:latin typeface="Noto Sans KR"/>
                <a:ea typeface="Noto Sans KR"/>
                <a:cs typeface="Noto Sans KR"/>
              </a:defRPr>
            </a:lvl5pPr>
            <a:lvl6pPr>
              <a:defRPr sz="1125" b="1">
                <a:solidFill>
                  <a:srgbClr val="A4DDCA"/>
                </a:solidFill>
                <a:latin typeface="Noto Sans KR"/>
                <a:ea typeface="Noto Sans KR"/>
                <a:cs typeface="Noto Sans KR"/>
              </a:defRPr>
            </a:lvl6pPr>
            <a:lvl7pPr>
              <a:defRPr sz="1125" b="1">
                <a:solidFill>
                  <a:srgbClr val="A4DDCA"/>
                </a:solidFill>
                <a:latin typeface="Noto Sans KR"/>
                <a:ea typeface="Noto Sans KR"/>
                <a:cs typeface="Noto Sans KR"/>
              </a:defRPr>
            </a:lvl7pPr>
            <a:lvl8pPr>
              <a:defRPr sz="1125" b="1">
                <a:solidFill>
                  <a:srgbClr val="A4DDCA"/>
                </a:solidFill>
                <a:latin typeface="Noto Sans KR"/>
                <a:ea typeface="Noto Sans KR"/>
                <a:cs typeface="Noto Sans KR"/>
              </a:defRPr>
            </a:lvl8pPr>
            <a:lvl9pPr>
              <a:defRPr sz="1125" b="1">
                <a:solidFill>
                  <a:srgbClr val="A4DDCA"/>
                </a:solidFill>
                <a:latin typeface="Noto Sans KR"/>
                <a:ea typeface="Noto Sans KR"/>
                <a:cs typeface="Noto Sans KR"/>
              </a:defRPr>
            </a:lvl9pPr>
          </a:lstStyle>
          <a:p xmlns:a="http://schemas.openxmlformats.org/drawingml/2006/main">
            <a:pPr>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46492902-1FE9-49DD-940B-18EF2F19CA78}"/>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defRPr sz="3000" b="1">
                <a:solidFill>
                  <a:srgbClr val="E4EFEC"/>
                </a:solidFill>
                <a:latin typeface="Noto Sans KR"/>
                <a:ea typeface="Noto Sans KR"/>
                <a:cs typeface="Noto Sans KR"/>
              </a:defRPr>
            </a:lvl1pPr>
            <a:lvl2pPr>
              <a:defRPr sz="3000" b="1">
                <a:solidFill>
                  <a:srgbClr val="E4EFEC"/>
                </a:solidFill>
                <a:latin typeface="Noto Sans KR"/>
                <a:ea typeface="Noto Sans KR"/>
                <a:cs typeface="Noto Sans KR"/>
              </a:defRPr>
            </a:lvl2pPr>
            <a:lvl3pPr>
              <a:defRPr sz="3000" b="1">
                <a:solidFill>
                  <a:srgbClr val="E4EFEC"/>
                </a:solidFill>
                <a:latin typeface="Noto Sans KR"/>
                <a:ea typeface="Noto Sans KR"/>
                <a:cs typeface="Noto Sans KR"/>
              </a:defRPr>
            </a:lvl3pPr>
            <a:lvl4pPr>
              <a:defRPr sz="3000" b="1">
                <a:solidFill>
                  <a:srgbClr val="E4EFEC"/>
                </a:solidFill>
                <a:latin typeface="Noto Sans KR"/>
                <a:ea typeface="Noto Sans KR"/>
                <a:cs typeface="Noto Sans KR"/>
              </a:defRPr>
            </a:lvl4pPr>
            <a:lvl5pPr>
              <a:defRPr sz="3000" b="1">
                <a:solidFill>
                  <a:srgbClr val="E4EFEC"/>
                </a:solidFill>
                <a:latin typeface="Noto Sans KR"/>
                <a:ea typeface="Noto Sans KR"/>
                <a:cs typeface="Noto Sans KR"/>
              </a:defRPr>
            </a:lvl5pPr>
            <a:lvl6pPr>
              <a:defRPr sz="3000" b="1">
                <a:solidFill>
                  <a:srgbClr val="E4EFEC"/>
                </a:solidFill>
                <a:latin typeface="Noto Sans KR"/>
                <a:ea typeface="Noto Sans KR"/>
                <a:cs typeface="Noto Sans KR"/>
              </a:defRPr>
            </a:lvl6pPr>
            <a:lvl7pPr>
              <a:defRPr sz="3000" b="1">
                <a:solidFill>
                  <a:srgbClr val="E4EFEC"/>
                </a:solidFill>
                <a:latin typeface="Noto Sans KR"/>
                <a:ea typeface="Noto Sans KR"/>
                <a:cs typeface="Noto Sans KR"/>
              </a:defRPr>
            </a:lvl7pPr>
            <a:lvl8pPr>
              <a:defRPr sz="3000" b="1">
                <a:solidFill>
                  <a:srgbClr val="E4EFEC"/>
                </a:solidFill>
                <a:latin typeface="Noto Sans KR"/>
                <a:ea typeface="Noto Sans KR"/>
                <a:cs typeface="Noto Sans KR"/>
              </a:defRPr>
            </a:lvl8pPr>
            <a:lvl9pPr>
              <a:defRPr sz="3000" b="1">
                <a:solidFill>
                  <a:srgbClr val="E4EFEC"/>
                </a:solidFill>
                <a:latin typeface="Noto Sans KR"/>
                <a:ea typeface="Noto Sans KR"/>
                <a:cs typeface="Noto Sans KR"/>
              </a:defRPr>
            </a:lvl9pPr>
          </a:lstStyle>
          <a:p xmlns:a="http://schemas.openxmlformats.org/drawingml/2006/main">
            <a:pPr>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표준 이름은 역할로 기억하면 됩니다</a:t>
            </a:r>
          </a:p>
        </p:txBody>
      </p:sp>
      <p:graphicFrame>
        <p:nvGraphicFramePr>
          <p:cNvPr id="3" name="">
            <a:extLst xmlns:a="http://schemas.openxmlformats.org/drawingml/2006/main">
              <a:ext uri="{FF2B5EF4-FFF2-40B4-BE49-F238E27FC236}">
                <a16:creationId xmlns:a16="http://schemas.microsoft.com/office/drawing/2014/main" id="{73D89BEB-1CDA-47D3-9672-0BA2554BC2F9}"/>
              </a:ext>
            </a:extLst>
          </p:cNvPr>
          <p:cNvGraphicFramePr/>
          <p:nvPr/>
        </p:nvGraphicFramePr>
        <p:xfrm>
          <a:off xmlns:a="http://schemas.openxmlformats.org/drawingml/2006/main" x="609600" y="1866900"/>
          <a:ext xmlns:a="http://schemas.openxmlformats.org/drawingml/2006/main" cx="10972800" cy="3095625"/>
        </p:xfrm>
        <a:graphic xmlns:a="http://schemas.openxmlformats.org/drawingml/2006/main">
          <a:graphicData uri="http://schemas.openxmlformats.org/drawingml/2006/table">
            <a:tbl>
              <a:tblPr/>
              <a:tblGrid>
                <a:gridCol w="2286000"/>
                <a:gridCol w="3857625"/>
                <a:gridCol w="4829175"/>
              </a:tblGrid>
              <a:tr h="619125">
                <a:tc>
                  <a:txBody>
                    <a:bodyPr/>
                    <a:lstStyle/>
                    <a:p>
                      <a:r>
                        <a:rPr sz="1800" b="1">
                          <a:solidFill>
                            <a:srgbClr val="A4DDCA"/>
                          </a:solidFill>
                          <a:latin typeface="Noto Sans KR"/>
                          <a:ea typeface="Noto Sans KR"/>
                          <a:cs typeface="Noto Sans KR"/>
                        </a:rPr>
                        <a:t>이름</a:t>
                      </a:r>
                    </a:p>
                  </a:txBody>
                  <a:tcPr marL="114300" marR="114300" marT="95250" marB="95250" anchor="ctr">
                    <a:lnL w="9525">
                      <a:solidFill>
                        <a:srgbClr val="284B5A"/>
                      </a:solidFill>
                      <a:prstDash val="solid"/>
                    </a:lnL>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c>
                  <a:txBody>
                    <a:bodyPr/>
                    <a:lstStyle/>
                    <a:p>
                      <a:r>
                        <a:rPr sz="1800" b="1">
                          <a:solidFill>
                            <a:srgbClr val="A4DDCA"/>
                          </a:solidFill>
                          <a:latin typeface="Noto Sans KR"/>
                          <a:ea typeface="Noto Sans KR"/>
                          <a:cs typeface="Noto Sans KR"/>
                        </a:rPr>
                        <a:t>담당하는 일</a:t>
                      </a:r>
                    </a:p>
                  </a:txBody>
                  <a:tcPr marL="114300" marR="114300" marT="95250" marB="95250" anchor="ctr">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c>
                  <a:txBody>
                    <a:bodyPr/>
                    <a:lstStyle/>
                    <a:p>
                      <a:r>
                        <a:rPr sz="1800" b="1">
                          <a:solidFill>
                            <a:srgbClr val="A4DDCA"/>
                          </a:solidFill>
                          <a:latin typeface="Noto Sans KR"/>
                          <a:ea typeface="Noto Sans KR"/>
                          <a:cs typeface="Noto Sans KR"/>
                        </a:rPr>
                        <a:t>실습에서 하는 일</a:t>
                      </a:r>
                    </a:p>
                  </a:txBody>
                  <a:tcPr marL="114300" marR="114300" marT="95250" marB="95250" anchor="ctr">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r>
              <a:tr h="619125">
                <a:tc>
                  <a:txBody>
                    <a:bodyPr/>
                    <a:lstStyle/>
                    <a:p>
                      <a:r>
                        <a:rPr sz="1725" b="0">
                          <a:solidFill>
                            <a:srgbClr val="E4EFEC"/>
                          </a:solidFill>
                          <a:latin typeface="Noto Sans KR"/>
                          <a:ea typeface="Noto Sans KR"/>
                          <a:cs typeface="Noto Sans KR"/>
                        </a:rPr>
                        <a:t>RDF / Turtle</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사실을 표현하고 글로 적기</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대상·관계·대상을 한 줄로 작성</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RDFS / OWL RL</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의미와 규칙으로 새 사실 도출</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상위 종류·역관계·전이 관계 추가</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SHACL</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입력 조건 검사</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필수 관계와 값의 종류 검사</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SPARQL</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그래프에 질문하기</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조건에 맞는 시스템 목록 조회</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bl>
          </a:graphicData>
        </a:graphic>
      </p:graphicFrame>
      <p:sp>
        <p:nvSpPr>
          <p:cNvPr id="4" name="page">
            <a:extLst xmlns:a="http://schemas.openxmlformats.org/drawingml/2006/main">
              <a:ext uri="{FF2B5EF4-FFF2-40B4-BE49-F238E27FC236}">
                <a16:creationId xmlns:a16="http://schemas.microsoft.com/office/drawing/2014/main" id="{B0DD8952-029B-4686-BA31-1ADAD99CDDDB}"/>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defRPr sz="1125" b="0">
                <a:solidFill>
                  <a:srgbClr val="8EABB7"/>
                </a:solidFill>
                <a:latin typeface="Noto Sans KR"/>
                <a:ea typeface="Noto Sans KR"/>
                <a:cs typeface="Noto Sans KR"/>
              </a:defRPr>
            </a:lvl1pPr>
            <a:lvl2pPr>
              <a:defRPr sz="1125" b="0">
                <a:solidFill>
                  <a:srgbClr val="8EABB7"/>
                </a:solidFill>
                <a:latin typeface="Noto Sans KR"/>
                <a:ea typeface="Noto Sans KR"/>
                <a:cs typeface="Noto Sans KR"/>
              </a:defRPr>
            </a:lvl2pPr>
            <a:lvl3pPr>
              <a:defRPr sz="1125" b="0">
                <a:solidFill>
                  <a:srgbClr val="8EABB7"/>
                </a:solidFill>
                <a:latin typeface="Noto Sans KR"/>
                <a:ea typeface="Noto Sans KR"/>
                <a:cs typeface="Noto Sans KR"/>
              </a:defRPr>
            </a:lvl3pPr>
            <a:lvl4pPr>
              <a:defRPr sz="1125" b="0">
                <a:solidFill>
                  <a:srgbClr val="8EABB7"/>
                </a:solidFill>
                <a:latin typeface="Noto Sans KR"/>
                <a:ea typeface="Noto Sans KR"/>
                <a:cs typeface="Noto Sans KR"/>
              </a:defRPr>
            </a:lvl4pPr>
            <a:lvl5pPr>
              <a:defRPr sz="1125" b="0">
                <a:solidFill>
                  <a:srgbClr val="8EABB7"/>
                </a:solidFill>
                <a:latin typeface="Noto Sans KR"/>
                <a:ea typeface="Noto Sans KR"/>
                <a:cs typeface="Noto Sans KR"/>
              </a:defRPr>
            </a:lvl5pPr>
            <a:lvl6pPr>
              <a:defRPr sz="1125" b="0">
                <a:solidFill>
                  <a:srgbClr val="8EABB7"/>
                </a:solidFill>
                <a:latin typeface="Noto Sans KR"/>
                <a:ea typeface="Noto Sans KR"/>
                <a:cs typeface="Noto Sans KR"/>
              </a:defRPr>
            </a:lvl6pPr>
            <a:lvl7pPr>
              <a:defRPr sz="1125" b="0">
                <a:solidFill>
                  <a:srgbClr val="8EABB7"/>
                </a:solidFill>
                <a:latin typeface="Noto Sans KR"/>
                <a:ea typeface="Noto Sans KR"/>
                <a:cs typeface="Noto Sans KR"/>
              </a:defRPr>
            </a:lvl7pPr>
            <a:lvl8pPr>
              <a:defRPr sz="1125" b="0">
                <a:solidFill>
                  <a:srgbClr val="8EABB7"/>
                </a:solidFill>
                <a:latin typeface="Noto Sans KR"/>
                <a:ea typeface="Noto Sans KR"/>
                <a:cs typeface="Noto Sans KR"/>
              </a:defRPr>
            </a:lvl8pPr>
            <a:lvl9pPr>
              <a:defRPr sz="1125" b="0">
                <a:solidFill>
                  <a:srgbClr val="8EABB7"/>
                </a:solidFill>
                <a:latin typeface="Noto Sans KR"/>
                <a:ea typeface="Noto Sans KR"/>
                <a:cs typeface="Noto Sans KR"/>
              </a:defRPr>
            </a:lvl9pPr>
          </a:lstStyle>
          <a:p xmlns:a="http://schemas.openxmlformats.org/drawingml/2006/main">
            <a:pPr>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06</a:t>
            </a:r>
          </a:p>
        </p:txBody>
      </p:sp>
    </p:spTree>
    <p:extLst>
      <p:ext uri="{BB962C8B-B14F-4D97-AF65-F5344CB8AC3E}">
        <p14:creationId xmlns:p14="http://schemas.microsoft.com/office/powerpoint/2010/main" val="2002466008"/>
      </p:ext>
    </p:extLst>
  </p:cSld>
</p:sld>
</file>

<file path=ppt/slides/slide7.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9" name="section">
            <a:extLst xmlns:a="http://schemas.openxmlformats.org/drawingml/2006/main">
              <a:ext uri="{FF2B5EF4-FFF2-40B4-BE49-F238E27FC236}">
                <a16:creationId xmlns:a16="http://schemas.microsoft.com/office/drawing/2014/main" id="{C880608D-47D5-4DCC-8451-A498BF69E124}"/>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defRPr sz="1125" b="1">
                <a:solidFill>
                  <a:srgbClr val="A4DDCA"/>
                </a:solidFill>
                <a:latin typeface="Noto Sans KR"/>
                <a:ea typeface="Noto Sans KR"/>
                <a:cs typeface="Noto Sans KR"/>
              </a:defRPr>
            </a:lvl1pPr>
            <a:lvl2pPr>
              <a:defRPr sz="1125" b="1">
                <a:solidFill>
                  <a:srgbClr val="A4DDCA"/>
                </a:solidFill>
                <a:latin typeface="Noto Sans KR"/>
                <a:ea typeface="Noto Sans KR"/>
                <a:cs typeface="Noto Sans KR"/>
              </a:defRPr>
            </a:lvl2pPr>
            <a:lvl3pPr>
              <a:defRPr sz="1125" b="1">
                <a:solidFill>
                  <a:srgbClr val="A4DDCA"/>
                </a:solidFill>
                <a:latin typeface="Noto Sans KR"/>
                <a:ea typeface="Noto Sans KR"/>
                <a:cs typeface="Noto Sans KR"/>
              </a:defRPr>
            </a:lvl3pPr>
            <a:lvl4pPr>
              <a:defRPr sz="1125" b="1">
                <a:solidFill>
                  <a:srgbClr val="A4DDCA"/>
                </a:solidFill>
                <a:latin typeface="Noto Sans KR"/>
                <a:ea typeface="Noto Sans KR"/>
                <a:cs typeface="Noto Sans KR"/>
              </a:defRPr>
            </a:lvl4pPr>
            <a:lvl5pPr>
              <a:defRPr sz="1125" b="1">
                <a:solidFill>
                  <a:srgbClr val="A4DDCA"/>
                </a:solidFill>
                <a:latin typeface="Noto Sans KR"/>
                <a:ea typeface="Noto Sans KR"/>
                <a:cs typeface="Noto Sans KR"/>
              </a:defRPr>
            </a:lvl5pPr>
            <a:lvl6pPr>
              <a:defRPr sz="1125" b="1">
                <a:solidFill>
                  <a:srgbClr val="A4DDCA"/>
                </a:solidFill>
                <a:latin typeface="Noto Sans KR"/>
                <a:ea typeface="Noto Sans KR"/>
                <a:cs typeface="Noto Sans KR"/>
              </a:defRPr>
            </a:lvl6pPr>
            <a:lvl7pPr>
              <a:defRPr sz="1125" b="1">
                <a:solidFill>
                  <a:srgbClr val="A4DDCA"/>
                </a:solidFill>
                <a:latin typeface="Noto Sans KR"/>
                <a:ea typeface="Noto Sans KR"/>
                <a:cs typeface="Noto Sans KR"/>
              </a:defRPr>
            </a:lvl7pPr>
            <a:lvl8pPr>
              <a:defRPr sz="1125" b="1">
                <a:solidFill>
                  <a:srgbClr val="A4DDCA"/>
                </a:solidFill>
                <a:latin typeface="Noto Sans KR"/>
                <a:ea typeface="Noto Sans KR"/>
                <a:cs typeface="Noto Sans KR"/>
              </a:defRPr>
            </a:lvl8pPr>
            <a:lvl9pPr>
              <a:defRPr sz="1125" b="1">
                <a:solidFill>
                  <a:srgbClr val="A4DDCA"/>
                </a:solidFill>
                <a:latin typeface="Noto Sans KR"/>
                <a:ea typeface="Noto Sans KR"/>
                <a:cs typeface="Noto Sans KR"/>
              </a:defRPr>
            </a:lvl9pPr>
          </a:lstStyle>
          <a:p xmlns:a="http://schemas.openxmlformats.org/drawingml/2006/main">
            <a:pPr>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8DD2E572-0433-47BA-B7BD-D4F9E88912D3}"/>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defRPr sz="3000" b="1">
                <a:solidFill>
                  <a:srgbClr val="E4EFEC"/>
                </a:solidFill>
                <a:latin typeface="Noto Sans KR"/>
                <a:ea typeface="Noto Sans KR"/>
                <a:cs typeface="Noto Sans KR"/>
              </a:defRPr>
            </a:lvl1pPr>
            <a:lvl2pPr>
              <a:defRPr sz="3000" b="1">
                <a:solidFill>
                  <a:srgbClr val="E4EFEC"/>
                </a:solidFill>
                <a:latin typeface="Noto Sans KR"/>
                <a:ea typeface="Noto Sans KR"/>
                <a:cs typeface="Noto Sans KR"/>
              </a:defRPr>
            </a:lvl2pPr>
            <a:lvl3pPr>
              <a:defRPr sz="3000" b="1">
                <a:solidFill>
                  <a:srgbClr val="E4EFEC"/>
                </a:solidFill>
                <a:latin typeface="Noto Sans KR"/>
                <a:ea typeface="Noto Sans KR"/>
                <a:cs typeface="Noto Sans KR"/>
              </a:defRPr>
            </a:lvl3pPr>
            <a:lvl4pPr>
              <a:defRPr sz="3000" b="1">
                <a:solidFill>
                  <a:srgbClr val="E4EFEC"/>
                </a:solidFill>
                <a:latin typeface="Noto Sans KR"/>
                <a:ea typeface="Noto Sans KR"/>
                <a:cs typeface="Noto Sans KR"/>
              </a:defRPr>
            </a:lvl4pPr>
            <a:lvl5pPr>
              <a:defRPr sz="3000" b="1">
                <a:solidFill>
                  <a:srgbClr val="E4EFEC"/>
                </a:solidFill>
                <a:latin typeface="Noto Sans KR"/>
                <a:ea typeface="Noto Sans KR"/>
                <a:cs typeface="Noto Sans KR"/>
              </a:defRPr>
            </a:lvl5pPr>
            <a:lvl6pPr>
              <a:defRPr sz="3000" b="1">
                <a:solidFill>
                  <a:srgbClr val="E4EFEC"/>
                </a:solidFill>
                <a:latin typeface="Noto Sans KR"/>
                <a:ea typeface="Noto Sans KR"/>
                <a:cs typeface="Noto Sans KR"/>
              </a:defRPr>
            </a:lvl6pPr>
            <a:lvl7pPr>
              <a:defRPr sz="3000" b="1">
                <a:solidFill>
                  <a:srgbClr val="E4EFEC"/>
                </a:solidFill>
                <a:latin typeface="Noto Sans KR"/>
                <a:ea typeface="Noto Sans KR"/>
                <a:cs typeface="Noto Sans KR"/>
              </a:defRPr>
            </a:lvl7pPr>
            <a:lvl8pPr>
              <a:defRPr sz="3000" b="1">
                <a:solidFill>
                  <a:srgbClr val="E4EFEC"/>
                </a:solidFill>
                <a:latin typeface="Noto Sans KR"/>
                <a:ea typeface="Noto Sans KR"/>
                <a:cs typeface="Noto Sans KR"/>
              </a:defRPr>
            </a:lvl8pPr>
            <a:lvl9pPr>
              <a:defRPr sz="3000" b="1">
                <a:solidFill>
                  <a:srgbClr val="E4EFEC"/>
                </a:solidFill>
                <a:latin typeface="Noto Sans KR"/>
                <a:ea typeface="Noto Sans KR"/>
                <a:cs typeface="Noto Sans KR"/>
              </a:defRPr>
            </a:lvl9pPr>
          </a:lstStyle>
          <a:p xmlns:a="http://schemas.openxmlformats.org/drawingml/2006/main">
            <a:pPr>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규칙과 실제 데이터를 나눠 보겠습니다</a:t>
            </a:r>
          </a:p>
        </p:txBody>
      </p:sp>
      <p:sp>
        <p:nvSpPr>
          <p:cNvPr id="3" name="lead">
            <a:extLst xmlns:a="http://schemas.openxmlformats.org/drawingml/2006/main">
              <a:ext uri="{FF2B5EF4-FFF2-40B4-BE49-F238E27FC236}">
                <a16:creationId xmlns:a16="http://schemas.microsoft.com/office/drawing/2014/main" id="{7AC1DD6B-19A2-4583-8A06-C230094AB054}"/>
              </a:ext>
            </a:extLst>
          </p:cNvPr>
          <p:cNvSpPr>
            <a:spLocks xmlns:a="http://schemas.openxmlformats.org/drawingml/2006/main" noGrp="1"/>
          </p:cNvSpPr>
          <p:nvPr/>
        </p:nvSpPr>
        <p:spPr>
          <a:xfrm xmlns:a="http://schemas.openxmlformats.org/drawingml/2006/main">
            <a:off x="609600" y="1628775"/>
            <a:ext cx="10972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575" b="0">
                <a:solidFill>
                  <a:srgbClr val="8EABB7"/>
                </a:solidFill>
                <a:latin typeface="Noto Sans KR"/>
                <a:ea typeface="Noto Sans KR"/>
                <a:cs typeface="Noto Sans KR"/>
              </a:defRPr>
            </a:defPPr>
            <a:lvl1pPr>
              <a:defRPr sz="1575" b="0">
                <a:solidFill>
                  <a:srgbClr val="8EABB7"/>
                </a:solidFill>
                <a:latin typeface="Noto Sans KR"/>
                <a:ea typeface="Noto Sans KR"/>
                <a:cs typeface="Noto Sans KR"/>
              </a:defRPr>
            </a:lvl1pPr>
            <a:lvl2pPr>
              <a:defRPr sz="1575" b="0">
                <a:solidFill>
                  <a:srgbClr val="8EABB7"/>
                </a:solidFill>
                <a:latin typeface="Noto Sans KR"/>
                <a:ea typeface="Noto Sans KR"/>
                <a:cs typeface="Noto Sans KR"/>
              </a:defRPr>
            </a:lvl2pPr>
            <a:lvl3pPr>
              <a:defRPr sz="1575" b="0">
                <a:solidFill>
                  <a:srgbClr val="8EABB7"/>
                </a:solidFill>
                <a:latin typeface="Noto Sans KR"/>
                <a:ea typeface="Noto Sans KR"/>
                <a:cs typeface="Noto Sans KR"/>
              </a:defRPr>
            </a:lvl3pPr>
            <a:lvl4pPr>
              <a:defRPr sz="1575" b="0">
                <a:solidFill>
                  <a:srgbClr val="8EABB7"/>
                </a:solidFill>
                <a:latin typeface="Noto Sans KR"/>
                <a:ea typeface="Noto Sans KR"/>
                <a:cs typeface="Noto Sans KR"/>
              </a:defRPr>
            </a:lvl4pPr>
            <a:lvl5pPr>
              <a:defRPr sz="1575" b="0">
                <a:solidFill>
                  <a:srgbClr val="8EABB7"/>
                </a:solidFill>
                <a:latin typeface="Noto Sans KR"/>
                <a:ea typeface="Noto Sans KR"/>
                <a:cs typeface="Noto Sans KR"/>
              </a:defRPr>
            </a:lvl5pPr>
            <a:lvl6pPr>
              <a:defRPr sz="1575" b="0">
                <a:solidFill>
                  <a:srgbClr val="8EABB7"/>
                </a:solidFill>
                <a:latin typeface="Noto Sans KR"/>
                <a:ea typeface="Noto Sans KR"/>
                <a:cs typeface="Noto Sans KR"/>
              </a:defRPr>
            </a:lvl6pPr>
            <a:lvl7pPr>
              <a:defRPr sz="1575" b="0">
                <a:solidFill>
                  <a:srgbClr val="8EABB7"/>
                </a:solidFill>
                <a:latin typeface="Noto Sans KR"/>
                <a:ea typeface="Noto Sans KR"/>
                <a:cs typeface="Noto Sans KR"/>
              </a:defRPr>
            </a:lvl7pPr>
            <a:lvl8pPr>
              <a:defRPr sz="1575" b="0">
                <a:solidFill>
                  <a:srgbClr val="8EABB7"/>
                </a:solidFill>
                <a:latin typeface="Noto Sans KR"/>
                <a:ea typeface="Noto Sans KR"/>
                <a:cs typeface="Noto Sans KR"/>
              </a:defRPr>
            </a:lvl8pPr>
            <a:lvl9pPr>
              <a:defRPr sz="1575" b="0">
                <a:solidFill>
                  <a:srgbClr val="8EABB7"/>
                </a:solidFill>
                <a:latin typeface="Noto Sans KR"/>
                <a:ea typeface="Noto Sans KR"/>
                <a:cs typeface="Noto Sans KR"/>
              </a:defRPr>
            </a:lvl9pPr>
          </a:lstStyle>
          <a:p xmlns:a="http://schemas.openxmlformats.org/drawingml/2006/main">
            <a:pPr>
              <a:defRPr sz="1575" b="0">
                <a:solidFill>
                  <a:srgbClr val="8EABB7"/>
                </a:solidFill>
                <a:latin typeface="Noto Sans KR"/>
                <a:ea typeface="Noto Sans KR"/>
                <a:cs typeface="Noto Sans KR"/>
              </a:defRPr>
            </a:pPr>
            <a:r>
              <a:rPr sz="1575" b="0">
                <a:solidFill>
                  <a:srgbClr val="8EABB7"/>
                </a:solidFill>
                <a:latin typeface="Noto Sans KR"/>
                <a:ea typeface="Noto Sans KR"/>
                <a:cs typeface="Noto Sans KR"/>
              </a:rPr>
              <a:t>기술 용어로는 규칙 쪽을 TBox, 개체 사실 쪽을 ABox라고 부릅니다</a:t>
            </a:r>
          </a:p>
        </p:txBody>
      </p:sp>
      <p:sp>
        <p:nvSpPr>
          <p:cNvPr id="4" name="code-label-0">
            <a:extLst xmlns:a="http://schemas.openxmlformats.org/drawingml/2006/main">
              <a:ext uri="{FF2B5EF4-FFF2-40B4-BE49-F238E27FC236}">
                <a16:creationId xmlns:a16="http://schemas.microsoft.com/office/drawing/2014/main" id="{815AE0DC-C30B-416D-BD21-D91AB4F0D435}"/>
              </a:ext>
            </a:extLst>
          </p:cNvPr>
          <p:cNvSpPr>
            <a:spLocks xmlns:a="http://schemas.openxmlformats.org/drawingml/2006/main" noGrp="1"/>
          </p:cNvSpPr>
          <p:nvPr/>
        </p:nvSpPr>
        <p:spPr>
          <a:xfrm xmlns:a="http://schemas.openxmlformats.org/drawingml/2006/main">
            <a:off x="609600" y="2219325"/>
            <a:ext cx="52578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875" b="1">
                <a:solidFill>
                  <a:srgbClr val="A4DDCA"/>
                </a:solidFill>
                <a:latin typeface="Noto Sans KR"/>
                <a:ea typeface="Noto Sans KR"/>
                <a:cs typeface="Noto Sans KR"/>
              </a:defRPr>
            </a:defPPr>
            <a:lvl1pPr>
              <a:defRPr sz="1875" b="1">
                <a:solidFill>
                  <a:srgbClr val="A4DDCA"/>
                </a:solidFill>
                <a:latin typeface="Noto Sans KR"/>
                <a:ea typeface="Noto Sans KR"/>
                <a:cs typeface="Noto Sans KR"/>
              </a:defRPr>
            </a:lvl1pPr>
            <a:lvl2pPr>
              <a:defRPr sz="1875" b="1">
                <a:solidFill>
                  <a:srgbClr val="A4DDCA"/>
                </a:solidFill>
                <a:latin typeface="Noto Sans KR"/>
                <a:ea typeface="Noto Sans KR"/>
                <a:cs typeface="Noto Sans KR"/>
              </a:defRPr>
            </a:lvl2pPr>
            <a:lvl3pPr>
              <a:defRPr sz="1875" b="1">
                <a:solidFill>
                  <a:srgbClr val="A4DDCA"/>
                </a:solidFill>
                <a:latin typeface="Noto Sans KR"/>
                <a:ea typeface="Noto Sans KR"/>
                <a:cs typeface="Noto Sans KR"/>
              </a:defRPr>
            </a:lvl3pPr>
            <a:lvl4pPr>
              <a:defRPr sz="1875" b="1">
                <a:solidFill>
                  <a:srgbClr val="A4DDCA"/>
                </a:solidFill>
                <a:latin typeface="Noto Sans KR"/>
                <a:ea typeface="Noto Sans KR"/>
                <a:cs typeface="Noto Sans KR"/>
              </a:defRPr>
            </a:lvl4pPr>
            <a:lvl5pPr>
              <a:defRPr sz="1875" b="1">
                <a:solidFill>
                  <a:srgbClr val="A4DDCA"/>
                </a:solidFill>
                <a:latin typeface="Noto Sans KR"/>
                <a:ea typeface="Noto Sans KR"/>
                <a:cs typeface="Noto Sans KR"/>
              </a:defRPr>
            </a:lvl5pPr>
            <a:lvl6pPr>
              <a:defRPr sz="1875" b="1">
                <a:solidFill>
                  <a:srgbClr val="A4DDCA"/>
                </a:solidFill>
                <a:latin typeface="Noto Sans KR"/>
                <a:ea typeface="Noto Sans KR"/>
                <a:cs typeface="Noto Sans KR"/>
              </a:defRPr>
            </a:lvl6pPr>
            <a:lvl7pPr>
              <a:defRPr sz="1875" b="1">
                <a:solidFill>
                  <a:srgbClr val="A4DDCA"/>
                </a:solidFill>
                <a:latin typeface="Noto Sans KR"/>
                <a:ea typeface="Noto Sans KR"/>
                <a:cs typeface="Noto Sans KR"/>
              </a:defRPr>
            </a:lvl7pPr>
            <a:lvl8pPr>
              <a:defRPr sz="1875" b="1">
                <a:solidFill>
                  <a:srgbClr val="A4DDCA"/>
                </a:solidFill>
                <a:latin typeface="Noto Sans KR"/>
                <a:ea typeface="Noto Sans KR"/>
                <a:cs typeface="Noto Sans KR"/>
              </a:defRPr>
            </a:lvl8pPr>
            <a:lvl9pPr>
              <a:defRPr sz="1875" b="1">
                <a:solidFill>
                  <a:srgbClr val="A4DDCA"/>
                </a:solidFill>
                <a:latin typeface="Noto Sans KR"/>
                <a:ea typeface="Noto Sans KR"/>
                <a:cs typeface="Noto Sans KR"/>
              </a:defRPr>
            </a:lvl9pPr>
          </a:lstStyle>
          <a:p xmlns:a="http://schemas.openxmlformats.org/drawingml/2006/main">
            <a:pPr>
              <a:defRPr sz="1875" b="1">
                <a:solidFill>
                  <a:srgbClr val="A4DDCA"/>
                </a:solidFill>
                <a:latin typeface="Noto Sans KR"/>
                <a:ea typeface="Noto Sans KR"/>
                <a:cs typeface="Noto Sans KR"/>
              </a:defRPr>
            </a:pPr>
            <a:r>
              <a:rPr sz="1875" b="1">
                <a:solidFill>
                  <a:srgbClr val="A4DDCA"/>
                </a:solidFill>
                <a:latin typeface="Noto Sans KR"/>
                <a:ea typeface="Noto Sans KR"/>
                <a:cs typeface="Noto Sans KR"/>
              </a:rPr>
              <a:t>규칙: 의미 모델</a:t>
            </a:r>
          </a:p>
        </p:txBody>
      </p:sp>
      <p:sp>
        <p:nvSpPr>
          <p:cNvPr id="5" name="code-0">
            <a:extLst xmlns:a="http://schemas.openxmlformats.org/drawingml/2006/main">
              <a:ext uri="{FF2B5EF4-FFF2-40B4-BE49-F238E27FC236}">
                <a16:creationId xmlns:a16="http://schemas.microsoft.com/office/drawing/2014/main" id="{FA98369B-269E-4975-9FDE-FDD77B00A975}"/>
              </a:ext>
            </a:extLst>
          </p:cNvPr>
          <p:cNvSpPr>
            <a:spLocks xmlns:a="http://schemas.openxmlformats.org/drawingml/2006/main" noGrp="1"/>
          </p:cNvSpPr>
          <p:nvPr/>
        </p:nvSpPr>
        <p:spPr>
          <a:xfrm xmlns:a="http://schemas.openxmlformats.org/drawingml/2006/main">
            <a:off x="609600" y="2828925"/>
            <a:ext cx="5257800" cy="3286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725" b="0">
                <a:solidFill>
                  <a:srgbClr val="E4EFEC"/>
                </a:solidFill>
                <a:latin typeface="Noto Sans KR"/>
                <a:ea typeface="Noto Sans KR"/>
                <a:cs typeface="Noto Sans KR"/>
              </a:defRPr>
            </a:defPPr>
            <a:lvl1pPr>
              <a:defRPr sz="1725" b="0">
                <a:solidFill>
                  <a:srgbClr val="E4EFEC"/>
                </a:solidFill>
                <a:latin typeface="Noto Sans KR"/>
                <a:ea typeface="Noto Sans KR"/>
                <a:cs typeface="Noto Sans KR"/>
              </a:defRPr>
            </a:lvl1pPr>
            <a:lvl2pPr>
              <a:defRPr sz="1725" b="0">
                <a:solidFill>
                  <a:srgbClr val="E4EFEC"/>
                </a:solidFill>
                <a:latin typeface="Noto Sans KR"/>
                <a:ea typeface="Noto Sans KR"/>
                <a:cs typeface="Noto Sans KR"/>
              </a:defRPr>
            </a:lvl2pPr>
            <a:lvl3pPr>
              <a:defRPr sz="1725" b="0">
                <a:solidFill>
                  <a:srgbClr val="E4EFEC"/>
                </a:solidFill>
                <a:latin typeface="Noto Sans KR"/>
                <a:ea typeface="Noto Sans KR"/>
                <a:cs typeface="Noto Sans KR"/>
              </a:defRPr>
            </a:lvl3pPr>
            <a:lvl4pPr>
              <a:defRPr sz="1725" b="0">
                <a:solidFill>
                  <a:srgbClr val="E4EFEC"/>
                </a:solidFill>
                <a:latin typeface="Noto Sans KR"/>
                <a:ea typeface="Noto Sans KR"/>
                <a:cs typeface="Noto Sans KR"/>
              </a:defRPr>
            </a:lvl4pPr>
            <a:lvl5pPr>
              <a:defRPr sz="1725" b="0">
                <a:solidFill>
                  <a:srgbClr val="E4EFEC"/>
                </a:solidFill>
                <a:latin typeface="Noto Sans KR"/>
                <a:ea typeface="Noto Sans KR"/>
                <a:cs typeface="Noto Sans KR"/>
              </a:defRPr>
            </a:lvl5pPr>
            <a:lvl6pPr>
              <a:defRPr sz="1725" b="0">
                <a:solidFill>
                  <a:srgbClr val="E4EFEC"/>
                </a:solidFill>
                <a:latin typeface="Noto Sans KR"/>
                <a:ea typeface="Noto Sans KR"/>
                <a:cs typeface="Noto Sans KR"/>
              </a:defRPr>
            </a:lvl6pPr>
            <a:lvl7pPr>
              <a:defRPr sz="1725" b="0">
                <a:solidFill>
                  <a:srgbClr val="E4EFEC"/>
                </a:solidFill>
                <a:latin typeface="Noto Sans KR"/>
                <a:ea typeface="Noto Sans KR"/>
                <a:cs typeface="Noto Sans KR"/>
              </a:defRPr>
            </a:lvl7pPr>
            <a:lvl8pPr>
              <a:defRPr sz="1725" b="0">
                <a:solidFill>
                  <a:srgbClr val="E4EFEC"/>
                </a:solidFill>
                <a:latin typeface="Noto Sans KR"/>
                <a:ea typeface="Noto Sans KR"/>
                <a:cs typeface="Noto Sans KR"/>
              </a:defRPr>
            </a:lvl8pPr>
            <a:lvl9pPr>
              <a:defRPr sz="1725" b="0">
                <a:solidFill>
                  <a:srgbClr val="E4EFEC"/>
                </a:solidFill>
                <a:latin typeface="Noto Sans KR"/>
                <a:ea typeface="Noto Sans KR"/>
                <a:cs typeface="Noto Sans KR"/>
              </a:defRPr>
            </a:lvl9pPr>
          </a:lstStyle>
          <a:p xmlns:a="http://schemas.openxmlformats.org/drawingml/2006/main">
            <a:pPr>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예측모델은 소프트웨어의 한 종류입니다.</a:t>
            </a:r>
          </a:p>
          <a:p xmlns:a="http://schemas.openxmlformats.org/drawingml/2006/main">
            <a:pPr>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사용한다와 사용된다는 반대 방향입니다.</a:t>
            </a:r>
          </a:p>
          <a:p xmlns:a="http://schemas.openxmlformats.org/drawingml/2006/main">
            <a:pPr>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의존 관계는 여러 단계를 이어서 해석합니다.</a:t>
            </a:r>
          </a:p>
        </p:txBody>
      </p:sp>
      <p:sp>
        <p:nvSpPr>
          <p:cNvPr id="6" name="code-label-1">
            <a:extLst xmlns:a="http://schemas.openxmlformats.org/drawingml/2006/main">
              <a:ext uri="{FF2B5EF4-FFF2-40B4-BE49-F238E27FC236}">
                <a16:creationId xmlns:a16="http://schemas.microsoft.com/office/drawing/2014/main" id="{5439F2A0-8EE5-4DA3-A926-731DC068456E}"/>
              </a:ext>
            </a:extLst>
          </p:cNvPr>
          <p:cNvSpPr>
            <a:spLocks xmlns:a="http://schemas.openxmlformats.org/drawingml/2006/main" noGrp="1"/>
          </p:cNvSpPr>
          <p:nvPr/>
        </p:nvSpPr>
        <p:spPr>
          <a:xfrm xmlns:a="http://schemas.openxmlformats.org/drawingml/2006/main">
            <a:off x="6210300" y="2219325"/>
            <a:ext cx="52578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875" b="1">
                <a:solidFill>
                  <a:srgbClr val="A4DDCA"/>
                </a:solidFill>
                <a:latin typeface="Noto Sans KR"/>
                <a:ea typeface="Noto Sans KR"/>
                <a:cs typeface="Noto Sans KR"/>
              </a:defRPr>
            </a:defPPr>
            <a:lvl1pPr>
              <a:defRPr sz="1875" b="1">
                <a:solidFill>
                  <a:srgbClr val="A4DDCA"/>
                </a:solidFill>
                <a:latin typeface="Noto Sans KR"/>
                <a:ea typeface="Noto Sans KR"/>
                <a:cs typeface="Noto Sans KR"/>
              </a:defRPr>
            </a:lvl1pPr>
            <a:lvl2pPr>
              <a:defRPr sz="1875" b="1">
                <a:solidFill>
                  <a:srgbClr val="A4DDCA"/>
                </a:solidFill>
                <a:latin typeface="Noto Sans KR"/>
                <a:ea typeface="Noto Sans KR"/>
                <a:cs typeface="Noto Sans KR"/>
              </a:defRPr>
            </a:lvl2pPr>
            <a:lvl3pPr>
              <a:defRPr sz="1875" b="1">
                <a:solidFill>
                  <a:srgbClr val="A4DDCA"/>
                </a:solidFill>
                <a:latin typeface="Noto Sans KR"/>
                <a:ea typeface="Noto Sans KR"/>
                <a:cs typeface="Noto Sans KR"/>
              </a:defRPr>
            </a:lvl3pPr>
            <a:lvl4pPr>
              <a:defRPr sz="1875" b="1">
                <a:solidFill>
                  <a:srgbClr val="A4DDCA"/>
                </a:solidFill>
                <a:latin typeface="Noto Sans KR"/>
                <a:ea typeface="Noto Sans KR"/>
                <a:cs typeface="Noto Sans KR"/>
              </a:defRPr>
            </a:lvl4pPr>
            <a:lvl5pPr>
              <a:defRPr sz="1875" b="1">
                <a:solidFill>
                  <a:srgbClr val="A4DDCA"/>
                </a:solidFill>
                <a:latin typeface="Noto Sans KR"/>
                <a:ea typeface="Noto Sans KR"/>
                <a:cs typeface="Noto Sans KR"/>
              </a:defRPr>
            </a:lvl5pPr>
            <a:lvl6pPr>
              <a:defRPr sz="1875" b="1">
                <a:solidFill>
                  <a:srgbClr val="A4DDCA"/>
                </a:solidFill>
                <a:latin typeface="Noto Sans KR"/>
                <a:ea typeface="Noto Sans KR"/>
                <a:cs typeface="Noto Sans KR"/>
              </a:defRPr>
            </a:lvl6pPr>
            <a:lvl7pPr>
              <a:defRPr sz="1875" b="1">
                <a:solidFill>
                  <a:srgbClr val="A4DDCA"/>
                </a:solidFill>
                <a:latin typeface="Noto Sans KR"/>
                <a:ea typeface="Noto Sans KR"/>
                <a:cs typeface="Noto Sans KR"/>
              </a:defRPr>
            </a:lvl7pPr>
            <a:lvl8pPr>
              <a:defRPr sz="1875" b="1">
                <a:solidFill>
                  <a:srgbClr val="A4DDCA"/>
                </a:solidFill>
                <a:latin typeface="Noto Sans KR"/>
                <a:ea typeface="Noto Sans KR"/>
                <a:cs typeface="Noto Sans KR"/>
              </a:defRPr>
            </a:lvl8pPr>
            <a:lvl9pPr>
              <a:defRPr sz="1875" b="1">
                <a:solidFill>
                  <a:srgbClr val="A4DDCA"/>
                </a:solidFill>
                <a:latin typeface="Noto Sans KR"/>
                <a:ea typeface="Noto Sans KR"/>
                <a:cs typeface="Noto Sans KR"/>
              </a:defRPr>
            </a:lvl9pPr>
          </a:lstStyle>
          <a:p xmlns:a="http://schemas.openxmlformats.org/drawingml/2006/main">
            <a:pPr>
              <a:defRPr sz="1875" b="1">
                <a:solidFill>
                  <a:srgbClr val="A4DDCA"/>
                </a:solidFill>
                <a:latin typeface="Noto Sans KR"/>
                <a:ea typeface="Noto Sans KR"/>
                <a:cs typeface="Noto Sans KR"/>
              </a:defRPr>
            </a:pPr>
            <a:r>
              <a:rPr sz="1875" b="1">
                <a:solidFill>
                  <a:srgbClr val="A4DDCA"/>
                </a:solidFill>
                <a:latin typeface="Noto Sans KR"/>
                <a:ea typeface="Noto Sans KR"/>
                <a:cs typeface="Noto Sans KR"/>
              </a:rPr>
              <a:t>사실: 이번 회사의 데이터</a:t>
            </a:r>
          </a:p>
        </p:txBody>
      </p:sp>
      <p:sp>
        <p:nvSpPr>
          <p:cNvPr id="7" name="code-1">
            <a:extLst xmlns:a="http://schemas.openxmlformats.org/drawingml/2006/main">
              <a:ext uri="{FF2B5EF4-FFF2-40B4-BE49-F238E27FC236}">
                <a16:creationId xmlns:a16="http://schemas.microsoft.com/office/drawing/2014/main" id="{FD51998E-6595-429A-815F-C9299B74DC9C}"/>
              </a:ext>
            </a:extLst>
          </p:cNvPr>
          <p:cNvSpPr>
            <a:spLocks xmlns:a="http://schemas.openxmlformats.org/drawingml/2006/main" noGrp="1"/>
          </p:cNvSpPr>
          <p:nvPr/>
        </p:nvSpPr>
        <p:spPr>
          <a:xfrm xmlns:a="http://schemas.openxmlformats.org/drawingml/2006/main">
            <a:off x="6210300" y="2828925"/>
            <a:ext cx="5257800" cy="3286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725" b="0">
                <a:solidFill>
                  <a:srgbClr val="E4EFEC"/>
                </a:solidFill>
                <a:latin typeface="Noto Sans KR"/>
                <a:ea typeface="Noto Sans KR"/>
                <a:cs typeface="Noto Sans KR"/>
              </a:defRPr>
            </a:defPPr>
            <a:lvl1pPr>
              <a:defRPr sz="1725" b="0">
                <a:solidFill>
                  <a:srgbClr val="E4EFEC"/>
                </a:solidFill>
                <a:latin typeface="Noto Sans KR"/>
                <a:ea typeface="Noto Sans KR"/>
                <a:cs typeface="Noto Sans KR"/>
              </a:defRPr>
            </a:lvl1pPr>
            <a:lvl2pPr>
              <a:defRPr sz="1725" b="0">
                <a:solidFill>
                  <a:srgbClr val="E4EFEC"/>
                </a:solidFill>
                <a:latin typeface="Noto Sans KR"/>
                <a:ea typeface="Noto Sans KR"/>
                <a:cs typeface="Noto Sans KR"/>
              </a:defRPr>
            </a:lvl2pPr>
            <a:lvl3pPr>
              <a:defRPr sz="1725" b="0">
                <a:solidFill>
                  <a:srgbClr val="E4EFEC"/>
                </a:solidFill>
                <a:latin typeface="Noto Sans KR"/>
                <a:ea typeface="Noto Sans KR"/>
                <a:cs typeface="Noto Sans KR"/>
              </a:defRPr>
            </a:lvl3pPr>
            <a:lvl4pPr>
              <a:defRPr sz="1725" b="0">
                <a:solidFill>
                  <a:srgbClr val="E4EFEC"/>
                </a:solidFill>
                <a:latin typeface="Noto Sans KR"/>
                <a:ea typeface="Noto Sans KR"/>
                <a:cs typeface="Noto Sans KR"/>
              </a:defRPr>
            </a:lvl4pPr>
            <a:lvl5pPr>
              <a:defRPr sz="1725" b="0">
                <a:solidFill>
                  <a:srgbClr val="E4EFEC"/>
                </a:solidFill>
                <a:latin typeface="Noto Sans KR"/>
                <a:ea typeface="Noto Sans KR"/>
                <a:cs typeface="Noto Sans KR"/>
              </a:defRPr>
            </a:lvl5pPr>
            <a:lvl6pPr>
              <a:defRPr sz="1725" b="0">
                <a:solidFill>
                  <a:srgbClr val="E4EFEC"/>
                </a:solidFill>
                <a:latin typeface="Noto Sans KR"/>
                <a:ea typeface="Noto Sans KR"/>
                <a:cs typeface="Noto Sans KR"/>
              </a:defRPr>
            </a:lvl6pPr>
            <a:lvl7pPr>
              <a:defRPr sz="1725" b="0">
                <a:solidFill>
                  <a:srgbClr val="E4EFEC"/>
                </a:solidFill>
                <a:latin typeface="Noto Sans KR"/>
                <a:ea typeface="Noto Sans KR"/>
                <a:cs typeface="Noto Sans KR"/>
              </a:defRPr>
            </a:lvl7pPr>
            <a:lvl8pPr>
              <a:defRPr sz="1725" b="0">
                <a:solidFill>
                  <a:srgbClr val="E4EFEC"/>
                </a:solidFill>
                <a:latin typeface="Noto Sans KR"/>
                <a:ea typeface="Noto Sans KR"/>
                <a:cs typeface="Noto Sans KR"/>
              </a:defRPr>
            </a:lvl8pPr>
            <a:lvl9pPr>
              <a:defRPr sz="1725" b="0">
                <a:solidFill>
                  <a:srgbClr val="E4EFEC"/>
                </a:solidFill>
                <a:latin typeface="Noto Sans KR"/>
                <a:ea typeface="Noto Sans KR"/>
                <a:cs typeface="Noto Sans KR"/>
              </a:defRPr>
            </a:lvl9pPr>
          </a:lstStyle>
          <a:p xmlns:a="http://schemas.openxmlformats.org/drawingml/2006/main">
            <a:pPr>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물류사가 배차시스템을 사용합니다.</a:t>
            </a:r>
          </a:p>
          <a:p xmlns:a="http://schemas.openxmlformats.org/drawingml/2006/main">
            <a:pPr>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배차시스템은 도착예측모델에 의존합니다.</a:t>
            </a:r>
          </a:p>
          <a:p xmlns:a="http://schemas.openxmlformats.org/drawingml/2006/main">
            <a:pPr>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도착예측모델은 날씨API에 의존합니다.</a:t>
            </a:r>
          </a:p>
        </p:txBody>
      </p:sp>
      <p:sp>
        <p:nvSpPr>
          <p:cNvPr id="8" name="page">
            <a:extLst xmlns:a="http://schemas.openxmlformats.org/drawingml/2006/main">
              <a:ext uri="{FF2B5EF4-FFF2-40B4-BE49-F238E27FC236}">
                <a16:creationId xmlns:a16="http://schemas.microsoft.com/office/drawing/2014/main" id="{C325DF9B-0CE8-4C33-B3B4-6FC715CF7458}"/>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defRPr sz="1125" b="0">
                <a:solidFill>
                  <a:srgbClr val="8EABB7"/>
                </a:solidFill>
                <a:latin typeface="Noto Sans KR"/>
                <a:ea typeface="Noto Sans KR"/>
                <a:cs typeface="Noto Sans KR"/>
              </a:defRPr>
            </a:lvl1pPr>
            <a:lvl2pPr>
              <a:defRPr sz="1125" b="0">
                <a:solidFill>
                  <a:srgbClr val="8EABB7"/>
                </a:solidFill>
                <a:latin typeface="Noto Sans KR"/>
                <a:ea typeface="Noto Sans KR"/>
                <a:cs typeface="Noto Sans KR"/>
              </a:defRPr>
            </a:lvl2pPr>
            <a:lvl3pPr>
              <a:defRPr sz="1125" b="0">
                <a:solidFill>
                  <a:srgbClr val="8EABB7"/>
                </a:solidFill>
                <a:latin typeface="Noto Sans KR"/>
                <a:ea typeface="Noto Sans KR"/>
                <a:cs typeface="Noto Sans KR"/>
              </a:defRPr>
            </a:lvl3pPr>
            <a:lvl4pPr>
              <a:defRPr sz="1125" b="0">
                <a:solidFill>
                  <a:srgbClr val="8EABB7"/>
                </a:solidFill>
                <a:latin typeface="Noto Sans KR"/>
                <a:ea typeface="Noto Sans KR"/>
                <a:cs typeface="Noto Sans KR"/>
              </a:defRPr>
            </a:lvl4pPr>
            <a:lvl5pPr>
              <a:defRPr sz="1125" b="0">
                <a:solidFill>
                  <a:srgbClr val="8EABB7"/>
                </a:solidFill>
                <a:latin typeface="Noto Sans KR"/>
                <a:ea typeface="Noto Sans KR"/>
                <a:cs typeface="Noto Sans KR"/>
              </a:defRPr>
            </a:lvl5pPr>
            <a:lvl6pPr>
              <a:defRPr sz="1125" b="0">
                <a:solidFill>
                  <a:srgbClr val="8EABB7"/>
                </a:solidFill>
                <a:latin typeface="Noto Sans KR"/>
                <a:ea typeface="Noto Sans KR"/>
                <a:cs typeface="Noto Sans KR"/>
              </a:defRPr>
            </a:lvl6pPr>
            <a:lvl7pPr>
              <a:defRPr sz="1125" b="0">
                <a:solidFill>
                  <a:srgbClr val="8EABB7"/>
                </a:solidFill>
                <a:latin typeface="Noto Sans KR"/>
                <a:ea typeface="Noto Sans KR"/>
                <a:cs typeface="Noto Sans KR"/>
              </a:defRPr>
            </a:lvl7pPr>
            <a:lvl8pPr>
              <a:defRPr sz="1125" b="0">
                <a:solidFill>
                  <a:srgbClr val="8EABB7"/>
                </a:solidFill>
                <a:latin typeface="Noto Sans KR"/>
                <a:ea typeface="Noto Sans KR"/>
                <a:cs typeface="Noto Sans KR"/>
              </a:defRPr>
            </a:lvl8pPr>
            <a:lvl9pPr>
              <a:defRPr sz="1125" b="0">
                <a:solidFill>
                  <a:srgbClr val="8EABB7"/>
                </a:solidFill>
                <a:latin typeface="Noto Sans KR"/>
                <a:ea typeface="Noto Sans KR"/>
                <a:cs typeface="Noto Sans KR"/>
              </a:defRPr>
            </a:lvl9pPr>
          </a:lstStyle>
          <a:p xmlns:a="http://schemas.openxmlformats.org/drawingml/2006/main">
            <a:pPr>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07</a:t>
            </a:r>
          </a:p>
        </p:txBody>
      </p:sp>
    </p:spTree>
    <p:extLst>
      <p:ext uri="{BB962C8B-B14F-4D97-AF65-F5344CB8AC3E}">
        <p14:creationId xmlns:p14="http://schemas.microsoft.com/office/powerpoint/2010/main" val="397915949"/>
      </p:ext>
    </p:extLst>
  </p:cSld>
</p:sld>
</file>

<file path=ppt/slides/slide8.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5" name="section">
            <a:extLst xmlns:a="http://schemas.openxmlformats.org/drawingml/2006/main">
              <a:ext uri="{FF2B5EF4-FFF2-40B4-BE49-F238E27FC236}">
                <a16:creationId xmlns:a16="http://schemas.microsoft.com/office/drawing/2014/main" id="{E4C7E586-D120-49E4-BF94-1EB9FD98C42D}"/>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defRPr sz="1125" b="1">
                <a:solidFill>
                  <a:srgbClr val="A4DDCA"/>
                </a:solidFill>
                <a:latin typeface="Noto Sans KR"/>
                <a:ea typeface="Noto Sans KR"/>
                <a:cs typeface="Noto Sans KR"/>
              </a:defRPr>
            </a:lvl1pPr>
            <a:lvl2pPr>
              <a:defRPr sz="1125" b="1">
                <a:solidFill>
                  <a:srgbClr val="A4DDCA"/>
                </a:solidFill>
                <a:latin typeface="Noto Sans KR"/>
                <a:ea typeface="Noto Sans KR"/>
                <a:cs typeface="Noto Sans KR"/>
              </a:defRPr>
            </a:lvl2pPr>
            <a:lvl3pPr>
              <a:defRPr sz="1125" b="1">
                <a:solidFill>
                  <a:srgbClr val="A4DDCA"/>
                </a:solidFill>
                <a:latin typeface="Noto Sans KR"/>
                <a:ea typeface="Noto Sans KR"/>
                <a:cs typeface="Noto Sans KR"/>
              </a:defRPr>
            </a:lvl3pPr>
            <a:lvl4pPr>
              <a:defRPr sz="1125" b="1">
                <a:solidFill>
                  <a:srgbClr val="A4DDCA"/>
                </a:solidFill>
                <a:latin typeface="Noto Sans KR"/>
                <a:ea typeface="Noto Sans KR"/>
                <a:cs typeface="Noto Sans KR"/>
              </a:defRPr>
            </a:lvl4pPr>
            <a:lvl5pPr>
              <a:defRPr sz="1125" b="1">
                <a:solidFill>
                  <a:srgbClr val="A4DDCA"/>
                </a:solidFill>
                <a:latin typeface="Noto Sans KR"/>
                <a:ea typeface="Noto Sans KR"/>
                <a:cs typeface="Noto Sans KR"/>
              </a:defRPr>
            </a:lvl5pPr>
            <a:lvl6pPr>
              <a:defRPr sz="1125" b="1">
                <a:solidFill>
                  <a:srgbClr val="A4DDCA"/>
                </a:solidFill>
                <a:latin typeface="Noto Sans KR"/>
                <a:ea typeface="Noto Sans KR"/>
                <a:cs typeface="Noto Sans KR"/>
              </a:defRPr>
            </a:lvl6pPr>
            <a:lvl7pPr>
              <a:defRPr sz="1125" b="1">
                <a:solidFill>
                  <a:srgbClr val="A4DDCA"/>
                </a:solidFill>
                <a:latin typeface="Noto Sans KR"/>
                <a:ea typeface="Noto Sans KR"/>
                <a:cs typeface="Noto Sans KR"/>
              </a:defRPr>
            </a:lvl7pPr>
            <a:lvl8pPr>
              <a:defRPr sz="1125" b="1">
                <a:solidFill>
                  <a:srgbClr val="A4DDCA"/>
                </a:solidFill>
                <a:latin typeface="Noto Sans KR"/>
                <a:ea typeface="Noto Sans KR"/>
                <a:cs typeface="Noto Sans KR"/>
              </a:defRPr>
            </a:lvl8pPr>
            <a:lvl9pPr>
              <a:defRPr sz="1125" b="1">
                <a:solidFill>
                  <a:srgbClr val="A4DDCA"/>
                </a:solidFill>
                <a:latin typeface="Noto Sans KR"/>
                <a:ea typeface="Noto Sans KR"/>
                <a:cs typeface="Noto Sans KR"/>
              </a:defRPr>
            </a:lvl9pPr>
          </a:lstStyle>
          <a:p xmlns:a="http://schemas.openxmlformats.org/drawingml/2006/main">
            <a:pPr>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708FD0E1-1823-4BAC-B127-BC5DCFED608C}"/>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defRPr sz="3000" b="1">
                <a:solidFill>
                  <a:srgbClr val="E4EFEC"/>
                </a:solidFill>
                <a:latin typeface="Noto Sans KR"/>
                <a:ea typeface="Noto Sans KR"/>
                <a:cs typeface="Noto Sans KR"/>
              </a:defRPr>
            </a:lvl1pPr>
            <a:lvl2pPr>
              <a:defRPr sz="3000" b="1">
                <a:solidFill>
                  <a:srgbClr val="E4EFEC"/>
                </a:solidFill>
                <a:latin typeface="Noto Sans KR"/>
                <a:ea typeface="Noto Sans KR"/>
                <a:cs typeface="Noto Sans KR"/>
              </a:defRPr>
            </a:lvl2pPr>
            <a:lvl3pPr>
              <a:defRPr sz="3000" b="1">
                <a:solidFill>
                  <a:srgbClr val="E4EFEC"/>
                </a:solidFill>
                <a:latin typeface="Noto Sans KR"/>
                <a:ea typeface="Noto Sans KR"/>
                <a:cs typeface="Noto Sans KR"/>
              </a:defRPr>
            </a:lvl3pPr>
            <a:lvl4pPr>
              <a:defRPr sz="3000" b="1">
                <a:solidFill>
                  <a:srgbClr val="E4EFEC"/>
                </a:solidFill>
                <a:latin typeface="Noto Sans KR"/>
                <a:ea typeface="Noto Sans KR"/>
                <a:cs typeface="Noto Sans KR"/>
              </a:defRPr>
            </a:lvl4pPr>
            <a:lvl5pPr>
              <a:defRPr sz="3000" b="1">
                <a:solidFill>
                  <a:srgbClr val="E4EFEC"/>
                </a:solidFill>
                <a:latin typeface="Noto Sans KR"/>
                <a:ea typeface="Noto Sans KR"/>
                <a:cs typeface="Noto Sans KR"/>
              </a:defRPr>
            </a:lvl5pPr>
            <a:lvl6pPr>
              <a:defRPr sz="3000" b="1">
                <a:solidFill>
                  <a:srgbClr val="E4EFEC"/>
                </a:solidFill>
                <a:latin typeface="Noto Sans KR"/>
                <a:ea typeface="Noto Sans KR"/>
                <a:cs typeface="Noto Sans KR"/>
              </a:defRPr>
            </a:lvl6pPr>
            <a:lvl7pPr>
              <a:defRPr sz="3000" b="1">
                <a:solidFill>
                  <a:srgbClr val="E4EFEC"/>
                </a:solidFill>
                <a:latin typeface="Noto Sans KR"/>
                <a:ea typeface="Noto Sans KR"/>
                <a:cs typeface="Noto Sans KR"/>
              </a:defRPr>
            </a:lvl7pPr>
            <a:lvl8pPr>
              <a:defRPr sz="3000" b="1">
                <a:solidFill>
                  <a:srgbClr val="E4EFEC"/>
                </a:solidFill>
                <a:latin typeface="Noto Sans KR"/>
                <a:ea typeface="Noto Sans KR"/>
                <a:cs typeface="Noto Sans KR"/>
              </a:defRPr>
            </a:lvl8pPr>
            <a:lvl9pPr>
              <a:defRPr sz="3000" b="1">
                <a:solidFill>
                  <a:srgbClr val="E4EFEC"/>
                </a:solidFill>
                <a:latin typeface="Noto Sans KR"/>
                <a:ea typeface="Noto Sans KR"/>
                <a:cs typeface="Noto Sans KR"/>
              </a:defRPr>
            </a:lvl9pPr>
          </a:lstStyle>
          <a:p xmlns:a="http://schemas.openxmlformats.org/drawingml/2006/main">
            <a:pPr>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이미 아는 사실로 새 사실을 얻습니다</a:t>
            </a:r>
          </a:p>
        </p:txBody>
      </p:sp>
      <p:graphicFrame>
        <p:nvGraphicFramePr>
          <p:cNvPr id="3" name="">
            <a:extLst xmlns:a="http://schemas.openxmlformats.org/drawingml/2006/main">
              <a:ext uri="{FF2B5EF4-FFF2-40B4-BE49-F238E27FC236}">
                <a16:creationId xmlns:a16="http://schemas.microsoft.com/office/drawing/2014/main" id="{923A0012-5873-4D87-B5FB-394B753F1443}"/>
              </a:ext>
            </a:extLst>
          </p:cNvPr>
          <p:cNvGraphicFramePr/>
          <p:nvPr/>
        </p:nvGraphicFramePr>
        <p:xfrm>
          <a:off xmlns:a="http://schemas.openxmlformats.org/drawingml/2006/main" x="609600" y="1866900"/>
          <a:ext xmlns:a="http://schemas.openxmlformats.org/drawingml/2006/main" cx="10972800" cy="1857375"/>
        </p:xfrm>
        <a:graphic xmlns:a="http://schemas.openxmlformats.org/drawingml/2006/main">
          <a:graphicData uri="http://schemas.openxmlformats.org/drawingml/2006/table">
            <a:tbl>
              <a:tblPr/>
              <a:tblGrid>
                <a:gridCol w="2286000"/>
                <a:gridCol w="3857625"/>
                <a:gridCol w="4829175"/>
              </a:tblGrid>
              <a:tr h="619125">
                <a:tc>
                  <a:txBody>
                    <a:bodyPr/>
                    <a:lstStyle/>
                    <a:p>
                      <a:r>
                        <a:rPr sz="1800" b="1">
                          <a:solidFill>
                            <a:srgbClr val="A4DDCA"/>
                          </a:solidFill>
                          <a:latin typeface="Noto Sans KR"/>
                          <a:ea typeface="Noto Sans KR"/>
                          <a:cs typeface="Noto Sans KR"/>
                        </a:rPr>
                        <a:t>규칙</a:t>
                      </a:r>
                    </a:p>
                  </a:txBody>
                  <a:tcPr marL="114300" marR="114300" marT="95250" marB="95250" anchor="ctr">
                    <a:lnL w="9525">
                      <a:solidFill>
                        <a:srgbClr val="284B5A"/>
                      </a:solidFill>
                      <a:prstDash val="solid"/>
                    </a:lnL>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c>
                  <a:txBody>
                    <a:bodyPr/>
                    <a:lstStyle/>
                    <a:p>
                      <a:r>
                        <a:rPr sz="1800" b="1">
                          <a:solidFill>
                            <a:srgbClr val="A4DDCA"/>
                          </a:solidFill>
                          <a:latin typeface="Noto Sans KR"/>
                          <a:ea typeface="Noto Sans KR"/>
                          <a:cs typeface="Noto Sans KR"/>
                        </a:rPr>
                        <a:t>이미 기록한 사실</a:t>
                      </a:r>
                    </a:p>
                  </a:txBody>
                  <a:tcPr marL="114300" marR="114300" marT="95250" marB="95250" anchor="ctr">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c>
                  <a:txBody>
                    <a:bodyPr/>
                    <a:lstStyle/>
                    <a:p>
                      <a:r>
                        <a:rPr sz="1800" b="1">
                          <a:solidFill>
                            <a:srgbClr val="A4DDCA"/>
                          </a:solidFill>
                          <a:latin typeface="Noto Sans KR"/>
                          <a:ea typeface="Noto Sans KR"/>
                          <a:cs typeface="Noto Sans KR"/>
                        </a:rPr>
                        <a:t>추가로 알 수 있는 사실</a:t>
                      </a:r>
                    </a:p>
                  </a:txBody>
                  <a:tcPr marL="114300" marR="114300" marT="95250" marB="95250" anchor="ctr">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r>
              <a:tr h="619125">
                <a:tc>
                  <a:txBody>
                    <a:bodyPr/>
                    <a:lstStyle/>
                    <a:p>
                      <a:r>
                        <a:rPr sz="1725" b="0">
                          <a:solidFill>
                            <a:srgbClr val="E4EFEC"/>
                          </a:solidFill>
                          <a:latin typeface="Noto Sans KR"/>
                          <a:ea typeface="Noto Sans KR"/>
                          <a:cs typeface="Noto Sans KR"/>
                        </a:rPr>
                        <a:t>상위 종류 포함</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도착예측모델은 예측모델</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도착예측모델은 소프트웨어</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관계 방향 뒤집기</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물류사가 배차시스템을 사용</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배차시스템을 물류사가 사용</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bl>
          </a:graphicData>
        </a:graphic>
      </p:graphicFrame>
      <p:sp>
        <p:nvSpPr>
          <p:cNvPr id="4" name="page">
            <a:extLst xmlns:a="http://schemas.openxmlformats.org/drawingml/2006/main">
              <a:ext uri="{FF2B5EF4-FFF2-40B4-BE49-F238E27FC236}">
                <a16:creationId xmlns:a16="http://schemas.microsoft.com/office/drawing/2014/main" id="{2033C6F9-15E9-4AD5-9712-36D5D1EDC135}"/>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defRPr sz="1125" b="0">
                <a:solidFill>
                  <a:srgbClr val="8EABB7"/>
                </a:solidFill>
                <a:latin typeface="Noto Sans KR"/>
                <a:ea typeface="Noto Sans KR"/>
                <a:cs typeface="Noto Sans KR"/>
              </a:defRPr>
            </a:lvl1pPr>
            <a:lvl2pPr>
              <a:defRPr sz="1125" b="0">
                <a:solidFill>
                  <a:srgbClr val="8EABB7"/>
                </a:solidFill>
                <a:latin typeface="Noto Sans KR"/>
                <a:ea typeface="Noto Sans KR"/>
                <a:cs typeface="Noto Sans KR"/>
              </a:defRPr>
            </a:lvl2pPr>
            <a:lvl3pPr>
              <a:defRPr sz="1125" b="0">
                <a:solidFill>
                  <a:srgbClr val="8EABB7"/>
                </a:solidFill>
                <a:latin typeface="Noto Sans KR"/>
                <a:ea typeface="Noto Sans KR"/>
                <a:cs typeface="Noto Sans KR"/>
              </a:defRPr>
            </a:lvl3pPr>
            <a:lvl4pPr>
              <a:defRPr sz="1125" b="0">
                <a:solidFill>
                  <a:srgbClr val="8EABB7"/>
                </a:solidFill>
                <a:latin typeface="Noto Sans KR"/>
                <a:ea typeface="Noto Sans KR"/>
                <a:cs typeface="Noto Sans KR"/>
              </a:defRPr>
            </a:lvl4pPr>
            <a:lvl5pPr>
              <a:defRPr sz="1125" b="0">
                <a:solidFill>
                  <a:srgbClr val="8EABB7"/>
                </a:solidFill>
                <a:latin typeface="Noto Sans KR"/>
                <a:ea typeface="Noto Sans KR"/>
                <a:cs typeface="Noto Sans KR"/>
              </a:defRPr>
            </a:lvl5pPr>
            <a:lvl6pPr>
              <a:defRPr sz="1125" b="0">
                <a:solidFill>
                  <a:srgbClr val="8EABB7"/>
                </a:solidFill>
                <a:latin typeface="Noto Sans KR"/>
                <a:ea typeface="Noto Sans KR"/>
                <a:cs typeface="Noto Sans KR"/>
              </a:defRPr>
            </a:lvl6pPr>
            <a:lvl7pPr>
              <a:defRPr sz="1125" b="0">
                <a:solidFill>
                  <a:srgbClr val="8EABB7"/>
                </a:solidFill>
                <a:latin typeface="Noto Sans KR"/>
                <a:ea typeface="Noto Sans KR"/>
                <a:cs typeface="Noto Sans KR"/>
              </a:defRPr>
            </a:lvl7pPr>
            <a:lvl8pPr>
              <a:defRPr sz="1125" b="0">
                <a:solidFill>
                  <a:srgbClr val="8EABB7"/>
                </a:solidFill>
                <a:latin typeface="Noto Sans KR"/>
                <a:ea typeface="Noto Sans KR"/>
                <a:cs typeface="Noto Sans KR"/>
              </a:defRPr>
            </a:lvl8pPr>
            <a:lvl9pPr>
              <a:defRPr sz="1125" b="0">
                <a:solidFill>
                  <a:srgbClr val="8EABB7"/>
                </a:solidFill>
                <a:latin typeface="Noto Sans KR"/>
                <a:ea typeface="Noto Sans KR"/>
                <a:cs typeface="Noto Sans KR"/>
              </a:defRPr>
            </a:lvl9pPr>
          </a:lstStyle>
          <a:p xmlns:a="http://schemas.openxmlformats.org/drawingml/2006/main">
            <a:pPr>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08</a:t>
            </a:r>
          </a:p>
        </p:txBody>
      </p:sp>
    </p:spTree>
    <p:extLst>
      <p:ext uri="{BB962C8B-B14F-4D97-AF65-F5344CB8AC3E}">
        <p14:creationId xmlns:p14="http://schemas.microsoft.com/office/powerpoint/2010/main" val="1044017853"/>
      </p:ext>
    </p:extLst>
  </p:cSld>
</p:sld>
</file>

<file path=ppt/slides/slide9.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0" name="section">
            <a:extLst xmlns:a="http://schemas.openxmlformats.org/drawingml/2006/main">
              <a:ext uri="{FF2B5EF4-FFF2-40B4-BE49-F238E27FC236}">
                <a16:creationId xmlns:a16="http://schemas.microsoft.com/office/drawing/2014/main" id="{48DB453D-90D9-4F02-860F-7BB0021B77D1}"/>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defRPr sz="1125" b="1">
                <a:solidFill>
                  <a:srgbClr val="A4DDCA"/>
                </a:solidFill>
                <a:latin typeface="Noto Sans KR"/>
                <a:ea typeface="Noto Sans KR"/>
                <a:cs typeface="Noto Sans KR"/>
              </a:defRPr>
            </a:lvl1pPr>
            <a:lvl2pPr>
              <a:defRPr sz="1125" b="1">
                <a:solidFill>
                  <a:srgbClr val="A4DDCA"/>
                </a:solidFill>
                <a:latin typeface="Noto Sans KR"/>
                <a:ea typeface="Noto Sans KR"/>
                <a:cs typeface="Noto Sans KR"/>
              </a:defRPr>
            </a:lvl2pPr>
            <a:lvl3pPr>
              <a:defRPr sz="1125" b="1">
                <a:solidFill>
                  <a:srgbClr val="A4DDCA"/>
                </a:solidFill>
                <a:latin typeface="Noto Sans KR"/>
                <a:ea typeface="Noto Sans KR"/>
                <a:cs typeface="Noto Sans KR"/>
              </a:defRPr>
            </a:lvl3pPr>
            <a:lvl4pPr>
              <a:defRPr sz="1125" b="1">
                <a:solidFill>
                  <a:srgbClr val="A4DDCA"/>
                </a:solidFill>
                <a:latin typeface="Noto Sans KR"/>
                <a:ea typeface="Noto Sans KR"/>
                <a:cs typeface="Noto Sans KR"/>
              </a:defRPr>
            </a:lvl4pPr>
            <a:lvl5pPr>
              <a:defRPr sz="1125" b="1">
                <a:solidFill>
                  <a:srgbClr val="A4DDCA"/>
                </a:solidFill>
                <a:latin typeface="Noto Sans KR"/>
                <a:ea typeface="Noto Sans KR"/>
                <a:cs typeface="Noto Sans KR"/>
              </a:defRPr>
            </a:lvl5pPr>
            <a:lvl6pPr>
              <a:defRPr sz="1125" b="1">
                <a:solidFill>
                  <a:srgbClr val="A4DDCA"/>
                </a:solidFill>
                <a:latin typeface="Noto Sans KR"/>
                <a:ea typeface="Noto Sans KR"/>
                <a:cs typeface="Noto Sans KR"/>
              </a:defRPr>
            </a:lvl6pPr>
            <a:lvl7pPr>
              <a:defRPr sz="1125" b="1">
                <a:solidFill>
                  <a:srgbClr val="A4DDCA"/>
                </a:solidFill>
                <a:latin typeface="Noto Sans KR"/>
                <a:ea typeface="Noto Sans KR"/>
                <a:cs typeface="Noto Sans KR"/>
              </a:defRPr>
            </a:lvl7pPr>
            <a:lvl8pPr>
              <a:defRPr sz="1125" b="1">
                <a:solidFill>
                  <a:srgbClr val="A4DDCA"/>
                </a:solidFill>
                <a:latin typeface="Noto Sans KR"/>
                <a:ea typeface="Noto Sans KR"/>
                <a:cs typeface="Noto Sans KR"/>
              </a:defRPr>
            </a:lvl8pPr>
            <a:lvl9pPr>
              <a:defRPr sz="1125" b="1">
                <a:solidFill>
                  <a:srgbClr val="A4DDCA"/>
                </a:solidFill>
                <a:latin typeface="Noto Sans KR"/>
                <a:ea typeface="Noto Sans KR"/>
                <a:cs typeface="Noto Sans KR"/>
              </a:defRPr>
            </a:lvl9pPr>
          </a:lstStyle>
          <a:p xmlns:a="http://schemas.openxmlformats.org/drawingml/2006/main">
            <a:pPr>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5990A5EB-2363-4A3F-9BE2-8C53D0E01E0F}"/>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defRPr sz="3000" b="1">
                <a:solidFill>
                  <a:srgbClr val="E4EFEC"/>
                </a:solidFill>
                <a:latin typeface="Noto Sans KR"/>
                <a:ea typeface="Noto Sans KR"/>
                <a:cs typeface="Noto Sans KR"/>
              </a:defRPr>
            </a:lvl1pPr>
            <a:lvl2pPr>
              <a:defRPr sz="3000" b="1">
                <a:solidFill>
                  <a:srgbClr val="E4EFEC"/>
                </a:solidFill>
                <a:latin typeface="Noto Sans KR"/>
                <a:ea typeface="Noto Sans KR"/>
                <a:cs typeface="Noto Sans KR"/>
              </a:defRPr>
            </a:lvl2pPr>
            <a:lvl3pPr>
              <a:defRPr sz="3000" b="1">
                <a:solidFill>
                  <a:srgbClr val="E4EFEC"/>
                </a:solidFill>
                <a:latin typeface="Noto Sans KR"/>
                <a:ea typeface="Noto Sans KR"/>
                <a:cs typeface="Noto Sans KR"/>
              </a:defRPr>
            </a:lvl3pPr>
            <a:lvl4pPr>
              <a:defRPr sz="3000" b="1">
                <a:solidFill>
                  <a:srgbClr val="E4EFEC"/>
                </a:solidFill>
                <a:latin typeface="Noto Sans KR"/>
                <a:ea typeface="Noto Sans KR"/>
                <a:cs typeface="Noto Sans KR"/>
              </a:defRPr>
            </a:lvl4pPr>
            <a:lvl5pPr>
              <a:defRPr sz="3000" b="1">
                <a:solidFill>
                  <a:srgbClr val="E4EFEC"/>
                </a:solidFill>
                <a:latin typeface="Noto Sans KR"/>
                <a:ea typeface="Noto Sans KR"/>
                <a:cs typeface="Noto Sans KR"/>
              </a:defRPr>
            </a:lvl5pPr>
            <a:lvl6pPr>
              <a:defRPr sz="3000" b="1">
                <a:solidFill>
                  <a:srgbClr val="E4EFEC"/>
                </a:solidFill>
                <a:latin typeface="Noto Sans KR"/>
                <a:ea typeface="Noto Sans KR"/>
                <a:cs typeface="Noto Sans KR"/>
              </a:defRPr>
            </a:lvl6pPr>
            <a:lvl7pPr>
              <a:defRPr sz="3000" b="1">
                <a:solidFill>
                  <a:srgbClr val="E4EFEC"/>
                </a:solidFill>
                <a:latin typeface="Noto Sans KR"/>
                <a:ea typeface="Noto Sans KR"/>
                <a:cs typeface="Noto Sans KR"/>
              </a:defRPr>
            </a:lvl7pPr>
            <a:lvl8pPr>
              <a:defRPr sz="3000" b="1">
                <a:solidFill>
                  <a:srgbClr val="E4EFEC"/>
                </a:solidFill>
                <a:latin typeface="Noto Sans KR"/>
                <a:ea typeface="Noto Sans KR"/>
                <a:cs typeface="Noto Sans KR"/>
              </a:defRPr>
            </a:lvl8pPr>
            <a:lvl9pPr>
              <a:defRPr sz="3000" b="1">
                <a:solidFill>
                  <a:srgbClr val="E4EFEC"/>
                </a:solidFill>
                <a:latin typeface="Noto Sans KR"/>
                <a:ea typeface="Noto Sans KR"/>
                <a:cs typeface="Noto Sans KR"/>
              </a:defRPr>
            </a:lvl9pPr>
          </a:lstStyle>
          <a:p xmlns:a="http://schemas.openxmlformats.org/drawingml/2006/main">
            <a:pPr>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직접 연결되지 않은 대상도 찾습니다</a:t>
            </a:r>
          </a:p>
        </p:txBody>
      </p:sp>
      <p:sp>
        <p:nvSpPr>
          <p:cNvPr id="3" name="label-0">
            <a:extLst xmlns:a="http://schemas.openxmlformats.org/drawingml/2006/main">
              <a:ext uri="{FF2B5EF4-FFF2-40B4-BE49-F238E27FC236}">
                <a16:creationId xmlns:a16="http://schemas.microsoft.com/office/drawing/2014/main" id="{5B7261BB-2EA3-468F-BCC4-B2F4936C2329}"/>
              </a:ext>
            </a:extLst>
          </p:cNvPr>
          <p:cNvSpPr>
            <a:spLocks xmlns:a="http://schemas.openxmlformats.org/drawingml/2006/main" noGrp="1"/>
          </p:cNvSpPr>
          <p:nvPr/>
        </p:nvSpPr>
        <p:spPr>
          <a:xfrm xmlns:a="http://schemas.openxmlformats.org/drawingml/2006/main">
            <a:off x="609600" y="186690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defRPr sz="1950" b="1">
                <a:solidFill>
                  <a:srgbClr val="A4DDCA"/>
                </a:solidFill>
                <a:latin typeface="Noto Sans KR"/>
                <a:ea typeface="Noto Sans KR"/>
                <a:cs typeface="Noto Sans KR"/>
              </a:defRPr>
            </a:lvl1pPr>
            <a:lvl2pPr>
              <a:defRPr sz="1950" b="1">
                <a:solidFill>
                  <a:srgbClr val="A4DDCA"/>
                </a:solidFill>
                <a:latin typeface="Noto Sans KR"/>
                <a:ea typeface="Noto Sans KR"/>
                <a:cs typeface="Noto Sans KR"/>
              </a:defRPr>
            </a:lvl2pPr>
            <a:lvl3pPr>
              <a:defRPr sz="1950" b="1">
                <a:solidFill>
                  <a:srgbClr val="A4DDCA"/>
                </a:solidFill>
                <a:latin typeface="Noto Sans KR"/>
                <a:ea typeface="Noto Sans KR"/>
                <a:cs typeface="Noto Sans KR"/>
              </a:defRPr>
            </a:lvl3pPr>
            <a:lvl4pPr>
              <a:defRPr sz="1950" b="1">
                <a:solidFill>
                  <a:srgbClr val="A4DDCA"/>
                </a:solidFill>
                <a:latin typeface="Noto Sans KR"/>
                <a:ea typeface="Noto Sans KR"/>
                <a:cs typeface="Noto Sans KR"/>
              </a:defRPr>
            </a:lvl4pPr>
            <a:lvl5pPr>
              <a:defRPr sz="1950" b="1">
                <a:solidFill>
                  <a:srgbClr val="A4DDCA"/>
                </a:solidFill>
                <a:latin typeface="Noto Sans KR"/>
                <a:ea typeface="Noto Sans KR"/>
                <a:cs typeface="Noto Sans KR"/>
              </a:defRPr>
            </a:lvl5pPr>
            <a:lvl6pPr>
              <a:defRPr sz="1950" b="1">
                <a:solidFill>
                  <a:srgbClr val="A4DDCA"/>
                </a:solidFill>
                <a:latin typeface="Noto Sans KR"/>
                <a:ea typeface="Noto Sans KR"/>
                <a:cs typeface="Noto Sans KR"/>
              </a:defRPr>
            </a:lvl6pPr>
            <a:lvl7pPr>
              <a:defRPr sz="1950" b="1">
                <a:solidFill>
                  <a:srgbClr val="A4DDCA"/>
                </a:solidFill>
                <a:latin typeface="Noto Sans KR"/>
                <a:ea typeface="Noto Sans KR"/>
                <a:cs typeface="Noto Sans KR"/>
              </a:defRPr>
            </a:lvl7pPr>
            <a:lvl8pPr>
              <a:defRPr sz="1950" b="1">
                <a:solidFill>
                  <a:srgbClr val="A4DDCA"/>
                </a:solidFill>
                <a:latin typeface="Noto Sans KR"/>
                <a:ea typeface="Noto Sans KR"/>
                <a:cs typeface="Noto Sans KR"/>
              </a:defRPr>
            </a:lvl8pPr>
            <a:lvl9pPr>
              <a:defRPr sz="1950" b="1">
                <a:solidFill>
                  <a:srgbClr val="A4DDCA"/>
                </a:solidFill>
                <a:latin typeface="Noto Sans KR"/>
                <a:ea typeface="Noto Sans KR"/>
                <a:cs typeface="Noto Sans KR"/>
              </a:defRPr>
            </a:lvl9pPr>
          </a:lstStyle>
          <a:p xmlns:a="http://schemas.openxmlformats.org/drawingml/2006/main">
            <a:pPr>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기록한 연결</a:t>
            </a:r>
          </a:p>
        </p:txBody>
      </p:sp>
      <p:sp>
        <p:nvSpPr>
          <p:cNvPr id="4" name="body-0">
            <a:extLst xmlns:a="http://schemas.openxmlformats.org/drawingml/2006/main">
              <a:ext uri="{FF2B5EF4-FFF2-40B4-BE49-F238E27FC236}">
                <a16:creationId xmlns:a16="http://schemas.microsoft.com/office/drawing/2014/main" id="{7549F19E-AD73-469B-AD41-1B726E845B82}"/>
              </a:ext>
            </a:extLst>
          </p:cNvPr>
          <p:cNvSpPr>
            <a:spLocks xmlns:a="http://schemas.openxmlformats.org/drawingml/2006/main" noGrp="1"/>
          </p:cNvSpPr>
          <p:nvPr/>
        </p:nvSpPr>
        <p:spPr>
          <a:xfrm xmlns:a="http://schemas.openxmlformats.org/drawingml/2006/main">
            <a:off x="3190875" y="186690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defRPr sz="2025" b="0">
                <a:solidFill>
                  <a:srgbClr val="E4EFEC"/>
                </a:solidFill>
                <a:latin typeface="Noto Sans KR"/>
                <a:ea typeface="Noto Sans KR"/>
                <a:cs typeface="Noto Sans KR"/>
              </a:defRPr>
            </a:lvl1pPr>
            <a:lvl2pPr>
              <a:defRPr sz="2025" b="0">
                <a:solidFill>
                  <a:srgbClr val="E4EFEC"/>
                </a:solidFill>
                <a:latin typeface="Noto Sans KR"/>
                <a:ea typeface="Noto Sans KR"/>
                <a:cs typeface="Noto Sans KR"/>
              </a:defRPr>
            </a:lvl2pPr>
            <a:lvl3pPr>
              <a:defRPr sz="2025" b="0">
                <a:solidFill>
                  <a:srgbClr val="E4EFEC"/>
                </a:solidFill>
                <a:latin typeface="Noto Sans KR"/>
                <a:ea typeface="Noto Sans KR"/>
                <a:cs typeface="Noto Sans KR"/>
              </a:defRPr>
            </a:lvl3pPr>
            <a:lvl4pPr>
              <a:defRPr sz="2025" b="0">
                <a:solidFill>
                  <a:srgbClr val="E4EFEC"/>
                </a:solidFill>
                <a:latin typeface="Noto Sans KR"/>
                <a:ea typeface="Noto Sans KR"/>
                <a:cs typeface="Noto Sans KR"/>
              </a:defRPr>
            </a:lvl4pPr>
            <a:lvl5pPr>
              <a:defRPr sz="2025" b="0">
                <a:solidFill>
                  <a:srgbClr val="E4EFEC"/>
                </a:solidFill>
                <a:latin typeface="Noto Sans KR"/>
                <a:ea typeface="Noto Sans KR"/>
                <a:cs typeface="Noto Sans KR"/>
              </a:defRPr>
            </a:lvl5pPr>
            <a:lvl6pPr>
              <a:defRPr sz="2025" b="0">
                <a:solidFill>
                  <a:srgbClr val="E4EFEC"/>
                </a:solidFill>
                <a:latin typeface="Noto Sans KR"/>
                <a:ea typeface="Noto Sans KR"/>
                <a:cs typeface="Noto Sans KR"/>
              </a:defRPr>
            </a:lvl6pPr>
            <a:lvl7pPr>
              <a:defRPr sz="2025" b="0">
                <a:solidFill>
                  <a:srgbClr val="E4EFEC"/>
                </a:solidFill>
                <a:latin typeface="Noto Sans KR"/>
                <a:ea typeface="Noto Sans KR"/>
                <a:cs typeface="Noto Sans KR"/>
              </a:defRPr>
            </a:lvl7pPr>
            <a:lvl8pPr>
              <a:defRPr sz="2025" b="0">
                <a:solidFill>
                  <a:srgbClr val="E4EFEC"/>
                </a:solidFill>
                <a:latin typeface="Noto Sans KR"/>
                <a:ea typeface="Noto Sans KR"/>
                <a:cs typeface="Noto Sans KR"/>
              </a:defRPr>
            </a:lvl8pPr>
            <a:lvl9pPr>
              <a:defRPr sz="2025" b="0">
                <a:solidFill>
                  <a:srgbClr val="E4EFEC"/>
                </a:solidFill>
                <a:latin typeface="Noto Sans KR"/>
                <a:ea typeface="Noto Sans KR"/>
                <a:cs typeface="Noto Sans KR"/>
              </a:defRPr>
            </a:lvl9pPr>
          </a:lstStyle>
          <a:p xmlns:a="http://schemas.openxmlformats.org/drawingml/2006/main">
            <a:pPr>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배차시스템이 모델에 의존하고, 모델이 날씨API에 의존합니다.</a:t>
            </a:r>
          </a:p>
        </p:txBody>
      </p:sp>
      <p:sp>
        <p:nvSpPr>
          <p:cNvPr id="5" name="label-1">
            <a:extLst xmlns:a="http://schemas.openxmlformats.org/drawingml/2006/main">
              <a:ext uri="{FF2B5EF4-FFF2-40B4-BE49-F238E27FC236}">
                <a16:creationId xmlns:a16="http://schemas.microsoft.com/office/drawing/2014/main" id="{226A0734-7763-4BFA-A696-9A00D9D6605D}"/>
              </a:ext>
            </a:extLst>
          </p:cNvPr>
          <p:cNvSpPr>
            <a:spLocks xmlns:a="http://schemas.openxmlformats.org/drawingml/2006/main" noGrp="1"/>
          </p:cNvSpPr>
          <p:nvPr/>
        </p:nvSpPr>
        <p:spPr>
          <a:xfrm xmlns:a="http://schemas.openxmlformats.org/drawingml/2006/main">
            <a:off x="609600" y="31337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defRPr sz="1950" b="1">
                <a:solidFill>
                  <a:srgbClr val="A4DDCA"/>
                </a:solidFill>
                <a:latin typeface="Noto Sans KR"/>
                <a:ea typeface="Noto Sans KR"/>
                <a:cs typeface="Noto Sans KR"/>
              </a:defRPr>
            </a:lvl1pPr>
            <a:lvl2pPr>
              <a:defRPr sz="1950" b="1">
                <a:solidFill>
                  <a:srgbClr val="A4DDCA"/>
                </a:solidFill>
                <a:latin typeface="Noto Sans KR"/>
                <a:ea typeface="Noto Sans KR"/>
                <a:cs typeface="Noto Sans KR"/>
              </a:defRPr>
            </a:lvl2pPr>
            <a:lvl3pPr>
              <a:defRPr sz="1950" b="1">
                <a:solidFill>
                  <a:srgbClr val="A4DDCA"/>
                </a:solidFill>
                <a:latin typeface="Noto Sans KR"/>
                <a:ea typeface="Noto Sans KR"/>
                <a:cs typeface="Noto Sans KR"/>
              </a:defRPr>
            </a:lvl3pPr>
            <a:lvl4pPr>
              <a:defRPr sz="1950" b="1">
                <a:solidFill>
                  <a:srgbClr val="A4DDCA"/>
                </a:solidFill>
                <a:latin typeface="Noto Sans KR"/>
                <a:ea typeface="Noto Sans KR"/>
                <a:cs typeface="Noto Sans KR"/>
              </a:defRPr>
            </a:lvl4pPr>
            <a:lvl5pPr>
              <a:defRPr sz="1950" b="1">
                <a:solidFill>
                  <a:srgbClr val="A4DDCA"/>
                </a:solidFill>
                <a:latin typeface="Noto Sans KR"/>
                <a:ea typeface="Noto Sans KR"/>
                <a:cs typeface="Noto Sans KR"/>
              </a:defRPr>
            </a:lvl5pPr>
            <a:lvl6pPr>
              <a:defRPr sz="1950" b="1">
                <a:solidFill>
                  <a:srgbClr val="A4DDCA"/>
                </a:solidFill>
                <a:latin typeface="Noto Sans KR"/>
                <a:ea typeface="Noto Sans KR"/>
                <a:cs typeface="Noto Sans KR"/>
              </a:defRPr>
            </a:lvl6pPr>
            <a:lvl7pPr>
              <a:defRPr sz="1950" b="1">
                <a:solidFill>
                  <a:srgbClr val="A4DDCA"/>
                </a:solidFill>
                <a:latin typeface="Noto Sans KR"/>
                <a:ea typeface="Noto Sans KR"/>
                <a:cs typeface="Noto Sans KR"/>
              </a:defRPr>
            </a:lvl7pPr>
            <a:lvl8pPr>
              <a:defRPr sz="1950" b="1">
                <a:solidFill>
                  <a:srgbClr val="A4DDCA"/>
                </a:solidFill>
                <a:latin typeface="Noto Sans KR"/>
                <a:ea typeface="Noto Sans KR"/>
                <a:cs typeface="Noto Sans KR"/>
              </a:defRPr>
            </a:lvl8pPr>
            <a:lvl9pPr>
              <a:defRPr sz="1950" b="1">
                <a:solidFill>
                  <a:srgbClr val="A4DDCA"/>
                </a:solidFill>
                <a:latin typeface="Noto Sans KR"/>
                <a:ea typeface="Noto Sans KR"/>
                <a:cs typeface="Noto Sans KR"/>
              </a:defRPr>
            </a:lvl9pPr>
          </a:lstStyle>
          <a:p xmlns:a="http://schemas.openxmlformats.org/drawingml/2006/main">
            <a:pPr>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적용한 규칙</a:t>
            </a:r>
          </a:p>
        </p:txBody>
      </p:sp>
      <p:sp>
        <p:nvSpPr>
          <p:cNvPr id="6" name="body-1">
            <a:extLst xmlns:a="http://schemas.openxmlformats.org/drawingml/2006/main">
              <a:ext uri="{FF2B5EF4-FFF2-40B4-BE49-F238E27FC236}">
                <a16:creationId xmlns:a16="http://schemas.microsoft.com/office/drawing/2014/main" id="{FC0EFD65-810E-47A9-AB64-A2BA4EFCA0EB}"/>
              </a:ext>
            </a:extLst>
          </p:cNvPr>
          <p:cNvSpPr>
            <a:spLocks xmlns:a="http://schemas.openxmlformats.org/drawingml/2006/main" noGrp="1"/>
          </p:cNvSpPr>
          <p:nvPr/>
        </p:nvSpPr>
        <p:spPr>
          <a:xfrm xmlns:a="http://schemas.openxmlformats.org/drawingml/2006/main">
            <a:off x="3190875" y="31337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defRPr sz="2025" b="0">
                <a:solidFill>
                  <a:srgbClr val="E4EFEC"/>
                </a:solidFill>
                <a:latin typeface="Noto Sans KR"/>
                <a:ea typeface="Noto Sans KR"/>
                <a:cs typeface="Noto Sans KR"/>
              </a:defRPr>
            </a:lvl1pPr>
            <a:lvl2pPr>
              <a:defRPr sz="2025" b="0">
                <a:solidFill>
                  <a:srgbClr val="E4EFEC"/>
                </a:solidFill>
                <a:latin typeface="Noto Sans KR"/>
                <a:ea typeface="Noto Sans KR"/>
                <a:cs typeface="Noto Sans KR"/>
              </a:defRPr>
            </a:lvl2pPr>
            <a:lvl3pPr>
              <a:defRPr sz="2025" b="0">
                <a:solidFill>
                  <a:srgbClr val="E4EFEC"/>
                </a:solidFill>
                <a:latin typeface="Noto Sans KR"/>
                <a:ea typeface="Noto Sans KR"/>
                <a:cs typeface="Noto Sans KR"/>
              </a:defRPr>
            </a:lvl3pPr>
            <a:lvl4pPr>
              <a:defRPr sz="2025" b="0">
                <a:solidFill>
                  <a:srgbClr val="E4EFEC"/>
                </a:solidFill>
                <a:latin typeface="Noto Sans KR"/>
                <a:ea typeface="Noto Sans KR"/>
                <a:cs typeface="Noto Sans KR"/>
              </a:defRPr>
            </a:lvl4pPr>
            <a:lvl5pPr>
              <a:defRPr sz="2025" b="0">
                <a:solidFill>
                  <a:srgbClr val="E4EFEC"/>
                </a:solidFill>
                <a:latin typeface="Noto Sans KR"/>
                <a:ea typeface="Noto Sans KR"/>
                <a:cs typeface="Noto Sans KR"/>
              </a:defRPr>
            </a:lvl5pPr>
            <a:lvl6pPr>
              <a:defRPr sz="2025" b="0">
                <a:solidFill>
                  <a:srgbClr val="E4EFEC"/>
                </a:solidFill>
                <a:latin typeface="Noto Sans KR"/>
                <a:ea typeface="Noto Sans KR"/>
                <a:cs typeface="Noto Sans KR"/>
              </a:defRPr>
            </a:lvl6pPr>
            <a:lvl7pPr>
              <a:defRPr sz="2025" b="0">
                <a:solidFill>
                  <a:srgbClr val="E4EFEC"/>
                </a:solidFill>
                <a:latin typeface="Noto Sans KR"/>
                <a:ea typeface="Noto Sans KR"/>
                <a:cs typeface="Noto Sans KR"/>
              </a:defRPr>
            </a:lvl7pPr>
            <a:lvl8pPr>
              <a:defRPr sz="2025" b="0">
                <a:solidFill>
                  <a:srgbClr val="E4EFEC"/>
                </a:solidFill>
                <a:latin typeface="Noto Sans KR"/>
                <a:ea typeface="Noto Sans KR"/>
                <a:cs typeface="Noto Sans KR"/>
              </a:defRPr>
            </a:lvl8pPr>
            <a:lvl9pPr>
              <a:defRPr sz="2025" b="0">
                <a:solidFill>
                  <a:srgbClr val="E4EFEC"/>
                </a:solidFill>
                <a:latin typeface="Noto Sans KR"/>
                <a:ea typeface="Noto Sans KR"/>
                <a:cs typeface="Noto Sans KR"/>
              </a:defRPr>
            </a:lvl9pPr>
          </a:lstStyle>
          <a:p xmlns:a="http://schemas.openxmlformats.org/drawingml/2006/main">
            <a:pPr>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이번 예제의 의존 관계는 여러 단계를 이어서 해석합니다.</a:t>
            </a:r>
          </a:p>
        </p:txBody>
      </p:sp>
      <p:sp>
        <p:nvSpPr>
          <p:cNvPr id="7" name="label-2">
            <a:extLst xmlns:a="http://schemas.openxmlformats.org/drawingml/2006/main">
              <a:ext uri="{FF2B5EF4-FFF2-40B4-BE49-F238E27FC236}">
                <a16:creationId xmlns:a16="http://schemas.microsoft.com/office/drawing/2014/main" id="{69FDE634-1368-4313-A5C1-B292CD6298B8}"/>
              </a:ext>
            </a:extLst>
          </p:cNvPr>
          <p:cNvSpPr>
            <a:spLocks xmlns:a="http://schemas.openxmlformats.org/drawingml/2006/main" noGrp="1"/>
          </p:cNvSpPr>
          <p:nvPr/>
        </p:nvSpPr>
        <p:spPr>
          <a:xfrm xmlns:a="http://schemas.openxmlformats.org/drawingml/2006/main">
            <a:off x="609600" y="44005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defRPr sz="1950" b="1">
                <a:solidFill>
                  <a:srgbClr val="A4DDCA"/>
                </a:solidFill>
                <a:latin typeface="Noto Sans KR"/>
                <a:ea typeface="Noto Sans KR"/>
                <a:cs typeface="Noto Sans KR"/>
              </a:defRPr>
            </a:lvl1pPr>
            <a:lvl2pPr>
              <a:defRPr sz="1950" b="1">
                <a:solidFill>
                  <a:srgbClr val="A4DDCA"/>
                </a:solidFill>
                <a:latin typeface="Noto Sans KR"/>
                <a:ea typeface="Noto Sans KR"/>
                <a:cs typeface="Noto Sans KR"/>
              </a:defRPr>
            </a:lvl2pPr>
            <a:lvl3pPr>
              <a:defRPr sz="1950" b="1">
                <a:solidFill>
                  <a:srgbClr val="A4DDCA"/>
                </a:solidFill>
                <a:latin typeface="Noto Sans KR"/>
                <a:ea typeface="Noto Sans KR"/>
                <a:cs typeface="Noto Sans KR"/>
              </a:defRPr>
            </a:lvl3pPr>
            <a:lvl4pPr>
              <a:defRPr sz="1950" b="1">
                <a:solidFill>
                  <a:srgbClr val="A4DDCA"/>
                </a:solidFill>
                <a:latin typeface="Noto Sans KR"/>
                <a:ea typeface="Noto Sans KR"/>
                <a:cs typeface="Noto Sans KR"/>
              </a:defRPr>
            </a:lvl4pPr>
            <a:lvl5pPr>
              <a:defRPr sz="1950" b="1">
                <a:solidFill>
                  <a:srgbClr val="A4DDCA"/>
                </a:solidFill>
                <a:latin typeface="Noto Sans KR"/>
                <a:ea typeface="Noto Sans KR"/>
                <a:cs typeface="Noto Sans KR"/>
              </a:defRPr>
            </a:lvl5pPr>
            <a:lvl6pPr>
              <a:defRPr sz="1950" b="1">
                <a:solidFill>
                  <a:srgbClr val="A4DDCA"/>
                </a:solidFill>
                <a:latin typeface="Noto Sans KR"/>
                <a:ea typeface="Noto Sans KR"/>
                <a:cs typeface="Noto Sans KR"/>
              </a:defRPr>
            </a:lvl6pPr>
            <a:lvl7pPr>
              <a:defRPr sz="1950" b="1">
                <a:solidFill>
                  <a:srgbClr val="A4DDCA"/>
                </a:solidFill>
                <a:latin typeface="Noto Sans KR"/>
                <a:ea typeface="Noto Sans KR"/>
                <a:cs typeface="Noto Sans KR"/>
              </a:defRPr>
            </a:lvl7pPr>
            <a:lvl8pPr>
              <a:defRPr sz="1950" b="1">
                <a:solidFill>
                  <a:srgbClr val="A4DDCA"/>
                </a:solidFill>
                <a:latin typeface="Noto Sans KR"/>
                <a:ea typeface="Noto Sans KR"/>
                <a:cs typeface="Noto Sans KR"/>
              </a:defRPr>
            </a:lvl8pPr>
            <a:lvl9pPr>
              <a:defRPr sz="1950" b="1">
                <a:solidFill>
                  <a:srgbClr val="A4DDCA"/>
                </a:solidFill>
                <a:latin typeface="Noto Sans KR"/>
                <a:ea typeface="Noto Sans KR"/>
                <a:cs typeface="Noto Sans KR"/>
              </a:defRPr>
            </a:lvl9pPr>
          </a:lstStyle>
          <a:p xmlns:a="http://schemas.openxmlformats.org/drawingml/2006/main">
            <a:pPr>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조회 결과</a:t>
            </a:r>
          </a:p>
        </p:txBody>
      </p:sp>
      <p:sp>
        <p:nvSpPr>
          <p:cNvPr id="8" name="body-2">
            <a:extLst xmlns:a="http://schemas.openxmlformats.org/drawingml/2006/main">
              <a:ext uri="{FF2B5EF4-FFF2-40B4-BE49-F238E27FC236}">
                <a16:creationId xmlns:a16="http://schemas.microsoft.com/office/drawing/2014/main" id="{5FF184A5-6BF5-417D-AEEE-016EA133E34B}"/>
              </a:ext>
            </a:extLst>
          </p:cNvPr>
          <p:cNvSpPr>
            <a:spLocks xmlns:a="http://schemas.openxmlformats.org/drawingml/2006/main" noGrp="1"/>
          </p:cNvSpPr>
          <p:nvPr/>
        </p:nvSpPr>
        <p:spPr>
          <a:xfrm xmlns:a="http://schemas.openxmlformats.org/drawingml/2006/main">
            <a:off x="3190875" y="44005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defRPr sz="2025" b="0">
                <a:solidFill>
                  <a:srgbClr val="E4EFEC"/>
                </a:solidFill>
                <a:latin typeface="Noto Sans KR"/>
                <a:ea typeface="Noto Sans KR"/>
                <a:cs typeface="Noto Sans KR"/>
              </a:defRPr>
            </a:lvl1pPr>
            <a:lvl2pPr>
              <a:defRPr sz="2025" b="0">
                <a:solidFill>
                  <a:srgbClr val="E4EFEC"/>
                </a:solidFill>
                <a:latin typeface="Noto Sans KR"/>
                <a:ea typeface="Noto Sans KR"/>
                <a:cs typeface="Noto Sans KR"/>
              </a:defRPr>
            </a:lvl2pPr>
            <a:lvl3pPr>
              <a:defRPr sz="2025" b="0">
                <a:solidFill>
                  <a:srgbClr val="E4EFEC"/>
                </a:solidFill>
                <a:latin typeface="Noto Sans KR"/>
                <a:ea typeface="Noto Sans KR"/>
                <a:cs typeface="Noto Sans KR"/>
              </a:defRPr>
            </a:lvl3pPr>
            <a:lvl4pPr>
              <a:defRPr sz="2025" b="0">
                <a:solidFill>
                  <a:srgbClr val="E4EFEC"/>
                </a:solidFill>
                <a:latin typeface="Noto Sans KR"/>
                <a:ea typeface="Noto Sans KR"/>
                <a:cs typeface="Noto Sans KR"/>
              </a:defRPr>
            </a:lvl4pPr>
            <a:lvl5pPr>
              <a:defRPr sz="2025" b="0">
                <a:solidFill>
                  <a:srgbClr val="E4EFEC"/>
                </a:solidFill>
                <a:latin typeface="Noto Sans KR"/>
                <a:ea typeface="Noto Sans KR"/>
                <a:cs typeface="Noto Sans KR"/>
              </a:defRPr>
            </a:lvl5pPr>
            <a:lvl6pPr>
              <a:defRPr sz="2025" b="0">
                <a:solidFill>
                  <a:srgbClr val="E4EFEC"/>
                </a:solidFill>
                <a:latin typeface="Noto Sans KR"/>
                <a:ea typeface="Noto Sans KR"/>
                <a:cs typeface="Noto Sans KR"/>
              </a:defRPr>
            </a:lvl6pPr>
            <a:lvl7pPr>
              <a:defRPr sz="2025" b="0">
                <a:solidFill>
                  <a:srgbClr val="E4EFEC"/>
                </a:solidFill>
                <a:latin typeface="Noto Sans KR"/>
                <a:ea typeface="Noto Sans KR"/>
                <a:cs typeface="Noto Sans KR"/>
              </a:defRPr>
            </a:lvl7pPr>
            <a:lvl8pPr>
              <a:defRPr sz="2025" b="0">
                <a:solidFill>
                  <a:srgbClr val="E4EFEC"/>
                </a:solidFill>
                <a:latin typeface="Noto Sans KR"/>
                <a:ea typeface="Noto Sans KR"/>
                <a:cs typeface="Noto Sans KR"/>
              </a:defRPr>
            </a:lvl8pPr>
            <a:lvl9pPr>
              <a:defRPr sz="2025" b="0">
                <a:solidFill>
                  <a:srgbClr val="E4EFEC"/>
                </a:solidFill>
                <a:latin typeface="Noto Sans KR"/>
                <a:ea typeface="Noto Sans KR"/>
                <a:cs typeface="Noto Sans KR"/>
              </a:defRPr>
            </a:lvl9pPr>
          </a:lstStyle>
          <a:p xmlns:a="http://schemas.openxmlformats.org/drawingml/2006/main">
            <a:pPr>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날씨API를 직접 쓰는 모델과 간접 의존하는 배차시스템이 나옵니다.</a:t>
            </a:r>
          </a:p>
        </p:txBody>
      </p:sp>
      <p:sp>
        <p:nvSpPr>
          <p:cNvPr id="9" name="page">
            <a:extLst xmlns:a="http://schemas.openxmlformats.org/drawingml/2006/main">
              <a:ext uri="{FF2B5EF4-FFF2-40B4-BE49-F238E27FC236}">
                <a16:creationId xmlns:a16="http://schemas.microsoft.com/office/drawing/2014/main" id="{D90964D2-778A-4299-80F2-CED92F059EF6}"/>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defRPr sz="1125" b="0">
                <a:solidFill>
                  <a:srgbClr val="8EABB7"/>
                </a:solidFill>
                <a:latin typeface="Noto Sans KR"/>
                <a:ea typeface="Noto Sans KR"/>
                <a:cs typeface="Noto Sans KR"/>
              </a:defRPr>
            </a:lvl1pPr>
            <a:lvl2pPr>
              <a:defRPr sz="1125" b="0">
                <a:solidFill>
                  <a:srgbClr val="8EABB7"/>
                </a:solidFill>
                <a:latin typeface="Noto Sans KR"/>
                <a:ea typeface="Noto Sans KR"/>
                <a:cs typeface="Noto Sans KR"/>
              </a:defRPr>
            </a:lvl2pPr>
            <a:lvl3pPr>
              <a:defRPr sz="1125" b="0">
                <a:solidFill>
                  <a:srgbClr val="8EABB7"/>
                </a:solidFill>
                <a:latin typeface="Noto Sans KR"/>
                <a:ea typeface="Noto Sans KR"/>
                <a:cs typeface="Noto Sans KR"/>
              </a:defRPr>
            </a:lvl3pPr>
            <a:lvl4pPr>
              <a:defRPr sz="1125" b="0">
                <a:solidFill>
                  <a:srgbClr val="8EABB7"/>
                </a:solidFill>
                <a:latin typeface="Noto Sans KR"/>
                <a:ea typeface="Noto Sans KR"/>
                <a:cs typeface="Noto Sans KR"/>
              </a:defRPr>
            </a:lvl4pPr>
            <a:lvl5pPr>
              <a:defRPr sz="1125" b="0">
                <a:solidFill>
                  <a:srgbClr val="8EABB7"/>
                </a:solidFill>
                <a:latin typeface="Noto Sans KR"/>
                <a:ea typeface="Noto Sans KR"/>
                <a:cs typeface="Noto Sans KR"/>
              </a:defRPr>
            </a:lvl5pPr>
            <a:lvl6pPr>
              <a:defRPr sz="1125" b="0">
                <a:solidFill>
                  <a:srgbClr val="8EABB7"/>
                </a:solidFill>
                <a:latin typeface="Noto Sans KR"/>
                <a:ea typeface="Noto Sans KR"/>
                <a:cs typeface="Noto Sans KR"/>
              </a:defRPr>
            </a:lvl6pPr>
            <a:lvl7pPr>
              <a:defRPr sz="1125" b="0">
                <a:solidFill>
                  <a:srgbClr val="8EABB7"/>
                </a:solidFill>
                <a:latin typeface="Noto Sans KR"/>
                <a:ea typeface="Noto Sans KR"/>
                <a:cs typeface="Noto Sans KR"/>
              </a:defRPr>
            </a:lvl7pPr>
            <a:lvl8pPr>
              <a:defRPr sz="1125" b="0">
                <a:solidFill>
                  <a:srgbClr val="8EABB7"/>
                </a:solidFill>
                <a:latin typeface="Noto Sans KR"/>
                <a:ea typeface="Noto Sans KR"/>
                <a:cs typeface="Noto Sans KR"/>
              </a:defRPr>
            </a:lvl8pPr>
            <a:lvl9pPr>
              <a:defRPr sz="1125" b="0">
                <a:solidFill>
                  <a:srgbClr val="8EABB7"/>
                </a:solidFill>
                <a:latin typeface="Noto Sans KR"/>
                <a:ea typeface="Noto Sans KR"/>
                <a:cs typeface="Noto Sans KR"/>
              </a:defRPr>
            </a:lvl9pPr>
          </a:lstStyle>
          <a:p xmlns:a="http://schemas.openxmlformats.org/drawingml/2006/main">
            <a:pPr>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09</a:t>
            </a:r>
          </a:p>
        </p:txBody>
      </p:sp>
    </p:spTree>
    <p:extLst>
      <p:ext uri="{BB962C8B-B14F-4D97-AF65-F5344CB8AC3E}">
        <p14:creationId xmlns:p14="http://schemas.microsoft.com/office/powerpoint/2010/main" val="1936930229"/>
      </p:ext>
    </p:extLst>
  </p:cSld>
</p:sld>
</file>

<file path=ppt/slides/slide10.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0" name="section">
            <a:extLst xmlns:a="http://schemas.openxmlformats.org/drawingml/2006/main">
              <a:ext uri="{FF2B5EF4-FFF2-40B4-BE49-F238E27FC236}">
                <a16:creationId xmlns:a16="http://schemas.microsoft.com/office/drawing/2014/main" id="{5534EB52-8380-44DE-B4D5-10710C14BCE4}"/>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defRPr sz="1125" b="1">
                <a:solidFill>
                  <a:srgbClr val="A4DDCA"/>
                </a:solidFill>
                <a:latin typeface="Noto Sans KR"/>
                <a:ea typeface="Noto Sans KR"/>
                <a:cs typeface="Noto Sans KR"/>
              </a:defRPr>
            </a:lvl1pPr>
            <a:lvl2pPr>
              <a:defRPr sz="1125" b="1">
                <a:solidFill>
                  <a:srgbClr val="A4DDCA"/>
                </a:solidFill>
                <a:latin typeface="Noto Sans KR"/>
                <a:ea typeface="Noto Sans KR"/>
                <a:cs typeface="Noto Sans KR"/>
              </a:defRPr>
            </a:lvl2pPr>
            <a:lvl3pPr>
              <a:defRPr sz="1125" b="1">
                <a:solidFill>
                  <a:srgbClr val="A4DDCA"/>
                </a:solidFill>
                <a:latin typeface="Noto Sans KR"/>
                <a:ea typeface="Noto Sans KR"/>
                <a:cs typeface="Noto Sans KR"/>
              </a:defRPr>
            </a:lvl3pPr>
            <a:lvl4pPr>
              <a:defRPr sz="1125" b="1">
                <a:solidFill>
                  <a:srgbClr val="A4DDCA"/>
                </a:solidFill>
                <a:latin typeface="Noto Sans KR"/>
                <a:ea typeface="Noto Sans KR"/>
                <a:cs typeface="Noto Sans KR"/>
              </a:defRPr>
            </a:lvl4pPr>
            <a:lvl5pPr>
              <a:defRPr sz="1125" b="1">
                <a:solidFill>
                  <a:srgbClr val="A4DDCA"/>
                </a:solidFill>
                <a:latin typeface="Noto Sans KR"/>
                <a:ea typeface="Noto Sans KR"/>
                <a:cs typeface="Noto Sans KR"/>
              </a:defRPr>
            </a:lvl5pPr>
            <a:lvl6pPr>
              <a:defRPr sz="1125" b="1">
                <a:solidFill>
                  <a:srgbClr val="A4DDCA"/>
                </a:solidFill>
                <a:latin typeface="Noto Sans KR"/>
                <a:ea typeface="Noto Sans KR"/>
                <a:cs typeface="Noto Sans KR"/>
              </a:defRPr>
            </a:lvl6pPr>
            <a:lvl7pPr>
              <a:defRPr sz="1125" b="1">
                <a:solidFill>
                  <a:srgbClr val="A4DDCA"/>
                </a:solidFill>
                <a:latin typeface="Noto Sans KR"/>
                <a:ea typeface="Noto Sans KR"/>
                <a:cs typeface="Noto Sans KR"/>
              </a:defRPr>
            </a:lvl7pPr>
            <a:lvl8pPr>
              <a:defRPr sz="1125" b="1">
                <a:solidFill>
                  <a:srgbClr val="A4DDCA"/>
                </a:solidFill>
                <a:latin typeface="Noto Sans KR"/>
                <a:ea typeface="Noto Sans KR"/>
                <a:cs typeface="Noto Sans KR"/>
              </a:defRPr>
            </a:lvl8pPr>
            <a:lvl9pPr>
              <a:defRPr sz="1125" b="1">
                <a:solidFill>
                  <a:srgbClr val="A4DDCA"/>
                </a:solidFill>
                <a:latin typeface="Noto Sans KR"/>
                <a:ea typeface="Noto Sans KR"/>
                <a:cs typeface="Noto Sans KR"/>
              </a:defRPr>
            </a:lvl9pPr>
          </a:lstStyle>
          <a:p xmlns:a="http://schemas.openxmlformats.org/drawingml/2006/main">
            <a:pPr>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DE344F70-2F87-42C4-9FA1-743148AB06B4}"/>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defRPr sz="3000" b="1">
                <a:solidFill>
                  <a:srgbClr val="E4EFEC"/>
                </a:solidFill>
                <a:latin typeface="Noto Sans KR"/>
                <a:ea typeface="Noto Sans KR"/>
                <a:cs typeface="Noto Sans KR"/>
              </a:defRPr>
            </a:lvl1pPr>
            <a:lvl2pPr>
              <a:defRPr sz="3000" b="1">
                <a:solidFill>
                  <a:srgbClr val="E4EFEC"/>
                </a:solidFill>
                <a:latin typeface="Noto Sans KR"/>
                <a:ea typeface="Noto Sans KR"/>
                <a:cs typeface="Noto Sans KR"/>
              </a:defRPr>
            </a:lvl2pPr>
            <a:lvl3pPr>
              <a:defRPr sz="3000" b="1">
                <a:solidFill>
                  <a:srgbClr val="E4EFEC"/>
                </a:solidFill>
                <a:latin typeface="Noto Sans KR"/>
                <a:ea typeface="Noto Sans KR"/>
                <a:cs typeface="Noto Sans KR"/>
              </a:defRPr>
            </a:lvl3pPr>
            <a:lvl4pPr>
              <a:defRPr sz="3000" b="1">
                <a:solidFill>
                  <a:srgbClr val="E4EFEC"/>
                </a:solidFill>
                <a:latin typeface="Noto Sans KR"/>
                <a:ea typeface="Noto Sans KR"/>
                <a:cs typeface="Noto Sans KR"/>
              </a:defRPr>
            </a:lvl4pPr>
            <a:lvl5pPr>
              <a:defRPr sz="3000" b="1">
                <a:solidFill>
                  <a:srgbClr val="E4EFEC"/>
                </a:solidFill>
                <a:latin typeface="Noto Sans KR"/>
                <a:ea typeface="Noto Sans KR"/>
                <a:cs typeface="Noto Sans KR"/>
              </a:defRPr>
            </a:lvl5pPr>
            <a:lvl6pPr>
              <a:defRPr sz="3000" b="1">
                <a:solidFill>
                  <a:srgbClr val="E4EFEC"/>
                </a:solidFill>
                <a:latin typeface="Noto Sans KR"/>
                <a:ea typeface="Noto Sans KR"/>
                <a:cs typeface="Noto Sans KR"/>
              </a:defRPr>
            </a:lvl6pPr>
            <a:lvl7pPr>
              <a:defRPr sz="3000" b="1">
                <a:solidFill>
                  <a:srgbClr val="E4EFEC"/>
                </a:solidFill>
                <a:latin typeface="Noto Sans KR"/>
                <a:ea typeface="Noto Sans KR"/>
                <a:cs typeface="Noto Sans KR"/>
              </a:defRPr>
            </a:lvl7pPr>
            <a:lvl8pPr>
              <a:defRPr sz="3000" b="1">
                <a:solidFill>
                  <a:srgbClr val="E4EFEC"/>
                </a:solidFill>
                <a:latin typeface="Noto Sans KR"/>
                <a:ea typeface="Noto Sans KR"/>
                <a:cs typeface="Noto Sans KR"/>
              </a:defRPr>
            </a:lvl8pPr>
            <a:lvl9pPr>
              <a:defRPr sz="3000" b="1">
                <a:solidFill>
                  <a:srgbClr val="E4EFEC"/>
                </a:solidFill>
                <a:latin typeface="Noto Sans KR"/>
                <a:ea typeface="Noto Sans KR"/>
                <a:cs typeface="Noto Sans KR"/>
              </a:defRPr>
            </a:lvl9pPr>
          </a:lstStyle>
          <a:p xmlns:a="http://schemas.openxmlformats.org/drawingml/2006/main">
            <a:pPr>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domain과 range는 종류를 붙여 줍니다</a:t>
            </a:r>
          </a:p>
        </p:txBody>
      </p:sp>
      <p:sp>
        <p:nvSpPr>
          <p:cNvPr id="3" name="label-0">
            <a:extLst xmlns:a="http://schemas.openxmlformats.org/drawingml/2006/main">
              <a:ext uri="{FF2B5EF4-FFF2-40B4-BE49-F238E27FC236}">
                <a16:creationId xmlns:a16="http://schemas.microsoft.com/office/drawing/2014/main" id="{164FF249-CC76-4778-9562-5DA997871BC7}"/>
              </a:ext>
            </a:extLst>
          </p:cNvPr>
          <p:cNvSpPr>
            <a:spLocks xmlns:a="http://schemas.openxmlformats.org/drawingml/2006/main" noGrp="1"/>
          </p:cNvSpPr>
          <p:nvPr/>
        </p:nvSpPr>
        <p:spPr>
          <a:xfrm xmlns:a="http://schemas.openxmlformats.org/drawingml/2006/main">
            <a:off x="609600" y="186690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defRPr sz="1950" b="1">
                <a:solidFill>
                  <a:srgbClr val="A4DDCA"/>
                </a:solidFill>
                <a:latin typeface="Noto Sans KR"/>
                <a:ea typeface="Noto Sans KR"/>
                <a:cs typeface="Noto Sans KR"/>
              </a:defRPr>
            </a:lvl1pPr>
            <a:lvl2pPr>
              <a:defRPr sz="1950" b="1">
                <a:solidFill>
                  <a:srgbClr val="A4DDCA"/>
                </a:solidFill>
                <a:latin typeface="Noto Sans KR"/>
                <a:ea typeface="Noto Sans KR"/>
                <a:cs typeface="Noto Sans KR"/>
              </a:defRPr>
            </a:lvl2pPr>
            <a:lvl3pPr>
              <a:defRPr sz="1950" b="1">
                <a:solidFill>
                  <a:srgbClr val="A4DDCA"/>
                </a:solidFill>
                <a:latin typeface="Noto Sans KR"/>
                <a:ea typeface="Noto Sans KR"/>
                <a:cs typeface="Noto Sans KR"/>
              </a:defRPr>
            </a:lvl3pPr>
            <a:lvl4pPr>
              <a:defRPr sz="1950" b="1">
                <a:solidFill>
                  <a:srgbClr val="A4DDCA"/>
                </a:solidFill>
                <a:latin typeface="Noto Sans KR"/>
                <a:ea typeface="Noto Sans KR"/>
                <a:cs typeface="Noto Sans KR"/>
              </a:defRPr>
            </a:lvl4pPr>
            <a:lvl5pPr>
              <a:defRPr sz="1950" b="1">
                <a:solidFill>
                  <a:srgbClr val="A4DDCA"/>
                </a:solidFill>
                <a:latin typeface="Noto Sans KR"/>
                <a:ea typeface="Noto Sans KR"/>
                <a:cs typeface="Noto Sans KR"/>
              </a:defRPr>
            </a:lvl5pPr>
            <a:lvl6pPr>
              <a:defRPr sz="1950" b="1">
                <a:solidFill>
                  <a:srgbClr val="A4DDCA"/>
                </a:solidFill>
                <a:latin typeface="Noto Sans KR"/>
                <a:ea typeface="Noto Sans KR"/>
                <a:cs typeface="Noto Sans KR"/>
              </a:defRPr>
            </a:lvl6pPr>
            <a:lvl7pPr>
              <a:defRPr sz="1950" b="1">
                <a:solidFill>
                  <a:srgbClr val="A4DDCA"/>
                </a:solidFill>
                <a:latin typeface="Noto Sans KR"/>
                <a:ea typeface="Noto Sans KR"/>
                <a:cs typeface="Noto Sans KR"/>
              </a:defRPr>
            </a:lvl7pPr>
            <a:lvl8pPr>
              <a:defRPr sz="1950" b="1">
                <a:solidFill>
                  <a:srgbClr val="A4DDCA"/>
                </a:solidFill>
                <a:latin typeface="Noto Sans KR"/>
                <a:ea typeface="Noto Sans KR"/>
                <a:cs typeface="Noto Sans KR"/>
              </a:defRPr>
            </a:lvl8pPr>
            <a:lvl9pPr>
              <a:defRPr sz="1950" b="1">
                <a:solidFill>
                  <a:srgbClr val="A4DDCA"/>
                </a:solidFill>
                <a:latin typeface="Noto Sans KR"/>
                <a:ea typeface="Noto Sans KR"/>
                <a:cs typeface="Noto Sans KR"/>
              </a:defRPr>
            </a:lvl9pPr>
          </a:lstStyle>
          <a:p xmlns:a="http://schemas.openxmlformats.org/drawingml/2006/main">
            <a:pPr>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domain / 주어의 종류</a:t>
            </a:r>
          </a:p>
        </p:txBody>
      </p:sp>
      <p:sp>
        <p:nvSpPr>
          <p:cNvPr id="4" name="body-0">
            <a:extLst xmlns:a="http://schemas.openxmlformats.org/drawingml/2006/main">
              <a:ext uri="{FF2B5EF4-FFF2-40B4-BE49-F238E27FC236}">
                <a16:creationId xmlns:a16="http://schemas.microsoft.com/office/drawing/2014/main" id="{79EF37F0-BA37-41D9-9CED-A953241FD530}"/>
              </a:ext>
            </a:extLst>
          </p:cNvPr>
          <p:cNvSpPr>
            <a:spLocks xmlns:a="http://schemas.openxmlformats.org/drawingml/2006/main" noGrp="1"/>
          </p:cNvSpPr>
          <p:nvPr/>
        </p:nvSpPr>
        <p:spPr>
          <a:xfrm xmlns:a="http://schemas.openxmlformats.org/drawingml/2006/main">
            <a:off x="3190875" y="186690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defRPr sz="2025" b="0">
                <a:solidFill>
                  <a:srgbClr val="E4EFEC"/>
                </a:solidFill>
                <a:latin typeface="Noto Sans KR"/>
                <a:ea typeface="Noto Sans KR"/>
                <a:cs typeface="Noto Sans KR"/>
              </a:defRPr>
            </a:lvl1pPr>
            <a:lvl2pPr>
              <a:defRPr sz="2025" b="0">
                <a:solidFill>
                  <a:srgbClr val="E4EFEC"/>
                </a:solidFill>
                <a:latin typeface="Noto Sans KR"/>
                <a:ea typeface="Noto Sans KR"/>
                <a:cs typeface="Noto Sans KR"/>
              </a:defRPr>
            </a:lvl2pPr>
            <a:lvl3pPr>
              <a:defRPr sz="2025" b="0">
                <a:solidFill>
                  <a:srgbClr val="E4EFEC"/>
                </a:solidFill>
                <a:latin typeface="Noto Sans KR"/>
                <a:ea typeface="Noto Sans KR"/>
                <a:cs typeface="Noto Sans KR"/>
              </a:defRPr>
            </a:lvl3pPr>
            <a:lvl4pPr>
              <a:defRPr sz="2025" b="0">
                <a:solidFill>
                  <a:srgbClr val="E4EFEC"/>
                </a:solidFill>
                <a:latin typeface="Noto Sans KR"/>
                <a:ea typeface="Noto Sans KR"/>
                <a:cs typeface="Noto Sans KR"/>
              </a:defRPr>
            </a:lvl4pPr>
            <a:lvl5pPr>
              <a:defRPr sz="2025" b="0">
                <a:solidFill>
                  <a:srgbClr val="E4EFEC"/>
                </a:solidFill>
                <a:latin typeface="Noto Sans KR"/>
                <a:ea typeface="Noto Sans KR"/>
                <a:cs typeface="Noto Sans KR"/>
              </a:defRPr>
            </a:lvl5pPr>
            <a:lvl6pPr>
              <a:defRPr sz="2025" b="0">
                <a:solidFill>
                  <a:srgbClr val="E4EFEC"/>
                </a:solidFill>
                <a:latin typeface="Noto Sans KR"/>
                <a:ea typeface="Noto Sans KR"/>
                <a:cs typeface="Noto Sans KR"/>
              </a:defRPr>
            </a:lvl6pPr>
            <a:lvl7pPr>
              <a:defRPr sz="2025" b="0">
                <a:solidFill>
                  <a:srgbClr val="E4EFEC"/>
                </a:solidFill>
                <a:latin typeface="Noto Sans KR"/>
                <a:ea typeface="Noto Sans KR"/>
                <a:cs typeface="Noto Sans KR"/>
              </a:defRPr>
            </a:lvl7pPr>
            <a:lvl8pPr>
              <a:defRPr sz="2025" b="0">
                <a:solidFill>
                  <a:srgbClr val="E4EFEC"/>
                </a:solidFill>
                <a:latin typeface="Noto Sans KR"/>
                <a:ea typeface="Noto Sans KR"/>
                <a:cs typeface="Noto Sans KR"/>
              </a:defRPr>
            </a:lvl8pPr>
            <a:lvl9pPr>
              <a:defRPr sz="2025" b="0">
                <a:solidFill>
                  <a:srgbClr val="E4EFEC"/>
                </a:solidFill>
                <a:latin typeface="Noto Sans KR"/>
                <a:ea typeface="Noto Sans KR"/>
                <a:cs typeface="Noto Sans KR"/>
              </a:defRPr>
            </a:lvl9pPr>
          </a:lstStyle>
          <a:p xmlns:a="http://schemas.openxmlformats.org/drawingml/2006/main">
            <a:pPr>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uses 관계의 주어를 회사로 해석합니다.</a:t>
            </a:r>
          </a:p>
        </p:txBody>
      </p:sp>
      <p:sp>
        <p:nvSpPr>
          <p:cNvPr id="5" name="label-1">
            <a:extLst xmlns:a="http://schemas.openxmlformats.org/drawingml/2006/main">
              <a:ext uri="{FF2B5EF4-FFF2-40B4-BE49-F238E27FC236}">
                <a16:creationId xmlns:a16="http://schemas.microsoft.com/office/drawing/2014/main" id="{CF8462D7-821B-435B-B6D1-DC2CC24C7AD5}"/>
              </a:ext>
            </a:extLst>
          </p:cNvPr>
          <p:cNvSpPr>
            <a:spLocks xmlns:a="http://schemas.openxmlformats.org/drawingml/2006/main" noGrp="1"/>
          </p:cNvSpPr>
          <p:nvPr/>
        </p:nvSpPr>
        <p:spPr>
          <a:xfrm xmlns:a="http://schemas.openxmlformats.org/drawingml/2006/main">
            <a:off x="609600" y="31337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defRPr sz="1950" b="1">
                <a:solidFill>
                  <a:srgbClr val="A4DDCA"/>
                </a:solidFill>
                <a:latin typeface="Noto Sans KR"/>
                <a:ea typeface="Noto Sans KR"/>
                <a:cs typeface="Noto Sans KR"/>
              </a:defRPr>
            </a:lvl1pPr>
            <a:lvl2pPr>
              <a:defRPr sz="1950" b="1">
                <a:solidFill>
                  <a:srgbClr val="A4DDCA"/>
                </a:solidFill>
                <a:latin typeface="Noto Sans KR"/>
                <a:ea typeface="Noto Sans KR"/>
                <a:cs typeface="Noto Sans KR"/>
              </a:defRPr>
            </a:lvl2pPr>
            <a:lvl3pPr>
              <a:defRPr sz="1950" b="1">
                <a:solidFill>
                  <a:srgbClr val="A4DDCA"/>
                </a:solidFill>
                <a:latin typeface="Noto Sans KR"/>
                <a:ea typeface="Noto Sans KR"/>
                <a:cs typeface="Noto Sans KR"/>
              </a:defRPr>
            </a:lvl3pPr>
            <a:lvl4pPr>
              <a:defRPr sz="1950" b="1">
                <a:solidFill>
                  <a:srgbClr val="A4DDCA"/>
                </a:solidFill>
                <a:latin typeface="Noto Sans KR"/>
                <a:ea typeface="Noto Sans KR"/>
                <a:cs typeface="Noto Sans KR"/>
              </a:defRPr>
            </a:lvl4pPr>
            <a:lvl5pPr>
              <a:defRPr sz="1950" b="1">
                <a:solidFill>
                  <a:srgbClr val="A4DDCA"/>
                </a:solidFill>
                <a:latin typeface="Noto Sans KR"/>
                <a:ea typeface="Noto Sans KR"/>
                <a:cs typeface="Noto Sans KR"/>
              </a:defRPr>
            </a:lvl5pPr>
            <a:lvl6pPr>
              <a:defRPr sz="1950" b="1">
                <a:solidFill>
                  <a:srgbClr val="A4DDCA"/>
                </a:solidFill>
                <a:latin typeface="Noto Sans KR"/>
                <a:ea typeface="Noto Sans KR"/>
                <a:cs typeface="Noto Sans KR"/>
              </a:defRPr>
            </a:lvl6pPr>
            <a:lvl7pPr>
              <a:defRPr sz="1950" b="1">
                <a:solidFill>
                  <a:srgbClr val="A4DDCA"/>
                </a:solidFill>
                <a:latin typeface="Noto Sans KR"/>
                <a:ea typeface="Noto Sans KR"/>
                <a:cs typeface="Noto Sans KR"/>
              </a:defRPr>
            </a:lvl7pPr>
            <a:lvl8pPr>
              <a:defRPr sz="1950" b="1">
                <a:solidFill>
                  <a:srgbClr val="A4DDCA"/>
                </a:solidFill>
                <a:latin typeface="Noto Sans KR"/>
                <a:ea typeface="Noto Sans KR"/>
                <a:cs typeface="Noto Sans KR"/>
              </a:defRPr>
            </a:lvl8pPr>
            <a:lvl9pPr>
              <a:defRPr sz="1950" b="1">
                <a:solidFill>
                  <a:srgbClr val="A4DDCA"/>
                </a:solidFill>
                <a:latin typeface="Noto Sans KR"/>
                <a:ea typeface="Noto Sans KR"/>
                <a:cs typeface="Noto Sans KR"/>
              </a:defRPr>
            </a:lvl9pPr>
          </a:lstStyle>
          <a:p xmlns:a="http://schemas.openxmlformats.org/drawingml/2006/main">
            <a:pPr>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range / 목적어의 종류</a:t>
            </a:r>
          </a:p>
        </p:txBody>
      </p:sp>
      <p:sp>
        <p:nvSpPr>
          <p:cNvPr id="6" name="body-1">
            <a:extLst xmlns:a="http://schemas.openxmlformats.org/drawingml/2006/main">
              <a:ext uri="{FF2B5EF4-FFF2-40B4-BE49-F238E27FC236}">
                <a16:creationId xmlns:a16="http://schemas.microsoft.com/office/drawing/2014/main" id="{14959E32-890E-49FC-B261-5C319781C016}"/>
              </a:ext>
            </a:extLst>
          </p:cNvPr>
          <p:cNvSpPr>
            <a:spLocks xmlns:a="http://schemas.openxmlformats.org/drawingml/2006/main" noGrp="1"/>
          </p:cNvSpPr>
          <p:nvPr/>
        </p:nvSpPr>
        <p:spPr>
          <a:xfrm xmlns:a="http://schemas.openxmlformats.org/drawingml/2006/main">
            <a:off x="3190875" y="31337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defRPr sz="2025" b="0">
                <a:solidFill>
                  <a:srgbClr val="E4EFEC"/>
                </a:solidFill>
                <a:latin typeface="Noto Sans KR"/>
                <a:ea typeface="Noto Sans KR"/>
                <a:cs typeface="Noto Sans KR"/>
              </a:defRPr>
            </a:lvl1pPr>
            <a:lvl2pPr>
              <a:defRPr sz="2025" b="0">
                <a:solidFill>
                  <a:srgbClr val="E4EFEC"/>
                </a:solidFill>
                <a:latin typeface="Noto Sans KR"/>
                <a:ea typeface="Noto Sans KR"/>
                <a:cs typeface="Noto Sans KR"/>
              </a:defRPr>
            </a:lvl2pPr>
            <a:lvl3pPr>
              <a:defRPr sz="2025" b="0">
                <a:solidFill>
                  <a:srgbClr val="E4EFEC"/>
                </a:solidFill>
                <a:latin typeface="Noto Sans KR"/>
                <a:ea typeface="Noto Sans KR"/>
                <a:cs typeface="Noto Sans KR"/>
              </a:defRPr>
            </a:lvl3pPr>
            <a:lvl4pPr>
              <a:defRPr sz="2025" b="0">
                <a:solidFill>
                  <a:srgbClr val="E4EFEC"/>
                </a:solidFill>
                <a:latin typeface="Noto Sans KR"/>
                <a:ea typeface="Noto Sans KR"/>
                <a:cs typeface="Noto Sans KR"/>
              </a:defRPr>
            </a:lvl4pPr>
            <a:lvl5pPr>
              <a:defRPr sz="2025" b="0">
                <a:solidFill>
                  <a:srgbClr val="E4EFEC"/>
                </a:solidFill>
                <a:latin typeface="Noto Sans KR"/>
                <a:ea typeface="Noto Sans KR"/>
                <a:cs typeface="Noto Sans KR"/>
              </a:defRPr>
            </a:lvl5pPr>
            <a:lvl6pPr>
              <a:defRPr sz="2025" b="0">
                <a:solidFill>
                  <a:srgbClr val="E4EFEC"/>
                </a:solidFill>
                <a:latin typeface="Noto Sans KR"/>
                <a:ea typeface="Noto Sans KR"/>
                <a:cs typeface="Noto Sans KR"/>
              </a:defRPr>
            </a:lvl6pPr>
            <a:lvl7pPr>
              <a:defRPr sz="2025" b="0">
                <a:solidFill>
                  <a:srgbClr val="E4EFEC"/>
                </a:solidFill>
                <a:latin typeface="Noto Sans KR"/>
                <a:ea typeface="Noto Sans KR"/>
                <a:cs typeface="Noto Sans KR"/>
              </a:defRPr>
            </a:lvl7pPr>
            <a:lvl8pPr>
              <a:defRPr sz="2025" b="0">
                <a:solidFill>
                  <a:srgbClr val="E4EFEC"/>
                </a:solidFill>
                <a:latin typeface="Noto Sans KR"/>
                <a:ea typeface="Noto Sans KR"/>
                <a:cs typeface="Noto Sans KR"/>
              </a:defRPr>
            </a:lvl8pPr>
            <a:lvl9pPr>
              <a:defRPr sz="2025" b="0">
                <a:solidFill>
                  <a:srgbClr val="E4EFEC"/>
                </a:solidFill>
                <a:latin typeface="Noto Sans KR"/>
                <a:ea typeface="Noto Sans KR"/>
                <a:cs typeface="Noto Sans KR"/>
              </a:defRPr>
            </a:lvl9pPr>
          </a:lstStyle>
          <a:p xmlns:a="http://schemas.openxmlformats.org/drawingml/2006/main">
            <a:pPr>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uses 관계의 목적어를 소프트웨어로 해석합니다.</a:t>
            </a:r>
          </a:p>
        </p:txBody>
      </p:sp>
      <p:sp>
        <p:nvSpPr>
          <p:cNvPr id="7" name="label-2">
            <a:extLst xmlns:a="http://schemas.openxmlformats.org/drawingml/2006/main">
              <a:ext uri="{FF2B5EF4-FFF2-40B4-BE49-F238E27FC236}">
                <a16:creationId xmlns:a16="http://schemas.microsoft.com/office/drawing/2014/main" id="{8C6539B0-6404-4EA4-ABEF-E23826F2519A}"/>
              </a:ext>
            </a:extLst>
          </p:cNvPr>
          <p:cNvSpPr>
            <a:spLocks xmlns:a="http://schemas.openxmlformats.org/drawingml/2006/main" noGrp="1"/>
          </p:cNvSpPr>
          <p:nvPr/>
        </p:nvSpPr>
        <p:spPr>
          <a:xfrm xmlns:a="http://schemas.openxmlformats.org/drawingml/2006/main">
            <a:off x="609600" y="44005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defRPr sz="1950" b="1">
                <a:solidFill>
                  <a:srgbClr val="A4DDCA"/>
                </a:solidFill>
                <a:latin typeface="Noto Sans KR"/>
                <a:ea typeface="Noto Sans KR"/>
                <a:cs typeface="Noto Sans KR"/>
              </a:defRPr>
            </a:lvl1pPr>
            <a:lvl2pPr>
              <a:defRPr sz="1950" b="1">
                <a:solidFill>
                  <a:srgbClr val="A4DDCA"/>
                </a:solidFill>
                <a:latin typeface="Noto Sans KR"/>
                <a:ea typeface="Noto Sans KR"/>
                <a:cs typeface="Noto Sans KR"/>
              </a:defRPr>
            </a:lvl2pPr>
            <a:lvl3pPr>
              <a:defRPr sz="1950" b="1">
                <a:solidFill>
                  <a:srgbClr val="A4DDCA"/>
                </a:solidFill>
                <a:latin typeface="Noto Sans KR"/>
                <a:ea typeface="Noto Sans KR"/>
                <a:cs typeface="Noto Sans KR"/>
              </a:defRPr>
            </a:lvl3pPr>
            <a:lvl4pPr>
              <a:defRPr sz="1950" b="1">
                <a:solidFill>
                  <a:srgbClr val="A4DDCA"/>
                </a:solidFill>
                <a:latin typeface="Noto Sans KR"/>
                <a:ea typeface="Noto Sans KR"/>
                <a:cs typeface="Noto Sans KR"/>
              </a:defRPr>
            </a:lvl4pPr>
            <a:lvl5pPr>
              <a:defRPr sz="1950" b="1">
                <a:solidFill>
                  <a:srgbClr val="A4DDCA"/>
                </a:solidFill>
                <a:latin typeface="Noto Sans KR"/>
                <a:ea typeface="Noto Sans KR"/>
                <a:cs typeface="Noto Sans KR"/>
              </a:defRPr>
            </a:lvl5pPr>
            <a:lvl6pPr>
              <a:defRPr sz="1950" b="1">
                <a:solidFill>
                  <a:srgbClr val="A4DDCA"/>
                </a:solidFill>
                <a:latin typeface="Noto Sans KR"/>
                <a:ea typeface="Noto Sans KR"/>
                <a:cs typeface="Noto Sans KR"/>
              </a:defRPr>
            </a:lvl6pPr>
            <a:lvl7pPr>
              <a:defRPr sz="1950" b="1">
                <a:solidFill>
                  <a:srgbClr val="A4DDCA"/>
                </a:solidFill>
                <a:latin typeface="Noto Sans KR"/>
                <a:ea typeface="Noto Sans KR"/>
                <a:cs typeface="Noto Sans KR"/>
              </a:defRPr>
            </a:lvl7pPr>
            <a:lvl8pPr>
              <a:defRPr sz="1950" b="1">
                <a:solidFill>
                  <a:srgbClr val="A4DDCA"/>
                </a:solidFill>
                <a:latin typeface="Noto Sans KR"/>
                <a:ea typeface="Noto Sans KR"/>
                <a:cs typeface="Noto Sans KR"/>
              </a:defRPr>
            </a:lvl8pPr>
            <a:lvl9pPr>
              <a:defRPr sz="1950" b="1">
                <a:solidFill>
                  <a:srgbClr val="A4DDCA"/>
                </a:solidFill>
                <a:latin typeface="Noto Sans KR"/>
                <a:ea typeface="Noto Sans KR"/>
                <a:cs typeface="Noto Sans KR"/>
              </a:defRPr>
            </a:lvl9pPr>
          </a:lstStyle>
          <a:p xmlns:a="http://schemas.openxmlformats.org/drawingml/2006/main">
            <a:pPr>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실제 동작</a:t>
            </a:r>
          </a:p>
        </p:txBody>
      </p:sp>
      <p:sp>
        <p:nvSpPr>
          <p:cNvPr id="8" name="body-2">
            <a:extLst xmlns:a="http://schemas.openxmlformats.org/drawingml/2006/main">
              <a:ext uri="{FF2B5EF4-FFF2-40B4-BE49-F238E27FC236}">
                <a16:creationId xmlns:a16="http://schemas.microsoft.com/office/drawing/2014/main" id="{CCF1FB6F-B7F2-4035-AB77-A244110C0E5C}"/>
              </a:ext>
            </a:extLst>
          </p:cNvPr>
          <p:cNvSpPr>
            <a:spLocks xmlns:a="http://schemas.openxmlformats.org/drawingml/2006/main" noGrp="1"/>
          </p:cNvSpPr>
          <p:nvPr/>
        </p:nvSpPr>
        <p:spPr>
          <a:xfrm xmlns:a="http://schemas.openxmlformats.org/drawingml/2006/main">
            <a:off x="3190875" y="44005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defRPr sz="2025" b="0">
                <a:solidFill>
                  <a:srgbClr val="E4EFEC"/>
                </a:solidFill>
                <a:latin typeface="Noto Sans KR"/>
                <a:ea typeface="Noto Sans KR"/>
                <a:cs typeface="Noto Sans KR"/>
              </a:defRPr>
            </a:lvl1pPr>
            <a:lvl2pPr>
              <a:defRPr sz="2025" b="0">
                <a:solidFill>
                  <a:srgbClr val="E4EFEC"/>
                </a:solidFill>
                <a:latin typeface="Noto Sans KR"/>
                <a:ea typeface="Noto Sans KR"/>
                <a:cs typeface="Noto Sans KR"/>
              </a:defRPr>
            </a:lvl2pPr>
            <a:lvl3pPr>
              <a:defRPr sz="2025" b="0">
                <a:solidFill>
                  <a:srgbClr val="E4EFEC"/>
                </a:solidFill>
                <a:latin typeface="Noto Sans KR"/>
                <a:ea typeface="Noto Sans KR"/>
                <a:cs typeface="Noto Sans KR"/>
              </a:defRPr>
            </a:lvl3pPr>
            <a:lvl4pPr>
              <a:defRPr sz="2025" b="0">
                <a:solidFill>
                  <a:srgbClr val="E4EFEC"/>
                </a:solidFill>
                <a:latin typeface="Noto Sans KR"/>
                <a:ea typeface="Noto Sans KR"/>
                <a:cs typeface="Noto Sans KR"/>
              </a:defRPr>
            </a:lvl4pPr>
            <a:lvl5pPr>
              <a:defRPr sz="2025" b="0">
                <a:solidFill>
                  <a:srgbClr val="E4EFEC"/>
                </a:solidFill>
                <a:latin typeface="Noto Sans KR"/>
                <a:ea typeface="Noto Sans KR"/>
                <a:cs typeface="Noto Sans KR"/>
              </a:defRPr>
            </a:lvl5pPr>
            <a:lvl6pPr>
              <a:defRPr sz="2025" b="0">
                <a:solidFill>
                  <a:srgbClr val="E4EFEC"/>
                </a:solidFill>
                <a:latin typeface="Noto Sans KR"/>
                <a:ea typeface="Noto Sans KR"/>
                <a:cs typeface="Noto Sans KR"/>
              </a:defRPr>
            </a:lvl6pPr>
            <a:lvl7pPr>
              <a:defRPr sz="2025" b="0">
                <a:solidFill>
                  <a:srgbClr val="E4EFEC"/>
                </a:solidFill>
                <a:latin typeface="Noto Sans KR"/>
                <a:ea typeface="Noto Sans KR"/>
                <a:cs typeface="Noto Sans KR"/>
              </a:defRPr>
            </a:lvl7pPr>
            <a:lvl8pPr>
              <a:defRPr sz="2025" b="0">
                <a:solidFill>
                  <a:srgbClr val="E4EFEC"/>
                </a:solidFill>
                <a:latin typeface="Noto Sans KR"/>
                <a:ea typeface="Noto Sans KR"/>
                <a:cs typeface="Noto Sans KR"/>
              </a:defRPr>
            </a:lvl8pPr>
            <a:lvl9pPr>
              <a:defRPr sz="2025" b="0">
                <a:solidFill>
                  <a:srgbClr val="E4EFEC"/>
                </a:solidFill>
                <a:latin typeface="Noto Sans KR"/>
                <a:ea typeface="Noto Sans KR"/>
                <a:cs typeface="Noto Sans KR"/>
              </a:defRPr>
            </a:lvl9pPr>
          </a:lstStyle>
          <a:p xmlns:a="http://schemas.openxmlformats.org/drawingml/2006/main">
            <a:pPr>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종류를 적지 않은 대상에 타입을 추가합니다. 입력을 거절하는 검사는 별도입니다.</a:t>
            </a:r>
          </a:p>
        </p:txBody>
      </p:sp>
      <p:sp>
        <p:nvSpPr>
          <p:cNvPr id="9" name="page">
            <a:extLst xmlns:a="http://schemas.openxmlformats.org/drawingml/2006/main">
              <a:ext uri="{FF2B5EF4-FFF2-40B4-BE49-F238E27FC236}">
                <a16:creationId xmlns:a16="http://schemas.microsoft.com/office/drawing/2014/main" id="{4E9EC887-7CE9-4B45-AE31-8BA1F32591E2}"/>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defRPr sz="1125" b="0">
                <a:solidFill>
                  <a:srgbClr val="8EABB7"/>
                </a:solidFill>
                <a:latin typeface="Noto Sans KR"/>
                <a:ea typeface="Noto Sans KR"/>
                <a:cs typeface="Noto Sans KR"/>
              </a:defRPr>
            </a:lvl1pPr>
            <a:lvl2pPr>
              <a:defRPr sz="1125" b="0">
                <a:solidFill>
                  <a:srgbClr val="8EABB7"/>
                </a:solidFill>
                <a:latin typeface="Noto Sans KR"/>
                <a:ea typeface="Noto Sans KR"/>
                <a:cs typeface="Noto Sans KR"/>
              </a:defRPr>
            </a:lvl2pPr>
            <a:lvl3pPr>
              <a:defRPr sz="1125" b="0">
                <a:solidFill>
                  <a:srgbClr val="8EABB7"/>
                </a:solidFill>
                <a:latin typeface="Noto Sans KR"/>
                <a:ea typeface="Noto Sans KR"/>
                <a:cs typeface="Noto Sans KR"/>
              </a:defRPr>
            </a:lvl3pPr>
            <a:lvl4pPr>
              <a:defRPr sz="1125" b="0">
                <a:solidFill>
                  <a:srgbClr val="8EABB7"/>
                </a:solidFill>
                <a:latin typeface="Noto Sans KR"/>
                <a:ea typeface="Noto Sans KR"/>
                <a:cs typeface="Noto Sans KR"/>
              </a:defRPr>
            </a:lvl4pPr>
            <a:lvl5pPr>
              <a:defRPr sz="1125" b="0">
                <a:solidFill>
                  <a:srgbClr val="8EABB7"/>
                </a:solidFill>
                <a:latin typeface="Noto Sans KR"/>
                <a:ea typeface="Noto Sans KR"/>
                <a:cs typeface="Noto Sans KR"/>
              </a:defRPr>
            </a:lvl5pPr>
            <a:lvl6pPr>
              <a:defRPr sz="1125" b="0">
                <a:solidFill>
                  <a:srgbClr val="8EABB7"/>
                </a:solidFill>
                <a:latin typeface="Noto Sans KR"/>
                <a:ea typeface="Noto Sans KR"/>
                <a:cs typeface="Noto Sans KR"/>
              </a:defRPr>
            </a:lvl6pPr>
            <a:lvl7pPr>
              <a:defRPr sz="1125" b="0">
                <a:solidFill>
                  <a:srgbClr val="8EABB7"/>
                </a:solidFill>
                <a:latin typeface="Noto Sans KR"/>
                <a:ea typeface="Noto Sans KR"/>
                <a:cs typeface="Noto Sans KR"/>
              </a:defRPr>
            </a:lvl7pPr>
            <a:lvl8pPr>
              <a:defRPr sz="1125" b="0">
                <a:solidFill>
                  <a:srgbClr val="8EABB7"/>
                </a:solidFill>
                <a:latin typeface="Noto Sans KR"/>
                <a:ea typeface="Noto Sans KR"/>
                <a:cs typeface="Noto Sans KR"/>
              </a:defRPr>
            </a:lvl8pPr>
            <a:lvl9pPr>
              <a:defRPr sz="1125" b="0">
                <a:solidFill>
                  <a:srgbClr val="8EABB7"/>
                </a:solidFill>
                <a:latin typeface="Noto Sans KR"/>
                <a:ea typeface="Noto Sans KR"/>
                <a:cs typeface="Noto Sans KR"/>
              </a:defRPr>
            </a:lvl9pPr>
          </a:lstStyle>
          <a:p xmlns:a="http://schemas.openxmlformats.org/drawingml/2006/main">
            <a:pPr>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10</a:t>
            </a:r>
          </a:p>
        </p:txBody>
      </p:sp>
    </p:spTree>
    <p:extLst>
      <p:ext uri="{BB962C8B-B14F-4D97-AF65-F5344CB8AC3E}">
        <p14:creationId xmlns:p14="http://schemas.microsoft.com/office/powerpoint/2010/main" val="578858719"/>
      </p:ext>
    </p:extLst>
  </p:cSld>
</p:sld>
</file>

<file path=ppt/slides/slide11.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0" name="section">
            <a:extLst xmlns:a="http://schemas.openxmlformats.org/drawingml/2006/main">
              <a:ext uri="{FF2B5EF4-FFF2-40B4-BE49-F238E27FC236}">
                <a16:creationId xmlns:a16="http://schemas.microsoft.com/office/drawing/2014/main" id="{EEEF4F4E-D06B-4DB9-AFB4-C10354FBD4F2}"/>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defRPr sz="1125" b="1">
                <a:solidFill>
                  <a:srgbClr val="A4DDCA"/>
                </a:solidFill>
                <a:latin typeface="Noto Sans KR"/>
                <a:ea typeface="Noto Sans KR"/>
                <a:cs typeface="Noto Sans KR"/>
              </a:defRPr>
            </a:lvl1pPr>
            <a:lvl2pPr>
              <a:defRPr sz="1125" b="1">
                <a:solidFill>
                  <a:srgbClr val="A4DDCA"/>
                </a:solidFill>
                <a:latin typeface="Noto Sans KR"/>
                <a:ea typeface="Noto Sans KR"/>
                <a:cs typeface="Noto Sans KR"/>
              </a:defRPr>
            </a:lvl2pPr>
            <a:lvl3pPr>
              <a:defRPr sz="1125" b="1">
                <a:solidFill>
                  <a:srgbClr val="A4DDCA"/>
                </a:solidFill>
                <a:latin typeface="Noto Sans KR"/>
                <a:ea typeface="Noto Sans KR"/>
                <a:cs typeface="Noto Sans KR"/>
              </a:defRPr>
            </a:lvl3pPr>
            <a:lvl4pPr>
              <a:defRPr sz="1125" b="1">
                <a:solidFill>
                  <a:srgbClr val="A4DDCA"/>
                </a:solidFill>
                <a:latin typeface="Noto Sans KR"/>
                <a:ea typeface="Noto Sans KR"/>
                <a:cs typeface="Noto Sans KR"/>
              </a:defRPr>
            </a:lvl4pPr>
            <a:lvl5pPr>
              <a:defRPr sz="1125" b="1">
                <a:solidFill>
                  <a:srgbClr val="A4DDCA"/>
                </a:solidFill>
                <a:latin typeface="Noto Sans KR"/>
                <a:ea typeface="Noto Sans KR"/>
                <a:cs typeface="Noto Sans KR"/>
              </a:defRPr>
            </a:lvl5pPr>
            <a:lvl6pPr>
              <a:defRPr sz="1125" b="1">
                <a:solidFill>
                  <a:srgbClr val="A4DDCA"/>
                </a:solidFill>
                <a:latin typeface="Noto Sans KR"/>
                <a:ea typeface="Noto Sans KR"/>
                <a:cs typeface="Noto Sans KR"/>
              </a:defRPr>
            </a:lvl6pPr>
            <a:lvl7pPr>
              <a:defRPr sz="1125" b="1">
                <a:solidFill>
                  <a:srgbClr val="A4DDCA"/>
                </a:solidFill>
                <a:latin typeface="Noto Sans KR"/>
                <a:ea typeface="Noto Sans KR"/>
                <a:cs typeface="Noto Sans KR"/>
              </a:defRPr>
            </a:lvl7pPr>
            <a:lvl8pPr>
              <a:defRPr sz="1125" b="1">
                <a:solidFill>
                  <a:srgbClr val="A4DDCA"/>
                </a:solidFill>
                <a:latin typeface="Noto Sans KR"/>
                <a:ea typeface="Noto Sans KR"/>
                <a:cs typeface="Noto Sans KR"/>
              </a:defRPr>
            </a:lvl8pPr>
            <a:lvl9pPr>
              <a:defRPr sz="1125" b="1">
                <a:solidFill>
                  <a:srgbClr val="A4DDCA"/>
                </a:solidFill>
                <a:latin typeface="Noto Sans KR"/>
                <a:ea typeface="Noto Sans KR"/>
                <a:cs typeface="Noto Sans KR"/>
              </a:defRPr>
            </a:lvl9pPr>
          </a:lstStyle>
          <a:p xmlns:a="http://schemas.openxmlformats.org/drawingml/2006/main">
            <a:pPr>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4E4494EB-76F4-4CD5-B774-E3649BD1C295}"/>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defRPr sz="3000" b="1">
                <a:solidFill>
                  <a:srgbClr val="E4EFEC"/>
                </a:solidFill>
                <a:latin typeface="Noto Sans KR"/>
                <a:ea typeface="Noto Sans KR"/>
                <a:cs typeface="Noto Sans KR"/>
              </a:defRPr>
            </a:lvl1pPr>
            <a:lvl2pPr>
              <a:defRPr sz="3000" b="1">
                <a:solidFill>
                  <a:srgbClr val="E4EFEC"/>
                </a:solidFill>
                <a:latin typeface="Noto Sans KR"/>
                <a:ea typeface="Noto Sans KR"/>
                <a:cs typeface="Noto Sans KR"/>
              </a:defRPr>
            </a:lvl2pPr>
            <a:lvl3pPr>
              <a:defRPr sz="3000" b="1">
                <a:solidFill>
                  <a:srgbClr val="E4EFEC"/>
                </a:solidFill>
                <a:latin typeface="Noto Sans KR"/>
                <a:ea typeface="Noto Sans KR"/>
                <a:cs typeface="Noto Sans KR"/>
              </a:defRPr>
            </a:lvl3pPr>
            <a:lvl4pPr>
              <a:defRPr sz="3000" b="1">
                <a:solidFill>
                  <a:srgbClr val="E4EFEC"/>
                </a:solidFill>
                <a:latin typeface="Noto Sans KR"/>
                <a:ea typeface="Noto Sans KR"/>
                <a:cs typeface="Noto Sans KR"/>
              </a:defRPr>
            </a:lvl4pPr>
            <a:lvl5pPr>
              <a:defRPr sz="3000" b="1">
                <a:solidFill>
                  <a:srgbClr val="E4EFEC"/>
                </a:solidFill>
                <a:latin typeface="Noto Sans KR"/>
                <a:ea typeface="Noto Sans KR"/>
                <a:cs typeface="Noto Sans KR"/>
              </a:defRPr>
            </a:lvl5pPr>
            <a:lvl6pPr>
              <a:defRPr sz="3000" b="1">
                <a:solidFill>
                  <a:srgbClr val="E4EFEC"/>
                </a:solidFill>
                <a:latin typeface="Noto Sans KR"/>
                <a:ea typeface="Noto Sans KR"/>
                <a:cs typeface="Noto Sans KR"/>
              </a:defRPr>
            </a:lvl6pPr>
            <a:lvl7pPr>
              <a:defRPr sz="3000" b="1">
                <a:solidFill>
                  <a:srgbClr val="E4EFEC"/>
                </a:solidFill>
                <a:latin typeface="Noto Sans KR"/>
                <a:ea typeface="Noto Sans KR"/>
                <a:cs typeface="Noto Sans KR"/>
              </a:defRPr>
            </a:lvl7pPr>
            <a:lvl8pPr>
              <a:defRPr sz="3000" b="1">
                <a:solidFill>
                  <a:srgbClr val="E4EFEC"/>
                </a:solidFill>
                <a:latin typeface="Noto Sans KR"/>
                <a:ea typeface="Noto Sans KR"/>
                <a:cs typeface="Noto Sans KR"/>
              </a:defRPr>
            </a:lvl8pPr>
            <a:lvl9pPr>
              <a:defRPr sz="3000" b="1">
                <a:solidFill>
                  <a:srgbClr val="E4EFEC"/>
                </a:solidFill>
                <a:latin typeface="Noto Sans KR"/>
                <a:ea typeface="Noto Sans KR"/>
                <a:cs typeface="Noto Sans KR"/>
              </a:defRPr>
            </a:lvl9pPr>
          </a:lstStyle>
          <a:p xmlns:a="http://schemas.openxmlformats.org/drawingml/2006/main">
            <a:pPr>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모르는 것과 잘못 입력한 것을 구분합니다</a:t>
            </a:r>
          </a:p>
        </p:txBody>
      </p:sp>
      <p:sp>
        <p:nvSpPr>
          <p:cNvPr id="3" name="label-0">
            <a:extLst xmlns:a="http://schemas.openxmlformats.org/drawingml/2006/main">
              <a:ext uri="{FF2B5EF4-FFF2-40B4-BE49-F238E27FC236}">
                <a16:creationId xmlns:a16="http://schemas.microsoft.com/office/drawing/2014/main" id="{B39A3B55-4891-415E-A3C6-C7A3EF880BEC}"/>
              </a:ext>
            </a:extLst>
          </p:cNvPr>
          <p:cNvSpPr>
            <a:spLocks xmlns:a="http://schemas.openxmlformats.org/drawingml/2006/main" noGrp="1"/>
          </p:cNvSpPr>
          <p:nvPr/>
        </p:nvSpPr>
        <p:spPr>
          <a:xfrm xmlns:a="http://schemas.openxmlformats.org/drawingml/2006/main">
            <a:off x="609600" y="186690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defRPr sz="1950" b="1">
                <a:solidFill>
                  <a:srgbClr val="A4DDCA"/>
                </a:solidFill>
                <a:latin typeface="Noto Sans KR"/>
                <a:ea typeface="Noto Sans KR"/>
                <a:cs typeface="Noto Sans KR"/>
              </a:defRPr>
            </a:lvl1pPr>
            <a:lvl2pPr>
              <a:defRPr sz="1950" b="1">
                <a:solidFill>
                  <a:srgbClr val="A4DDCA"/>
                </a:solidFill>
                <a:latin typeface="Noto Sans KR"/>
                <a:ea typeface="Noto Sans KR"/>
                <a:cs typeface="Noto Sans KR"/>
              </a:defRPr>
            </a:lvl2pPr>
            <a:lvl3pPr>
              <a:defRPr sz="1950" b="1">
                <a:solidFill>
                  <a:srgbClr val="A4DDCA"/>
                </a:solidFill>
                <a:latin typeface="Noto Sans KR"/>
                <a:ea typeface="Noto Sans KR"/>
                <a:cs typeface="Noto Sans KR"/>
              </a:defRPr>
            </a:lvl3pPr>
            <a:lvl4pPr>
              <a:defRPr sz="1950" b="1">
                <a:solidFill>
                  <a:srgbClr val="A4DDCA"/>
                </a:solidFill>
                <a:latin typeface="Noto Sans KR"/>
                <a:ea typeface="Noto Sans KR"/>
                <a:cs typeface="Noto Sans KR"/>
              </a:defRPr>
            </a:lvl4pPr>
            <a:lvl5pPr>
              <a:defRPr sz="1950" b="1">
                <a:solidFill>
                  <a:srgbClr val="A4DDCA"/>
                </a:solidFill>
                <a:latin typeface="Noto Sans KR"/>
                <a:ea typeface="Noto Sans KR"/>
                <a:cs typeface="Noto Sans KR"/>
              </a:defRPr>
            </a:lvl5pPr>
            <a:lvl6pPr>
              <a:defRPr sz="1950" b="1">
                <a:solidFill>
                  <a:srgbClr val="A4DDCA"/>
                </a:solidFill>
                <a:latin typeface="Noto Sans KR"/>
                <a:ea typeface="Noto Sans KR"/>
                <a:cs typeface="Noto Sans KR"/>
              </a:defRPr>
            </a:lvl6pPr>
            <a:lvl7pPr>
              <a:defRPr sz="1950" b="1">
                <a:solidFill>
                  <a:srgbClr val="A4DDCA"/>
                </a:solidFill>
                <a:latin typeface="Noto Sans KR"/>
                <a:ea typeface="Noto Sans KR"/>
                <a:cs typeface="Noto Sans KR"/>
              </a:defRPr>
            </a:lvl7pPr>
            <a:lvl8pPr>
              <a:defRPr sz="1950" b="1">
                <a:solidFill>
                  <a:srgbClr val="A4DDCA"/>
                </a:solidFill>
                <a:latin typeface="Noto Sans KR"/>
                <a:ea typeface="Noto Sans KR"/>
                <a:cs typeface="Noto Sans KR"/>
              </a:defRPr>
            </a:lvl8pPr>
            <a:lvl9pPr>
              <a:defRPr sz="1950" b="1">
                <a:solidFill>
                  <a:srgbClr val="A4DDCA"/>
                </a:solidFill>
                <a:latin typeface="Noto Sans KR"/>
                <a:ea typeface="Noto Sans KR"/>
                <a:cs typeface="Noto Sans KR"/>
              </a:defRPr>
            </a:lvl9pPr>
          </a:lstStyle>
          <a:p xmlns:a="http://schemas.openxmlformats.org/drawingml/2006/main">
            <a:pPr>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기록이 없을 때</a:t>
            </a:r>
          </a:p>
        </p:txBody>
      </p:sp>
      <p:sp>
        <p:nvSpPr>
          <p:cNvPr id="4" name="body-0">
            <a:extLst xmlns:a="http://schemas.openxmlformats.org/drawingml/2006/main">
              <a:ext uri="{FF2B5EF4-FFF2-40B4-BE49-F238E27FC236}">
                <a16:creationId xmlns:a16="http://schemas.microsoft.com/office/drawing/2014/main" id="{CE0AC153-F3B5-4551-995D-9BBB25F976DD}"/>
              </a:ext>
            </a:extLst>
          </p:cNvPr>
          <p:cNvSpPr>
            <a:spLocks xmlns:a="http://schemas.openxmlformats.org/drawingml/2006/main" noGrp="1"/>
          </p:cNvSpPr>
          <p:nvPr/>
        </p:nvSpPr>
        <p:spPr>
          <a:xfrm xmlns:a="http://schemas.openxmlformats.org/drawingml/2006/main">
            <a:off x="3190875" y="186690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defRPr sz="2025" b="0">
                <a:solidFill>
                  <a:srgbClr val="E4EFEC"/>
                </a:solidFill>
                <a:latin typeface="Noto Sans KR"/>
                <a:ea typeface="Noto Sans KR"/>
                <a:cs typeface="Noto Sans KR"/>
              </a:defRPr>
            </a:lvl1pPr>
            <a:lvl2pPr>
              <a:defRPr sz="2025" b="0">
                <a:solidFill>
                  <a:srgbClr val="E4EFEC"/>
                </a:solidFill>
                <a:latin typeface="Noto Sans KR"/>
                <a:ea typeface="Noto Sans KR"/>
                <a:cs typeface="Noto Sans KR"/>
              </a:defRPr>
            </a:lvl2pPr>
            <a:lvl3pPr>
              <a:defRPr sz="2025" b="0">
                <a:solidFill>
                  <a:srgbClr val="E4EFEC"/>
                </a:solidFill>
                <a:latin typeface="Noto Sans KR"/>
                <a:ea typeface="Noto Sans KR"/>
                <a:cs typeface="Noto Sans KR"/>
              </a:defRPr>
            </a:lvl3pPr>
            <a:lvl4pPr>
              <a:defRPr sz="2025" b="0">
                <a:solidFill>
                  <a:srgbClr val="E4EFEC"/>
                </a:solidFill>
                <a:latin typeface="Noto Sans KR"/>
                <a:ea typeface="Noto Sans KR"/>
                <a:cs typeface="Noto Sans KR"/>
              </a:defRPr>
            </a:lvl4pPr>
            <a:lvl5pPr>
              <a:defRPr sz="2025" b="0">
                <a:solidFill>
                  <a:srgbClr val="E4EFEC"/>
                </a:solidFill>
                <a:latin typeface="Noto Sans KR"/>
                <a:ea typeface="Noto Sans KR"/>
                <a:cs typeface="Noto Sans KR"/>
              </a:defRPr>
            </a:lvl5pPr>
            <a:lvl6pPr>
              <a:defRPr sz="2025" b="0">
                <a:solidFill>
                  <a:srgbClr val="E4EFEC"/>
                </a:solidFill>
                <a:latin typeface="Noto Sans KR"/>
                <a:ea typeface="Noto Sans KR"/>
                <a:cs typeface="Noto Sans KR"/>
              </a:defRPr>
            </a:lvl6pPr>
            <a:lvl7pPr>
              <a:defRPr sz="2025" b="0">
                <a:solidFill>
                  <a:srgbClr val="E4EFEC"/>
                </a:solidFill>
                <a:latin typeface="Noto Sans KR"/>
                <a:ea typeface="Noto Sans KR"/>
                <a:cs typeface="Noto Sans KR"/>
              </a:defRPr>
            </a:lvl7pPr>
            <a:lvl8pPr>
              <a:defRPr sz="2025" b="0">
                <a:solidFill>
                  <a:srgbClr val="E4EFEC"/>
                </a:solidFill>
                <a:latin typeface="Noto Sans KR"/>
                <a:ea typeface="Noto Sans KR"/>
                <a:cs typeface="Noto Sans KR"/>
              </a:defRPr>
            </a:lvl8pPr>
            <a:lvl9pPr>
              <a:defRPr sz="2025" b="0">
                <a:solidFill>
                  <a:srgbClr val="E4EFEC"/>
                </a:solidFill>
                <a:latin typeface="Noto Sans KR"/>
                <a:ea typeface="Noto Sans KR"/>
                <a:cs typeface="Noto Sans KR"/>
              </a:defRPr>
            </a:lvl9pPr>
          </a:lstStyle>
          <a:p xmlns:a="http://schemas.openxmlformats.org/drawingml/2006/main">
            <a:pPr>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OWL은 아직 모르는 정보일 수 있다고 봅니다.</a:t>
            </a:r>
          </a:p>
        </p:txBody>
      </p:sp>
      <p:sp>
        <p:nvSpPr>
          <p:cNvPr id="5" name="label-1">
            <a:extLst xmlns:a="http://schemas.openxmlformats.org/drawingml/2006/main">
              <a:ext uri="{FF2B5EF4-FFF2-40B4-BE49-F238E27FC236}">
                <a16:creationId xmlns:a16="http://schemas.microsoft.com/office/drawing/2014/main" id="{F85A1935-ACD5-49EA-969D-F37BA47F197F}"/>
              </a:ext>
            </a:extLst>
          </p:cNvPr>
          <p:cNvSpPr>
            <a:spLocks xmlns:a="http://schemas.openxmlformats.org/drawingml/2006/main" noGrp="1"/>
          </p:cNvSpPr>
          <p:nvPr/>
        </p:nvSpPr>
        <p:spPr>
          <a:xfrm xmlns:a="http://schemas.openxmlformats.org/drawingml/2006/main">
            <a:off x="609600" y="31337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defRPr sz="1950" b="1">
                <a:solidFill>
                  <a:srgbClr val="A4DDCA"/>
                </a:solidFill>
                <a:latin typeface="Noto Sans KR"/>
                <a:ea typeface="Noto Sans KR"/>
                <a:cs typeface="Noto Sans KR"/>
              </a:defRPr>
            </a:lvl1pPr>
            <a:lvl2pPr>
              <a:defRPr sz="1950" b="1">
                <a:solidFill>
                  <a:srgbClr val="A4DDCA"/>
                </a:solidFill>
                <a:latin typeface="Noto Sans KR"/>
                <a:ea typeface="Noto Sans KR"/>
                <a:cs typeface="Noto Sans KR"/>
              </a:defRPr>
            </a:lvl2pPr>
            <a:lvl3pPr>
              <a:defRPr sz="1950" b="1">
                <a:solidFill>
                  <a:srgbClr val="A4DDCA"/>
                </a:solidFill>
                <a:latin typeface="Noto Sans KR"/>
                <a:ea typeface="Noto Sans KR"/>
                <a:cs typeface="Noto Sans KR"/>
              </a:defRPr>
            </a:lvl3pPr>
            <a:lvl4pPr>
              <a:defRPr sz="1950" b="1">
                <a:solidFill>
                  <a:srgbClr val="A4DDCA"/>
                </a:solidFill>
                <a:latin typeface="Noto Sans KR"/>
                <a:ea typeface="Noto Sans KR"/>
                <a:cs typeface="Noto Sans KR"/>
              </a:defRPr>
            </a:lvl4pPr>
            <a:lvl5pPr>
              <a:defRPr sz="1950" b="1">
                <a:solidFill>
                  <a:srgbClr val="A4DDCA"/>
                </a:solidFill>
                <a:latin typeface="Noto Sans KR"/>
                <a:ea typeface="Noto Sans KR"/>
                <a:cs typeface="Noto Sans KR"/>
              </a:defRPr>
            </a:lvl5pPr>
            <a:lvl6pPr>
              <a:defRPr sz="1950" b="1">
                <a:solidFill>
                  <a:srgbClr val="A4DDCA"/>
                </a:solidFill>
                <a:latin typeface="Noto Sans KR"/>
                <a:ea typeface="Noto Sans KR"/>
                <a:cs typeface="Noto Sans KR"/>
              </a:defRPr>
            </a:lvl6pPr>
            <a:lvl7pPr>
              <a:defRPr sz="1950" b="1">
                <a:solidFill>
                  <a:srgbClr val="A4DDCA"/>
                </a:solidFill>
                <a:latin typeface="Noto Sans KR"/>
                <a:ea typeface="Noto Sans KR"/>
                <a:cs typeface="Noto Sans KR"/>
              </a:defRPr>
            </a:lvl7pPr>
            <a:lvl8pPr>
              <a:defRPr sz="1950" b="1">
                <a:solidFill>
                  <a:srgbClr val="A4DDCA"/>
                </a:solidFill>
                <a:latin typeface="Noto Sans KR"/>
                <a:ea typeface="Noto Sans KR"/>
                <a:cs typeface="Noto Sans KR"/>
              </a:defRPr>
            </a:lvl8pPr>
            <a:lvl9pPr>
              <a:defRPr sz="1950" b="1">
                <a:solidFill>
                  <a:srgbClr val="A4DDCA"/>
                </a:solidFill>
                <a:latin typeface="Noto Sans KR"/>
                <a:ea typeface="Noto Sans KR"/>
                <a:cs typeface="Noto Sans KR"/>
              </a:defRPr>
            </a:lvl9pPr>
          </a:lstStyle>
          <a:p xmlns:a="http://schemas.openxmlformats.org/drawingml/2006/main">
            <a:pPr>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필수 입력을 검사할 때</a:t>
            </a:r>
          </a:p>
        </p:txBody>
      </p:sp>
      <p:sp>
        <p:nvSpPr>
          <p:cNvPr id="6" name="body-1">
            <a:extLst xmlns:a="http://schemas.openxmlformats.org/drawingml/2006/main">
              <a:ext uri="{FF2B5EF4-FFF2-40B4-BE49-F238E27FC236}">
                <a16:creationId xmlns:a16="http://schemas.microsoft.com/office/drawing/2014/main" id="{D9AF9A5E-53D1-493C-BDFE-A1D600CEE88C}"/>
              </a:ext>
            </a:extLst>
          </p:cNvPr>
          <p:cNvSpPr>
            <a:spLocks xmlns:a="http://schemas.openxmlformats.org/drawingml/2006/main" noGrp="1"/>
          </p:cNvSpPr>
          <p:nvPr/>
        </p:nvSpPr>
        <p:spPr>
          <a:xfrm xmlns:a="http://schemas.openxmlformats.org/drawingml/2006/main">
            <a:off x="3190875" y="31337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defRPr sz="2025" b="0">
                <a:solidFill>
                  <a:srgbClr val="E4EFEC"/>
                </a:solidFill>
                <a:latin typeface="Noto Sans KR"/>
                <a:ea typeface="Noto Sans KR"/>
                <a:cs typeface="Noto Sans KR"/>
              </a:defRPr>
            </a:lvl1pPr>
            <a:lvl2pPr>
              <a:defRPr sz="2025" b="0">
                <a:solidFill>
                  <a:srgbClr val="E4EFEC"/>
                </a:solidFill>
                <a:latin typeface="Noto Sans KR"/>
                <a:ea typeface="Noto Sans KR"/>
                <a:cs typeface="Noto Sans KR"/>
              </a:defRPr>
            </a:lvl2pPr>
            <a:lvl3pPr>
              <a:defRPr sz="2025" b="0">
                <a:solidFill>
                  <a:srgbClr val="E4EFEC"/>
                </a:solidFill>
                <a:latin typeface="Noto Sans KR"/>
                <a:ea typeface="Noto Sans KR"/>
                <a:cs typeface="Noto Sans KR"/>
              </a:defRPr>
            </a:lvl3pPr>
            <a:lvl4pPr>
              <a:defRPr sz="2025" b="0">
                <a:solidFill>
                  <a:srgbClr val="E4EFEC"/>
                </a:solidFill>
                <a:latin typeface="Noto Sans KR"/>
                <a:ea typeface="Noto Sans KR"/>
                <a:cs typeface="Noto Sans KR"/>
              </a:defRPr>
            </a:lvl4pPr>
            <a:lvl5pPr>
              <a:defRPr sz="2025" b="0">
                <a:solidFill>
                  <a:srgbClr val="E4EFEC"/>
                </a:solidFill>
                <a:latin typeface="Noto Sans KR"/>
                <a:ea typeface="Noto Sans KR"/>
                <a:cs typeface="Noto Sans KR"/>
              </a:defRPr>
            </a:lvl5pPr>
            <a:lvl6pPr>
              <a:defRPr sz="2025" b="0">
                <a:solidFill>
                  <a:srgbClr val="E4EFEC"/>
                </a:solidFill>
                <a:latin typeface="Noto Sans KR"/>
                <a:ea typeface="Noto Sans KR"/>
                <a:cs typeface="Noto Sans KR"/>
              </a:defRPr>
            </a:lvl6pPr>
            <a:lvl7pPr>
              <a:defRPr sz="2025" b="0">
                <a:solidFill>
                  <a:srgbClr val="E4EFEC"/>
                </a:solidFill>
                <a:latin typeface="Noto Sans KR"/>
                <a:ea typeface="Noto Sans KR"/>
                <a:cs typeface="Noto Sans KR"/>
              </a:defRPr>
            </a:lvl7pPr>
            <a:lvl8pPr>
              <a:defRPr sz="2025" b="0">
                <a:solidFill>
                  <a:srgbClr val="E4EFEC"/>
                </a:solidFill>
                <a:latin typeface="Noto Sans KR"/>
                <a:ea typeface="Noto Sans KR"/>
                <a:cs typeface="Noto Sans KR"/>
              </a:defRPr>
            </a:lvl8pPr>
            <a:lvl9pPr>
              <a:defRPr sz="2025" b="0">
                <a:solidFill>
                  <a:srgbClr val="E4EFEC"/>
                </a:solidFill>
                <a:latin typeface="Noto Sans KR"/>
                <a:ea typeface="Noto Sans KR"/>
                <a:cs typeface="Noto Sans KR"/>
              </a:defRPr>
            </a:lvl9pPr>
          </a:lstStyle>
          <a:p xmlns:a="http://schemas.openxmlformats.org/drawingml/2006/main">
            <a:pPr>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SHACL은 현재 데이터에 필요한 값이 있는지 확인합니다.</a:t>
            </a:r>
          </a:p>
        </p:txBody>
      </p:sp>
      <p:sp>
        <p:nvSpPr>
          <p:cNvPr id="7" name="label-2">
            <a:extLst xmlns:a="http://schemas.openxmlformats.org/drawingml/2006/main">
              <a:ext uri="{FF2B5EF4-FFF2-40B4-BE49-F238E27FC236}">
                <a16:creationId xmlns:a16="http://schemas.microsoft.com/office/drawing/2014/main" id="{099742B4-E9D1-444E-82C8-711A1133581C}"/>
              </a:ext>
            </a:extLst>
          </p:cNvPr>
          <p:cNvSpPr>
            <a:spLocks xmlns:a="http://schemas.openxmlformats.org/drawingml/2006/main" noGrp="1"/>
          </p:cNvSpPr>
          <p:nvPr/>
        </p:nvSpPr>
        <p:spPr>
          <a:xfrm xmlns:a="http://schemas.openxmlformats.org/drawingml/2006/main">
            <a:off x="609600" y="44005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defRPr sz="1950" b="1">
                <a:solidFill>
                  <a:srgbClr val="A4DDCA"/>
                </a:solidFill>
                <a:latin typeface="Noto Sans KR"/>
                <a:ea typeface="Noto Sans KR"/>
                <a:cs typeface="Noto Sans KR"/>
              </a:defRPr>
            </a:lvl1pPr>
            <a:lvl2pPr>
              <a:defRPr sz="1950" b="1">
                <a:solidFill>
                  <a:srgbClr val="A4DDCA"/>
                </a:solidFill>
                <a:latin typeface="Noto Sans KR"/>
                <a:ea typeface="Noto Sans KR"/>
                <a:cs typeface="Noto Sans KR"/>
              </a:defRPr>
            </a:lvl2pPr>
            <a:lvl3pPr>
              <a:defRPr sz="1950" b="1">
                <a:solidFill>
                  <a:srgbClr val="A4DDCA"/>
                </a:solidFill>
                <a:latin typeface="Noto Sans KR"/>
                <a:ea typeface="Noto Sans KR"/>
                <a:cs typeface="Noto Sans KR"/>
              </a:defRPr>
            </a:lvl3pPr>
            <a:lvl4pPr>
              <a:defRPr sz="1950" b="1">
                <a:solidFill>
                  <a:srgbClr val="A4DDCA"/>
                </a:solidFill>
                <a:latin typeface="Noto Sans KR"/>
                <a:ea typeface="Noto Sans KR"/>
                <a:cs typeface="Noto Sans KR"/>
              </a:defRPr>
            </a:lvl4pPr>
            <a:lvl5pPr>
              <a:defRPr sz="1950" b="1">
                <a:solidFill>
                  <a:srgbClr val="A4DDCA"/>
                </a:solidFill>
                <a:latin typeface="Noto Sans KR"/>
                <a:ea typeface="Noto Sans KR"/>
                <a:cs typeface="Noto Sans KR"/>
              </a:defRPr>
            </a:lvl5pPr>
            <a:lvl6pPr>
              <a:defRPr sz="1950" b="1">
                <a:solidFill>
                  <a:srgbClr val="A4DDCA"/>
                </a:solidFill>
                <a:latin typeface="Noto Sans KR"/>
                <a:ea typeface="Noto Sans KR"/>
                <a:cs typeface="Noto Sans KR"/>
              </a:defRPr>
            </a:lvl6pPr>
            <a:lvl7pPr>
              <a:defRPr sz="1950" b="1">
                <a:solidFill>
                  <a:srgbClr val="A4DDCA"/>
                </a:solidFill>
                <a:latin typeface="Noto Sans KR"/>
                <a:ea typeface="Noto Sans KR"/>
                <a:cs typeface="Noto Sans KR"/>
              </a:defRPr>
            </a:lvl7pPr>
            <a:lvl8pPr>
              <a:defRPr sz="1950" b="1">
                <a:solidFill>
                  <a:srgbClr val="A4DDCA"/>
                </a:solidFill>
                <a:latin typeface="Noto Sans KR"/>
                <a:ea typeface="Noto Sans KR"/>
                <a:cs typeface="Noto Sans KR"/>
              </a:defRPr>
            </a:lvl8pPr>
            <a:lvl9pPr>
              <a:defRPr sz="1950" b="1">
                <a:solidFill>
                  <a:srgbClr val="A4DDCA"/>
                </a:solidFill>
                <a:latin typeface="Noto Sans KR"/>
                <a:ea typeface="Noto Sans KR"/>
                <a:cs typeface="Noto Sans KR"/>
              </a:defRPr>
            </a:lvl9pPr>
          </a:lstStyle>
          <a:p xmlns:a="http://schemas.openxmlformats.org/drawingml/2006/main">
            <a:pPr>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실습에서 비교할 것</a:t>
            </a:r>
          </a:p>
        </p:txBody>
      </p:sp>
      <p:sp>
        <p:nvSpPr>
          <p:cNvPr id="8" name="body-2">
            <a:extLst xmlns:a="http://schemas.openxmlformats.org/drawingml/2006/main">
              <a:ext uri="{FF2B5EF4-FFF2-40B4-BE49-F238E27FC236}">
                <a16:creationId xmlns:a16="http://schemas.microsoft.com/office/drawing/2014/main" id="{2606B5BD-0F5C-4FDC-B6E0-CE7CCA02123B}"/>
              </a:ext>
            </a:extLst>
          </p:cNvPr>
          <p:cNvSpPr>
            <a:spLocks xmlns:a="http://schemas.openxmlformats.org/drawingml/2006/main" noGrp="1"/>
          </p:cNvSpPr>
          <p:nvPr/>
        </p:nvSpPr>
        <p:spPr>
          <a:xfrm xmlns:a="http://schemas.openxmlformats.org/drawingml/2006/main">
            <a:off x="3190875" y="44005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defRPr sz="2025" b="0">
                <a:solidFill>
                  <a:srgbClr val="E4EFEC"/>
                </a:solidFill>
                <a:latin typeface="Noto Sans KR"/>
                <a:ea typeface="Noto Sans KR"/>
                <a:cs typeface="Noto Sans KR"/>
              </a:defRPr>
            </a:lvl1pPr>
            <a:lvl2pPr>
              <a:defRPr sz="2025" b="0">
                <a:solidFill>
                  <a:srgbClr val="E4EFEC"/>
                </a:solidFill>
                <a:latin typeface="Noto Sans KR"/>
                <a:ea typeface="Noto Sans KR"/>
                <a:cs typeface="Noto Sans KR"/>
              </a:defRPr>
            </a:lvl2pPr>
            <a:lvl3pPr>
              <a:defRPr sz="2025" b="0">
                <a:solidFill>
                  <a:srgbClr val="E4EFEC"/>
                </a:solidFill>
                <a:latin typeface="Noto Sans KR"/>
                <a:ea typeface="Noto Sans KR"/>
                <a:cs typeface="Noto Sans KR"/>
              </a:defRPr>
            </a:lvl3pPr>
            <a:lvl4pPr>
              <a:defRPr sz="2025" b="0">
                <a:solidFill>
                  <a:srgbClr val="E4EFEC"/>
                </a:solidFill>
                <a:latin typeface="Noto Sans KR"/>
                <a:ea typeface="Noto Sans KR"/>
                <a:cs typeface="Noto Sans KR"/>
              </a:defRPr>
            </a:lvl4pPr>
            <a:lvl5pPr>
              <a:defRPr sz="2025" b="0">
                <a:solidFill>
                  <a:srgbClr val="E4EFEC"/>
                </a:solidFill>
                <a:latin typeface="Noto Sans KR"/>
                <a:ea typeface="Noto Sans KR"/>
                <a:cs typeface="Noto Sans KR"/>
              </a:defRPr>
            </a:lvl5pPr>
            <a:lvl6pPr>
              <a:defRPr sz="2025" b="0">
                <a:solidFill>
                  <a:srgbClr val="E4EFEC"/>
                </a:solidFill>
                <a:latin typeface="Noto Sans KR"/>
                <a:ea typeface="Noto Sans KR"/>
                <a:cs typeface="Noto Sans KR"/>
              </a:defRPr>
            </a:lvl6pPr>
            <a:lvl7pPr>
              <a:defRPr sz="2025" b="0">
                <a:solidFill>
                  <a:srgbClr val="E4EFEC"/>
                </a:solidFill>
                <a:latin typeface="Noto Sans KR"/>
                <a:ea typeface="Noto Sans KR"/>
                <a:cs typeface="Noto Sans KR"/>
              </a:defRPr>
            </a:lvl7pPr>
            <a:lvl8pPr>
              <a:defRPr sz="2025" b="0">
                <a:solidFill>
                  <a:srgbClr val="E4EFEC"/>
                </a:solidFill>
                <a:latin typeface="Noto Sans KR"/>
                <a:ea typeface="Noto Sans KR"/>
                <a:cs typeface="Noto Sans KR"/>
              </a:defRPr>
            </a:lvl8pPr>
            <a:lvl9pPr>
              <a:defRPr sz="2025" b="0">
                <a:solidFill>
                  <a:srgbClr val="E4EFEC"/>
                </a:solidFill>
                <a:latin typeface="Noto Sans KR"/>
                <a:ea typeface="Noto Sans KR"/>
                <a:cs typeface="Noto Sans KR"/>
              </a:defRPr>
            </a:lvl9pPr>
          </a:lstStyle>
          <a:p xmlns:a="http://schemas.openxmlformats.org/drawingml/2006/main">
            <a:pPr>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추론 전후의 조회 결과와 검증 결과를 함께 봅니다.</a:t>
            </a:r>
          </a:p>
        </p:txBody>
      </p:sp>
      <p:sp>
        <p:nvSpPr>
          <p:cNvPr id="9" name="page">
            <a:extLst xmlns:a="http://schemas.openxmlformats.org/drawingml/2006/main">
              <a:ext uri="{FF2B5EF4-FFF2-40B4-BE49-F238E27FC236}">
                <a16:creationId xmlns:a16="http://schemas.microsoft.com/office/drawing/2014/main" id="{134EA934-B03B-4CD7-AAC1-7E45D5B8C02C}"/>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defRPr sz="1125" b="0">
                <a:solidFill>
                  <a:srgbClr val="8EABB7"/>
                </a:solidFill>
                <a:latin typeface="Noto Sans KR"/>
                <a:ea typeface="Noto Sans KR"/>
                <a:cs typeface="Noto Sans KR"/>
              </a:defRPr>
            </a:lvl1pPr>
            <a:lvl2pPr>
              <a:defRPr sz="1125" b="0">
                <a:solidFill>
                  <a:srgbClr val="8EABB7"/>
                </a:solidFill>
                <a:latin typeface="Noto Sans KR"/>
                <a:ea typeface="Noto Sans KR"/>
                <a:cs typeface="Noto Sans KR"/>
              </a:defRPr>
            </a:lvl2pPr>
            <a:lvl3pPr>
              <a:defRPr sz="1125" b="0">
                <a:solidFill>
                  <a:srgbClr val="8EABB7"/>
                </a:solidFill>
                <a:latin typeface="Noto Sans KR"/>
                <a:ea typeface="Noto Sans KR"/>
                <a:cs typeface="Noto Sans KR"/>
              </a:defRPr>
            </a:lvl3pPr>
            <a:lvl4pPr>
              <a:defRPr sz="1125" b="0">
                <a:solidFill>
                  <a:srgbClr val="8EABB7"/>
                </a:solidFill>
                <a:latin typeface="Noto Sans KR"/>
                <a:ea typeface="Noto Sans KR"/>
                <a:cs typeface="Noto Sans KR"/>
              </a:defRPr>
            </a:lvl4pPr>
            <a:lvl5pPr>
              <a:defRPr sz="1125" b="0">
                <a:solidFill>
                  <a:srgbClr val="8EABB7"/>
                </a:solidFill>
                <a:latin typeface="Noto Sans KR"/>
                <a:ea typeface="Noto Sans KR"/>
                <a:cs typeface="Noto Sans KR"/>
              </a:defRPr>
            </a:lvl5pPr>
            <a:lvl6pPr>
              <a:defRPr sz="1125" b="0">
                <a:solidFill>
                  <a:srgbClr val="8EABB7"/>
                </a:solidFill>
                <a:latin typeface="Noto Sans KR"/>
                <a:ea typeface="Noto Sans KR"/>
                <a:cs typeface="Noto Sans KR"/>
              </a:defRPr>
            </a:lvl6pPr>
            <a:lvl7pPr>
              <a:defRPr sz="1125" b="0">
                <a:solidFill>
                  <a:srgbClr val="8EABB7"/>
                </a:solidFill>
                <a:latin typeface="Noto Sans KR"/>
                <a:ea typeface="Noto Sans KR"/>
                <a:cs typeface="Noto Sans KR"/>
              </a:defRPr>
            </a:lvl7pPr>
            <a:lvl8pPr>
              <a:defRPr sz="1125" b="0">
                <a:solidFill>
                  <a:srgbClr val="8EABB7"/>
                </a:solidFill>
                <a:latin typeface="Noto Sans KR"/>
                <a:ea typeface="Noto Sans KR"/>
                <a:cs typeface="Noto Sans KR"/>
              </a:defRPr>
            </a:lvl8pPr>
            <a:lvl9pPr>
              <a:defRPr sz="1125" b="0">
                <a:solidFill>
                  <a:srgbClr val="8EABB7"/>
                </a:solidFill>
                <a:latin typeface="Noto Sans KR"/>
                <a:ea typeface="Noto Sans KR"/>
                <a:cs typeface="Noto Sans KR"/>
              </a:defRPr>
            </a:lvl9pPr>
          </a:lstStyle>
          <a:p xmlns:a="http://schemas.openxmlformats.org/drawingml/2006/main">
            <a:pPr>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11</a:t>
            </a:r>
          </a:p>
        </p:txBody>
      </p:sp>
    </p:spTree>
    <p:extLst>
      <p:ext uri="{BB962C8B-B14F-4D97-AF65-F5344CB8AC3E}">
        <p14:creationId xmlns:p14="http://schemas.microsoft.com/office/powerpoint/2010/main" val="1384246022"/>
      </p:ext>
    </p:extLst>
  </p:cSld>
</p:sld>
</file>

<file path=ppt/slides/slide12.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5" name="section">
            <a:extLst xmlns:a="http://schemas.openxmlformats.org/drawingml/2006/main">
              <a:ext uri="{FF2B5EF4-FFF2-40B4-BE49-F238E27FC236}">
                <a16:creationId xmlns:a16="http://schemas.microsoft.com/office/drawing/2014/main" id="{25FD97B8-11B0-4676-8C5F-46D039E63812}"/>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defRPr sz="1125" b="1">
                <a:solidFill>
                  <a:srgbClr val="A4DDCA"/>
                </a:solidFill>
                <a:latin typeface="Noto Sans KR"/>
                <a:ea typeface="Noto Sans KR"/>
                <a:cs typeface="Noto Sans KR"/>
              </a:defRPr>
            </a:lvl1pPr>
            <a:lvl2pPr>
              <a:defRPr sz="1125" b="1">
                <a:solidFill>
                  <a:srgbClr val="A4DDCA"/>
                </a:solidFill>
                <a:latin typeface="Noto Sans KR"/>
                <a:ea typeface="Noto Sans KR"/>
                <a:cs typeface="Noto Sans KR"/>
              </a:defRPr>
            </a:lvl2pPr>
            <a:lvl3pPr>
              <a:defRPr sz="1125" b="1">
                <a:solidFill>
                  <a:srgbClr val="A4DDCA"/>
                </a:solidFill>
                <a:latin typeface="Noto Sans KR"/>
                <a:ea typeface="Noto Sans KR"/>
                <a:cs typeface="Noto Sans KR"/>
              </a:defRPr>
            </a:lvl3pPr>
            <a:lvl4pPr>
              <a:defRPr sz="1125" b="1">
                <a:solidFill>
                  <a:srgbClr val="A4DDCA"/>
                </a:solidFill>
                <a:latin typeface="Noto Sans KR"/>
                <a:ea typeface="Noto Sans KR"/>
                <a:cs typeface="Noto Sans KR"/>
              </a:defRPr>
            </a:lvl4pPr>
            <a:lvl5pPr>
              <a:defRPr sz="1125" b="1">
                <a:solidFill>
                  <a:srgbClr val="A4DDCA"/>
                </a:solidFill>
                <a:latin typeface="Noto Sans KR"/>
                <a:ea typeface="Noto Sans KR"/>
                <a:cs typeface="Noto Sans KR"/>
              </a:defRPr>
            </a:lvl5pPr>
            <a:lvl6pPr>
              <a:defRPr sz="1125" b="1">
                <a:solidFill>
                  <a:srgbClr val="A4DDCA"/>
                </a:solidFill>
                <a:latin typeface="Noto Sans KR"/>
                <a:ea typeface="Noto Sans KR"/>
                <a:cs typeface="Noto Sans KR"/>
              </a:defRPr>
            </a:lvl6pPr>
            <a:lvl7pPr>
              <a:defRPr sz="1125" b="1">
                <a:solidFill>
                  <a:srgbClr val="A4DDCA"/>
                </a:solidFill>
                <a:latin typeface="Noto Sans KR"/>
                <a:ea typeface="Noto Sans KR"/>
                <a:cs typeface="Noto Sans KR"/>
              </a:defRPr>
            </a:lvl7pPr>
            <a:lvl8pPr>
              <a:defRPr sz="1125" b="1">
                <a:solidFill>
                  <a:srgbClr val="A4DDCA"/>
                </a:solidFill>
                <a:latin typeface="Noto Sans KR"/>
                <a:ea typeface="Noto Sans KR"/>
                <a:cs typeface="Noto Sans KR"/>
              </a:defRPr>
            </a:lvl8pPr>
            <a:lvl9pPr>
              <a:defRPr sz="1125" b="1">
                <a:solidFill>
                  <a:srgbClr val="A4DDCA"/>
                </a:solidFill>
                <a:latin typeface="Noto Sans KR"/>
                <a:ea typeface="Noto Sans KR"/>
                <a:cs typeface="Noto Sans KR"/>
              </a:defRPr>
            </a:lvl9pPr>
          </a:lstStyle>
          <a:p xmlns:a="http://schemas.openxmlformats.org/drawingml/2006/main">
            <a:pPr>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F2DD6284-695F-4B6B-8C00-83B801647D40}"/>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defRPr sz="3000" b="1">
                <a:solidFill>
                  <a:srgbClr val="E4EFEC"/>
                </a:solidFill>
                <a:latin typeface="Noto Sans KR"/>
                <a:ea typeface="Noto Sans KR"/>
                <a:cs typeface="Noto Sans KR"/>
              </a:defRPr>
            </a:lvl1pPr>
            <a:lvl2pPr>
              <a:defRPr sz="3000" b="1">
                <a:solidFill>
                  <a:srgbClr val="E4EFEC"/>
                </a:solidFill>
                <a:latin typeface="Noto Sans KR"/>
                <a:ea typeface="Noto Sans KR"/>
                <a:cs typeface="Noto Sans KR"/>
              </a:defRPr>
            </a:lvl2pPr>
            <a:lvl3pPr>
              <a:defRPr sz="3000" b="1">
                <a:solidFill>
                  <a:srgbClr val="E4EFEC"/>
                </a:solidFill>
                <a:latin typeface="Noto Sans KR"/>
                <a:ea typeface="Noto Sans KR"/>
                <a:cs typeface="Noto Sans KR"/>
              </a:defRPr>
            </a:lvl3pPr>
            <a:lvl4pPr>
              <a:defRPr sz="3000" b="1">
                <a:solidFill>
                  <a:srgbClr val="E4EFEC"/>
                </a:solidFill>
                <a:latin typeface="Noto Sans KR"/>
                <a:ea typeface="Noto Sans KR"/>
                <a:cs typeface="Noto Sans KR"/>
              </a:defRPr>
            </a:lvl4pPr>
            <a:lvl5pPr>
              <a:defRPr sz="3000" b="1">
                <a:solidFill>
                  <a:srgbClr val="E4EFEC"/>
                </a:solidFill>
                <a:latin typeface="Noto Sans KR"/>
                <a:ea typeface="Noto Sans KR"/>
                <a:cs typeface="Noto Sans KR"/>
              </a:defRPr>
            </a:lvl5pPr>
            <a:lvl6pPr>
              <a:defRPr sz="3000" b="1">
                <a:solidFill>
                  <a:srgbClr val="E4EFEC"/>
                </a:solidFill>
                <a:latin typeface="Noto Sans KR"/>
                <a:ea typeface="Noto Sans KR"/>
                <a:cs typeface="Noto Sans KR"/>
              </a:defRPr>
            </a:lvl6pPr>
            <a:lvl7pPr>
              <a:defRPr sz="3000" b="1">
                <a:solidFill>
                  <a:srgbClr val="E4EFEC"/>
                </a:solidFill>
                <a:latin typeface="Noto Sans KR"/>
                <a:ea typeface="Noto Sans KR"/>
                <a:cs typeface="Noto Sans KR"/>
              </a:defRPr>
            </a:lvl7pPr>
            <a:lvl8pPr>
              <a:defRPr sz="3000" b="1">
                <a:solidFill>
                  <a:srgbClr val="E4EFEC"/>
                </a:solidFill>
                <a:latin typeface="Noto Sans KR"/>
                <a:ea typeface="Noto Sans KR"/>
                <a:cs typeface="Noto Sans KR"/>
              </a:defRPr>
            </a:lvl8pPr>
            <a:lvl9pPr>
              <a:defRPr sz="3000" b="1">
                <a:solidFill>
                  <a:srgbClr val="E4EFEC"/>
                </a:solidFill>
                <a:latin typeface="Noto Sans KR"/>
                <a:ea typeface="Noto Sans KR"/>
                <a:cs typeface="Noto Sans KR"/>
              </a:defRPr>
            </a:lvl9pPr>
          </a:lstStyle>
          <a:p xmlns:a="http://schemas.openxmlformats.org/drawingml/2006/main">
            <a:pPr>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오류 보고서는 이 세 곳을 보면 됩니다</a:t>
            </a:r>
          </a:p>
        </p:txBody>
      </p:sp>
      <p:graphicFrame>
        <p:nvGraphicFramePr>
          <p:cNvPr id="3" name="">
            <a:extLst xmlns:a="http://schemas.openxmlformats.org/drawingml/2006/main">
              <a:ext uri="{FF2B5EF4-FFF2-40B4-BE49-F238E27FC236}">
                <a16:creationId xmlns:a16="http://schemas.microsoft.com/office/drawing/2014/main" id="{57C250D2-963C-45D9-A9F4-D2E6D98D2FA5}"/>
              </a:ext>
            </a:extLst>
          </p:cNvPr>
          <p:cNvGraphicFramePr/>
          <p:nvPr/>
        </p:nvGraphicFramePr>
        <p:xfrm>
          <a:off xmlns:a="http://schemas.openxmlformats.org/drawingml/2006/main" x="609600" y="1866900"/>
          <a:ext xmlns:a="http://schemas.openxmlformats.org/drawingml/2006/main" cx="10972800" cy="3095625"/>
        </p:xfrm>
        <a:graphic xmlns:a="http://schemas.openxmlformats.org/drawingml/2006/main">
          <a:graphicData uri="http://schemas.openxmlformats.org/drawingml/2006/table">
            <a:tbl>
              <a:tblPr/>
              <a:tblGrid>
                <a:gridCol w="2286000"/>
                <a:gridCol w="3857625"/>
                <a:gridCol w="4829175"/>
              </a:tblGrid>
              <a:tr h="619125">
                <a:tc>
                  <a:txBody>
                    <a:bodyPr/>
                    <a:lstStyle/>
                    <a:p>
                      <a:r>
                        <a:rPr sz="1800" b="1">
                          <a:solidFill>
                            <a:srgbClr val="A4DDCA"/>
                          </a:solidFill>
                          <a:latin typeface="Noto Sans KR"/>
                          <a:ea typeface="Noto Sans KR"/>
                          <a:cs typeface="Noto Sans KR"/>
                        </a:rPr>
                        <a:t>보고서 항목</a:t>
                      </a:r>
                    </a:p>
                  </a:txBody>
                  <a:tcPr marL="114300" marR="114300" marT="95250" marB="95250" anchor="ctr">
                    <a:lnL w="9525">
                      <a:solidFill>
                        <a:srgbClr val="284B5A"/>
                      </a:solidFill>
                      <a:prstDash val="solid"/>
                    </a:lnL>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c>
                  <a:txBody>
                    <a:bodyPr/>
                    <a:lstStyle/>
                    <a:p>
                      <a:r>
                        <a:rPr sz="1800" b="1">
                          <a:solidFill>
                            <a:srgbClr val="A4DDCA"/>
                          </a:solidFill>
                          <a:latin typeface="Noto Sans KR"/>
                          <a:ea typeface="Noto Sans KR"/>
                          <a:cs typeface="Noto Sans KR"/>
                        </a:rPr>
                        <a:t>뜻</a:t>
                      </a:r>
                    </a:p>
                  </a:txBody>
                  <a:tcPr marL="114300" marR="114300" marT="95250" marB="95250" anchor="ctr">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c>
                  <a:txBody>
                    <a:bodyPr/>
                    <a:lstStyle/>
                    <a:p>
                      <a:r>
                        <a:rPr sz="1800" b="1">
                          <a:solidFill>
                            <a:srgbClr val="A4DDCA"/>
                          </a:solidFill>
                          <a:latin typeface="Noto Sans KR"/>
                          <a:ea typeface="Noto Sans KR"/>
                          <a:cs typeface="Noto Sans KR"/>
                        </a:rPr>
                        <a:t>이번 오류</a:t>
                      </a:r>
                    </a:p>
                  </a:txBody>
                  <a:tcPr marL="114300" marR="114300" marT="95250" marB="95250" anchor="ctr">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r>
              <a:tr h="619125">
                <a:tc>
                  <a:txBody>
                    <a:bodyPr/>
                    <a:lstStyle/>
                    <a:p>
                      <a:r>
                        <a:rPr sz="1725" b="0">
                          <a:solidFill>
                            <a:srgbClr val="E4EFEC"/>
                          </a:solidFill>
                          <a:latin typeface="Noto Sans KR"/>
                          <a:ea typeface="Noto Sans KR"/>
                          <a:cs typeface="Noto Sans KR"/>
                        </a:rPr>
                        <a:t>focusNode</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어느 대상의 문제인가?</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물류사</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resultPath</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어느 관계를 검사했나?</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uses / 사용 시스템</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constraint</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어떤 조건을 어겼나?</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하나 이상 있어야 하는데 없음</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수정 방법</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무엇을 복구해야 하나?</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물류사의 uses 관계</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bl>
          </a:graphicData>
        </a:graphic>
      </p:graphicFrame>
      <p:sp>
        <p:nvSpPr>
          <p:cNvPr id="4" name="page">
            <a:extLst xmlns:a="http://schemas.openxmlformats.org/drawingml/2006/main">
              <a:ext uri="{FF2B5EF4-FFF2-40B4-BE49-F238E27FC236}">
                <a16:creationId xmlns:a16="http://schemas.microsoft.com/office/drawing/2014/main" id="{8C9077A2-53E5-4486-98D8-BEB76FD2F027}"/>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defRPr sz="1125" b="0">
                <a:solidFill>
                  <a:srgbClr val="8EABB7"/>
                </a:solidFill>
                <a:latin typeface="Noto Sans KR"/>
                <a:ea typeface="Noto Sans KR"/>
                <a:cs typeface="Noto Sans KR"/>
              </a:defRPr>
            </a:lvl1pPr>
            <a:lvl2pPr>
              <a:defRPr sz="1125" b="0">
                <a:solidFill>
                  <a:srgbClr val="8EABB7"/>
                </a:solidFill>
                <a:latin typeface="Noto Sans KR"/>
                <a:ea typeface="Noto Sans KR"/>
                <a:cs typeface="Noto Sans KR"/>
              </a:defRPr>
            </a:lvl2pPr>
            <a:lvl3pPr>
              <a:defRPr sz="1125" b="0">
                <a:solidFill>
                  <a:srgbClr val="8EABB7"/>
                </a:solidFill>
                <a:latin typeface="Noto Sans KR"/>
                <a:ea typeface="Noto Sans KR"/>
                <a:cs typeface="Noto Sans KR"/>
              </a:defRPr>
            </a:lvl3pPr>
            <a:lvl4pPr>
              <a:defRPr sz="1125" b="0">
                <a:solidFill>
                  <a:srgbClr val="8EABB7"/>
                </a:solidFill>
                <a:latin typeface="Noto Sans KR"/>
                <a:ea typeface="Noto Sans KR"/>
                <a:cs typeface="Noto Sans KR"/>
              </a:defRPr>
            </a:lvl4pPr>
            <a:lvl5pPr>
              <a:defRPr sz="1125" b="0">
                <a:solidFill>
                  <a:srgbClr val="8EABB7"/>
                </a:solidFill>
                <a:latin typeface="Noto Sans KR"/>
                <a:ea typeface="Noto Sans KR"/>
                <a:cs typeface="Noto Sans KR"/>
              </a:defRPr>
            </a:lvl5pPr>
            <a:lvl6pPr>
              <a:defRPr sz="1125" b="0">
                <a:solidFill>
                  <a:srgbClr val="8EABB7"/>
                </a:solidFill>
                <a:latin typeface="Noto Sans KR"/>
                <a:ea typeface="Noto Sans KR"/>
                <a:cs typeface="Noto Sans KR"/>
              </a:defRPr>
            </a:lvl6pPr>
            <a:lvl7pPr>
              <a:defRPr sz="1125" b="0">
                <a:solidFill>
                  <a:srgbClr val="8EABB7"/>
                </a:solidFill>
                <a:latin typeface="Noto Sans KR"/>
                <a:ea typeface="Noto Sans KR"/>
                <a:cs typeface="Noto Sans KR"/>
              </a:defRPr>
            </a:lvl7pPr>
            <a:lvl8pPr>
              <a:defRPr sz="1125" b="0">
                <a:solidFill>
                  <a:srgbClr val="8EABB7"/>
                </a:solidFill>
                <a:latin typeface="Noto Sans KR"/>
                <a:ea typeface="Noto Sans KR"/>
                <a:cs typeface="Noto Sans KR"/>
              </a:defRPr>
            </a:lvl8pPr>
            <a:lvl9pPr>
              <a:defRPr sz="1125" b="0">
                <a:solidFill>
                  <a:srgbClr val="8EABB7"/>
                </a:solidFill>
                <a:latin typeface="Noto Sans KR"/>
                <a:ea typeface="Noto Sans KR"/>
                <a:cs typeface="Noto Sans KR"/>
              </a:defRPr>
            </a:lvl9pPr>
          </a:lstStyle>
          <a:p xmlns:a="http://schemas.openxmlformats.org/drawingml/2006/main">
            <a:pPr>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12</a:t>
            </a:r>
          </a:p>
        </p:txBody>
      </p:sp>
    </p:spTree>
    <p:extLst>
      <p:ext uri="{BB962C8B-B14F-4D97-AF65-F5344CB8AC3E}">
        <p14:creationId xmlns:p14="http://schemas.microsoft.com/office/powerpoint/2010/main" val="1925440516"/>
      </p:ext>
    </p:extLst>
  </p:cSld>
</p:sld>
</file>

<file path=ppt/slides/slide13.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8" name="section">
            <a:extLst xmlns:a="http://schemas.openxmlformats.org/drawingml/2006/main">
              <a:ext uri="{FF2B5EF4-FFF2-40B4-BE49-F238E27FC236}">
                <a16:creationId xmlns:a16="http://schemas.microsoft.com/office/drawing/2014/main" id="{B6867EFD-BD54-4137-854C-B2319AC4E19E}"/>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defRPr sz="1125" b="1">
                <a:solidFill>
                  <a:srgbClr val="A4DDCA"/>
                </a:solidFill>
                <a:latin typeface="Noto Sans KR"/>
                <a:ea typeface="Noto Sans KR"/>
                <a:cs typeface="Noto Sans KR"/>
              </a:defRPr>
            </a:lvl1pPr>
            <a:lvl2pPr>
              <a:defRPr sz="1125" b="1">
                <a:solidFill>
                  <a:srgbClr val="A4DDCA"/>
                </a:solidFill>
                <a:latin typeface="Noto Sans KR"/>
                <a:ea typeface="Noto Sans KR"/>
                <a:cs typeface="Noto Sans KR"/>
              </a:defRPr>
            </a:lvl2pPr>
            <a:lvl3pPr>
              <a:defRPr sz="1125" b="1">
                <a:solidFill>
                  <a:srgbClr val="A4DDCA"/>
                </a:solidFill>
                <a:latin typeface="Noto Sans KR"/>
                <a:ea typeface="Noto Sans KR"/>
                <a:cs typeface="Noto Sans KR"/>
              </a:defRPr>
            </a:lvl3pPr>
            <a:lvl4pPr>
              <a:defRPr sz="1125" b="1">
                <a:solidFill>
                  <a:srgbClr val="A4DDCA"/>
                </a:solidFill>
                <a:latin typeface="Noto Sans KR"/>
                <a:ea typeface="Noto Sans KR"/>
                <a:cs typeface="Noto Sans KR"/>
              </a:defRPr>
            </a:lvl4pPr>
            <a:lvl5pPr>
              <a:defRPr sz="1125" b="1">
                <a:solidFill>
                  <a:srgbClr val="A4DDCA"/>
                </a:solidFill>
                <a:latin typeface="Noto Sans KR"/>
                <a:ea typeface="Noto Sans KR"/>
                <a:cs typeface="Noto Sans KR"/>
              </a:defRPr>
            </a:lvl5pPr>
            <a:lvl6pPr>
              <a:defRPr sz="1125" b="1">
                <a:solidFill>
                  <a:srgbClr val="A4DDCA"/>
                </a:solidFill>
                <a:latin typeface="Noto Sans KR"/>
                <a:ea typeface="Noto Sans KR"/>
                <a:cs typeface="Noto Sans KR"/>
              </a:defRPr>
            </a:lvl6pPr>
            <a:lvl7pPr>
              <a:defRPr sz="1125" b="1">
                <a:solidFill>
                  <a:srgbClr val="A4DDCA"/>
                </a:solidFill>
                <a:latin typeface="Noto Sans KR"/>
                <a:ea typeface="Noto Sans KR"/>
                <a:cs typeface="Noto Sans KR"/>
              </a:defRPr>
            </a:lvl7pPr>
            <a:lvl8pPr>
              <a:defRPr sz="1125" b="1">
                <a:solidFill>
                  <a:srgbClr val="A4DDCA"/>
                </a:solidFill>
                <a:latin typeface="Noto Sans KR"/>
                <a:ea typeface="Noto Sans KR"/>
                <a:cs typeface="Noto Sans KR"/>
              </a:defRPr>
            </a:lvl8pPr>
            <a:lvl9pPr>
              <a:defRPr sz="1125" b="1">
                <a:solidFill>
                  <a:srgbClr val="A4DDCA"/>
                </a:solidFill>
                <a:latin typeface="Noto Sans KR"/>
                <a:ea typeface="Noto Sans KR"/>
                <a:cs typeface="Noto Sans KR"/>
              </a:defRPr>
            </a:lvl9pPr>
          </a:lstStyle>
          <a:p xmlns:a="http://schemas.openxmlformats.org/drawingml/2006/main">
            <a:pPr>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FA9077F7-8398-428B-A238-8C228B6431A6}"/>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defRPr sz="3000" b="1">
                <a:solidFill>
                  <a:srgbClr val="E4EFEC"/>
                </a:solidFill>
                <a:latin typeface="Noto Sans KR"/>
                <a:ea typeface="Noto Sans KR"/>
                <a:cs typeface="Noto Sans KR"/>
              </a:defRPr>
            </a:lvl1pPr>
            <a:lvl2pPr>
              <a:defRPr sz="3000" b="1">
                <a:solidFill>
                  <a:srgbClr val="E4EFEC"/>
                </a:solidFill>
                <a:latin typeface="Noto Sans KR"/>
                <a:ea typeface="Noto Sans KR"/>
                <a:cs typeface="Noto Sans KR"/>
              </a:defRPr>
            </a:lvl2pPr>
            <a:lvl3pPr>
              <a:defRPr sz="3000" b="1">
                <a:solidFill>
                  <a:srgbClr val="E4EFEC"/>
                </a:solidFill>
                <a:latin typeface="Noto Sans KR"/>
                <a:ea typeface="Noto Sans KR"/>
                <a:cs typeface="Noto Sans KR"/>
              </a:defRPr>
            </a:lvl3pPr>
            <a:lvl4pPr>
              <a:defRPr sz="3000" b="1">
                <a:solidFill>
                  <a:srgbClr val="E4EFEC"/>
                </a:solidFill>
                <a:latin typeface="Noto Sans KR"/>
                <a:ea typeface="Noto Sans KR"/>
                <a:cs typeface="Noto Sans KR"/>
              </a:defRPr>
            </a:lvl4pPr>
            <a:lvl5pPr>
              <a:defRPr sz="3000" b="1">
                <a:solidFill>
                  <a:srgbClr val="E4EFEC"/>
                </a:solidFill>
                <a:latin typeface="Noto Sans KR"/>
                <a:ea typeface="Noto Sans KR"/>
                <a:cs typeface="Noto Sans KR"/>
              </a:defRPr>
            </a:lvl5pPr>
            <a:lvl6pPr>
              <a:defRPr sz="3000" b="1">
                <a:solidFill>
                  <a:srgbClr val="E4EFEC"/>
                </a:solidFill>
                <a:latin typeface="Noto Sans KR"/>
                <a:ea typeface="Noto Sans KR"/>
                <a:cs typeface="Noto Sans KR"/>
              </a:defRPr>
            </a:lvl6pPr>
            <a:lvl7pPr>
              <a:defRPr sz="3000" b="1">
                <a:solidFill>
                  <a:srgbClr val="E4EFEC"/>
                </a:solidFill>
                <a:latin typeface="Noto Sans KR"/>
                <a:ea typeface="Noto Sans KR"/>
                <a:cs typeface="Noto Sans KR"/>
              </a:defRPr>
            </a:lvl7pPr>
            <a:lvl8pPr>
              <a:defRPr sz="3000" b="1">
                <a:solidFill>
                  <a:srgbClr val="E4EFEC"/>
                </a:solidFill>
                <a:latin typeface="Noto Sans KR"/>
                <a:ea typeface="Noto Sans KR"/>
                <a:cs typeface="Noto Sans KR"/>
              </a:defRPr>
            </a:lvl8pPr>
            <a:lvl9pPr>
              <a:defRPr sz="3000" b="1">
                <a:solidFill>
                  <a:srgbClr val="E4EFEC"/>
                </a:solidFill>
                <a:latin typeface="Noto Sans KR"/>
                <a:ea typeface="Noto Sans KR"/>
                <a:cs typeface="Noto Sans KR"/>
              </a:defRPr>
            </a:lvl9pPr>
          </a:lstStyle>
          <a:p xmlns:a="http://schemas.openxmlformats.org/drawingml/2006/main">
            <a:pPr>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찾은 대상에서 원문까지 확인합니다</a:t>
            </a:r>
          </a:p>
        </p:txBody>
      </p:sp>
      <p:sp>
        <p:nvSpPr>
          <p:cNvPr id="3" name="code-label-0">
            <a:extLst xmlns:a="http://schemas.openxmlformats.org/drawingml/2006/main">
              <a:ext uri="{FF2B5EF4-FFF2-40B4-BE49-F238E27FC236}">
                <a16:creationId xmlns:a16="http://schemas.microsoft.com/office/drawing/2014/main" id="{46930975-AF17-4686-B7CC-BE4F7190E9F3}"/>
              </a:ext>
            </a:extLst>
          </p:cNvPr>
          <p:cNvSpPr>
            <a:spLocks xmlns:a="http://schemas.openxmlformats.org/drawingml/2006/main" noGrp="1"/>
          </p:cNvSpPr>
          <p:nvPr/>
        </p:nvSpPr>
        <p:spPr>
          <a:xfrm xmlns:a="http://schemas.openxmlformats.org/drawingml/2006/main">
            <a:off x="609600" y="1866900"/>
            <a:ext cx="52578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875" b="1">
                <a:solidFill>
                  <a:srgbClr val="A4DDCA"/>
                </a:solidFill>
                <a:latin typeface="Noto Sans KR"/>
                <a:ea typeface="Noto Sans KR"/>
                <a:cs typeface="Noto Sans KR"/>
              </a:defRPr>
            </a:defPPr>
            <a:lvl1pPr>
              <a:defRPr sz="1875" b="1">
                <a:solidFill>
                  <a:srgbClr val="A4DDCA"/>
                </a:solidFill>
                <a:latin typeface="Noto Sans KR"/>
                <a:ea typeface="Noto Sans KR"/>
                <a:cs typeface="Noto Sans KR"/>
              </a:defRPr>
            </a:lvl1pPr>
            <a:lvl2pPr>
              <a:defRPr sz="1875" b="1">
                <a:solidFill>
                  <a:srgbClr val="A4DDCA"/>
                </a:solidFill>
                <a:latin typeface="Noto Sans KR"/>
                <a:ea typeface="Noto Sans KR"/>
                <a:cs typeface="Noto Sans KR"/>
              </a:defRPr>
            </a:lvl2pPr>
            <a:lvl3pPr>
              <a:defRPr sz="1875" b="1">
                <a:solidFill>
                  <a:srgbClr val="A4DDCA"/>
                </a:solidFill>
                <a:latin typeface="Noto Sans KR"/>
                <a:ea typeface="Noto Sans KR"/>
                <a:cs typeface="Noto Sans KR"/>
              </a:defRPr>
            </a:lvl3pPr>
            <a:lvl4pPr>
              <a:defRPr sz="1875" b="1">
                <a:solidFill>
                  <a:srgbClr val="A4DDCA"/>
                </a:solidFill>
                <a:latin typeface="Noto Sans KR"/>
                <a:ea typeface="Noto Sans KR"/>
                <a:cs typeface="Noto Sans KR"/>
              </a:defRPr>
            </a:lvl4pPr>
            <a:lvl5pPr>
              <a:defRPr sz="1875" b="1">
                <a:solidFill>
                  <a:srgbClr val="A4DDCA"/>
                </a:solidFill>
                <a:latin typeface="Noto Sans KR"/>
                <a:ea typeface="Noto Sans KR"/>
                <a:cs typeface="Noto Sans KR"/>
              </a:defRPr>
            </a:lvl5pPr>
            <a:lvl6pPr>
              <a:defRPr sz="1875" b="1">
                <a:solidFill>
                  <a:srgbClr val="A4DDCA"/>
                </a:solidFill>
                <a:latin typeface="Noto Sans KR"/>
                <a:ea typeface="Noto Sans KR"/>
                <a:cs typeface="Noto Sans KR"/>
              </a:defRPr>
            </a:lvl6pPr>
            <a:lvl7pPr>
              <a:defRPr sz="1875" b="1">
                <a:solidFill>
                  <a:srgbClr val="A4DDCA"/>
                </a:solidFill>
                <a:latin typeface="Noto Sans KR"/>
                <a:ea typeface="Noto Sans KR"/>
                <a:cs typeface="Noto Sans KR"/>
              </a:defRPr>
            </a:lvl7pPr>
            <a:lvl8pPr>
              <a:defRPr sz="1875" b="1">
                <a:solidFill>
                  <a:srgbClr val="A4DDCA"/>
                </a:solidFill>
                <a:latin typeface="Noto Sans KR"/>
                <a:ea typeface="Noto Sans KR"/>
                <a:cs typeface="Noto Sans KR"/>
              </a:defRPr>
            </a:lvl8pPr>
            <a:lvl9pPr>
              <a:defRPr sz="1875" b="1">
                <a:solidFill>
                  <a:srgbClr val="A4DDCA"/>
                </a:solidFill>
                <a:latin typeface="Noto Sans KR"/>
                <a:ea typeface="Noto Sans KR"/>
                <a:cs typeface="Noto Sans KR"/>
              </a:defRPr>
            </a:lvl9pPr>
          </a:lstStyle>
          <a:p xmlns:a="http://schemas.openxmlformats.org/drawingml/2006/main">
            <a:pPr>
              <a:defRPr sz="1875" b="1">
                <a:solidFill>
                  <a:srgbClr val="A4DDCA"/>
                </a:solidFill>
                <a:latin typeface="Noto Sans KR"/>
                <a:ea typeface="Noto Sans KR"/>
                <a:cs typeface="Noto Sans KR"/>
              </a:defRPr>
            </a:pPr>
            <a:r>
              <a:rPr sz="1875" b="1">
                <a:solidFill>
                  <a:srgbClr val="A4DDCA"/>
                </a:solidFill>
                <a:latin typeface="Noto Sans KR"/>
                <a:ea typeface="Noto Sans KR"/>
                <a:cs typeface="Noto Sans KR"/>
              </a:rPr>
              <a:t>그래프에 하는 질문</a:t>
            </a:r>
          </a:p>
        </p:txBody>
      </p:sp>
      <p:sp>
        <p:nvSpPr>
          <p:cNvPr id="4" name="code-0">
            <a:extLst xmlns:a="http://schemas.openxmlformats.org/drawingml/2006/main">
              <a:ext uri="{FF2B5EF4-FFF2-40B4-BE49-F238E27FC236}">
                <a16:creationId xmlns:a16="http://schemas.microsoft.com/office/drawing/2014/main" id="{B52FF730-9B4C-4D0E-987D-87B547AC0E23}"/>
              </a:ext>
            </a:extLst>
          </p:cNvPr>
          <p:cNvSpPr>
            <a:spLocks xmlns:a="http://schemas.openxmlformats.org/drawingml/2006/main" noGrp="1"/>
          </p:cNvSpPr>
          <p:nvPr/>
        </p:nvSpPr>
        <p:spPr>
          <a:xfrm xmlns:a="http://schemas.openxmlformats.org/drawingml/2006/main">
            <a:off x="609600" y="2476500"/>
            <a:ext cx="5257800" cy="3286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725" b="0">
                <a:solidFill>
                  <a:srgbClr val="E4EFEC"/>
                </a:solidFill>
                <a:latin typeface="Noto Sans KR"/>
                <a:ea typeface="Noto Sans KR"/>
                <a:cs typeface="Noto Sans KR"/>
              </a:defRPr>
            </a:defPPr>
            <a:lvl1pPr>
              <a:defRPr sz="1725" b="0">
                <a:solidFill>
                  <a:srgbClr val="E4EFEC"/>
                </a:solidFill>
                <a:latin typeface="Noto Sans KR"/>
                <a:ea typeface="Noto Sans KR"/>
                <a:cs typeface="Noto Sans KR"/>
              </a:defRPr>
            </a:lvl1pPr>
            <a:lvl2pPr>
              <a:defRPr sz="1725" b="0">
                <a:solidFill>
                  <a:srgbClr val="E4EFEC"/>
                </a:solidFill>
                <a:latin typeface="Noto Sans KR"/>
                <a:ea typeface="Noto Sans KR"/>
                <a:cs typeface="Noto Sans KR"/>
              </a:defRPr>
            </a:lvl2pPr>
            <a:lvl3pPr>
              <a:defRPr sz="1725" b="0">
                <a:solidFill>
                  <a:srgbClr val="E4EFEC"/>
                </a:solidFill>
                <a:latin typeface="Noto Sans KR"/>
                <a:ea typeface="Noto Sans KR"/>
                <a:cs typeface="Noto Sans KR"/>
              </a:defRPr>
            </a:lvl3pPr>
            <a:lvl4pPr>
              <a:defRPr sz="1725" b="0">
                <a:solidFill>
                  <a:srgbClr val="E4EFEC"/>
                </a:solidFill>
                <a:latin typeface="Noto Sans KR"/>
                <a:ea typeface="Noto Sans KR"/>
                <a:cs typeface="Noto Sans KR"/>
              </a:defRPr>
            </a:lvl4pPr>
            <a:lvl5pPr>
              <a:defRPr sz="1725" b="0">
                <a:solidFill>
                  <a:srgbClr val="E4EFEC"/>
                </a:solidFill>
                <a:latin typeface="Noto Sans KR"/>
                <a:ea typeface="Noto Sans KR"/>
                <a:cs typeface="Noto Sans KR"/>
              </a:defRPr>
            </a:lvl5pPr>
            <a:lvl6pPr>
              <a:defRPr sz="1725" b="0">
                <a:solidFill>
                  <a:srgbClr val="E4EFEC"/>
                </a:solidFill>
                <a:latin typeface="Noto Sans KR"/>
                <a:ea typeface="Noto Sans KR"/>
                <a:cs typeface="Noto Sans KR"/>
              </a:defRPr>
            </a:lvl6pPr>
            <a:lvl7pPr>
              <a:defRPr sz="1725" b="0">
                <a:solidFill>
                  <a:srgbClr val="E4EFEC"/>
                </a:solidFill>
                <a:latin typeface="Noto Sans KR"/>
                <a:ea typeface="Noto Sans KR"/>
                <a:cs typeface="Noto Sans KR"/>
              </a:defRPr>
            </a:lvl7pPr>
            <a:lvl8pPr>
              <a:defRPr sz="1725" b="0">
                <a:solidFill>
                  <a:srgbClr val="E4EFEC"/>
                </a:solidFill>
                <a:latin typeface="Noto Sans KR"/>
                <a:ea typeface="Noto Sans KR"/>
                <a:cs typeface="Noto Sans KR"/>
              </a:defRPr>
            </a:lvl8pPr>
            <a:lvl9pPr>
              <a:defRPr sz="1725" b="0">
                <a:solidFill>
                  <a:srgbClr val="E4EFEC"/>
                </a:solidFill>
                <a:latin typeface="Noto Sans KR"/>
                <a:ea typeface="Noto Sans KR"/>
                <a:cs typeface="Noto Sans KR"/>
              </a:defRPr>
            </a:lvl9pPr>
          </a:lstStyle>
          <a:p xmlns:a="http://schemas.openxmlformats.org/drawingml/2006/main">
            <a:pPr>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SELECT ?system WHERE {</a:t>
            </a:r>
          </a:p>
          <a:p xmlns:a="http://schemas.openxmlformats.org/drawingml/2006/main">
            <a:pPr>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  ?system ex:dependsOn ex:날씨API</a:t>
            </a:r>
          </a:p>
          <a:p xmlns:a="http://schemas.openxmlformats.org/drawingml/2006/main">
            <a:pPr>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a:t>
            </a:r>
          </a:p>
          <a:p xmlns:a="http://schemas.openxmlformats.org/drawingml/2006/main">
            <a:r>
              <a:t/>
            </a:r>
          </a:p>
          <a:p xmlns:a="http://schemas.openxmlformats.org/drawingml/2006/main">
            <a:pPr>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뜻: 날씨API에 의존하는 시스템은?</a:t>
            </a:r>
          </a:p>
        </p:txBody>
      </p:sp>
      <p:sp>
        <p:nvSpPr>
          <p:cNvPr id="5" name="code-label-1">
            <a:extLst xmlns:a="http://schemas.openxmlformats.org/drawingml/2006/main">
              <a:ext uri="{FF2B5EF4-FFF2-40B4-BE49-F238E27FC236}">
                <a16:creationId xmlns:a16="http://schemas.microsoft.com/office/drawing/2014/main" id="{0758C6B6-D9E3-48AE-88B8-EE0A3C03491E}"/>
              </a:ext>
            </a:extLst>
          </p:cNvPr>
          <p:cNvSpPr>
            <a:spLocks xmlns:a="http://schemas.openxmlformats.org/drawingml/2006/main" noGrp="1"/>
          </p:cNvSpPr>
          <p:nvPr/>
        </p:nvSpPr>
        <p:spPr>
          <a:xfrm xmlns:a="http://schemas.openxmlformats.org/drawingml/2006/main">
            <a:off x="6210300" y="1866900"/>
            <a:ext cx="52578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875" b="1">
                <a:solidFill>
                  <a:srgbClr val="A4DDCA"/>
                </a:solidFill>
                <a:latin typeface="Noto Sans KR"/>
                <a:ea typeface="Noto Sans KR"/>
                <a:cs typeface="Noto Sans KR"/>
              </a:defRPr>
            </a:defPPr>
            <a:lvl1pPr>
              <a:defRPr sz="1875" b="1">
                <a:solidFill>
                  <a:srgbClr val="A4DDCA"/>
                </a:solidFill>
                <a:latin typeface="Noto Sans KR"/>
                <a:ea typeface="Noto Sans KR"/>
                <a:cs typeface="Noto Sans KR"/>
              </a:defRPr>
            </a:lvl1pPr>
            <a:lvl2pPr>
              <a:defRPr sz="1875" b="1">
                <a:solidFill>
                  <a:srgbClr val="A4DDCA"/>
                </a:solidFill>
                <a:latin typeface="Noto Sans KR"/>
                <a:ea typeface="Noto Sans KR"/>
                <a:cs typeface="Noto Sans KR"/>
              </a:defRPr>
            </a:lvl2pPr>
            <a:lvl3pPr>
              <a:defRPr sz="1875" b="1">
                <a:solidFill>
                  <a:srgbClr val="A4DDCA"/>
                </a:solidFill>
                <a:latin typeface="Noto Sans KR"/>
                <a:ea typeface="Noto Sans KR"/>
                <a:cs typeface="Noto Sans KR"/>
              </a:defRPr>
            </a:lvl3pPr>
            <a:lvl4pPr>
              <a:defRPr sz="1875" b="1">
                <a:solidFill>
                  <a:srgbClr val="A4DDCA"/>
                </a:solidFill>
                <a:latin typeface="Noto Sans KR"/>
                <a:ea typeface="Noto Sans KR"/>
                <a:cs typeface="Noto Sans KR"/>
              </a:defRPr>
            </a:lvl4pPr>
            <a:lvl5pPr>
              <a:defRPr sz="1875" b="1">
                <a:solidFill>
                  <a:srgbClr val="A4DDCA"/>
                </a:solidFill>
                <a:latin typeface="Noto Sans KR"/>
                <a:ea typeface="Noto Sans KR"/>
                <a:cs typeface="Noto Sans KR"/>
              </a:defRPr>
            </a:lvl5pPr>
            <a:lvl6pPr>
              <a:defRPr sz="1875" b="1">
                <a:solidFill>
                  <a:srgbClr val="A4DDCA"/>
                </a:solidFill>
                <a:latin typeface="Noto Sans KR"/>
                <a:ea typeface="Noto Sans KR"/>
                <a:cs typeface="Noto Sans KR"/>
              </a:defRPr>
            </a:lvl6pPr>
            <a:lvl7pPr>
              <a:defRPr sz="1875" b="1">
                <a:solidFill>
                  <a:srgbClr val="A4DDCA"/>
                </a:solidFill>
                <a:latin typeface="Noto Sans KR"/>
                <a:ea typeface="Noto Sans KR"/>
                <a:cs typeface="Noto Sans KR"/>
              </a:defRPr>
            </a:lvl7pPr>
            <a:lvl8pPr>
              <a:defRPr sz="1875" b="1">
                <a:solidFill>
                  <a:srgbClr val="A4DDCA"/>
                </a:solidFill>
                <a:latin typeface="Noto Sans KR"/>
                <a:ea typeface="Noto Sans KR"/>
                <a:cs typeface="Noto Sans KR"/>
              </a:defRPr>
            </a:lvl8pPr>
            <a:lvl9pPr>
              <a:defRPr sz="1875" b="1">
                <a:solidFill>
                  <a:srgbClr val="A4DDCA"/>
                </a:solidFill>
                <a:latin typeface="Noto Sans KR"/>
                <a:ea typeface="Noto Sans KR"/>
                <a:cs typeface="Noto Sans KR"/>
              </a:defRPr>
            </a:lvl9pPr>
          </a:lstStyle>
          <a:p xmlns:a="http://schemas.openxmlformats.org/drawingml/2006/main">
            <a:pPr>
              <a:defRPr sz="1875" b="1">
                <a:solidFill>
                  <a:srgbClr val="A4DDCA"/>
                </a:solidFill>
                <a:latin typeface="Noto Sans KR"/>
                <a:ea typeface="Noto Sans KR"/>
                <a:cs typeface="Noto Sans KR"/>
              </a:defRPr>
            </a:pPr>
            <a:r>
              <a:rPr sz="1875" b="1">
                <a:solidFill>
                  <a:srgbClr val="A4DDCA"/>
                </a:solidFill>
                <a:latin typeface="Noto Sans KR"/>
                <a:ea typeface="Noto Sans KR"/>
                <a:cs typeface="Noto Sans KR"/>
              </a:rPr>
              <a:t>원문을 찾는 방법</a:t>
            </a:r>
          </a:p>
        </p:txBody>
      </p:sp>
      <p:sp>
        <p:nvSpPr>
          <p:cNvPr id="6" name="code-1">
            <a:extLst xmlns:a="http://schemas.openxmlformats.org/drawingml/2006/main">
              <a:ext uri="{FF2B5EF4-FFF2-40B4-BE49-F238E27FC236}">
                <a16:creationId xmlns:a16="http://schemas.microsoft.com/office/drawing/2014/main" id="{FFEA1A0A-F310-471D-A13C-3CF4B294E04E}"/>
              </a:ext>
            </a:extLst>
          </p:cNvPr>
          <p:cNvSpPr>
            <a:spLocks xmlns:a="http://schemas.openxmlformats.org/drawingml/2006/main" noGrp="1"/>
          </p:cNvSpPr>
          <p:nvPr/>
        </p:nvSpPr>
        <p:spPr>
          <a:xfrm xmlns:a="http://schemas.openxmlformats.org/drawingml/2006/main">
            <a:off x="6210300" y="2476500"/>
            <a:ext cx="5257800" cy="3286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725" b="0">
                <a:solidFill>
                  <a:srgbClr val="E4EFEC"/>
                </a:solidFill>
                <a:latin typeface="Noto Sans KR"/>
                <a:ea typeface="Noto Sans KR"/>
                <a:cs typeface="Noto Sans KR"/>
              </a:defRPr>
            </a:defPPr>
            <a:lvl1pPr>
              <a:defRPr sz="1725" b="0">
                <a:solidFill>
                  <a:srgbClr val="E4EFEC"/>
                </a:solidFill>
                <a:latin typeface="Noto Sans KR"/>
                <a:ea typeface="Noto Sans KR"/>
                <a:cs typeface="Noto Sans KR"/>
              </a:defRPr>
            </a:lvl1pPr>
            <a:lvl2pPr>
              <a:defRPr sz="1725" b="0">
                <a:solidFill>
                  <a:srgbClr val="E4EFEC"/>
                </a:solidFill>
                <a:latin typeface="Noto Sans KR"/>
                <a:ea typeface="Noto Sans KR"/>
                <a:cs typeface="Noto Sans KR"/>
              </a:defRPr>
            </a:lvl2pPr>
            <a:lvl3pPr>
              <a:defRPr sz="1725" b="0">
                <a:solidFill>
                  <a:srgbClr val="E4EFEC"/>
                </a:solidFill>
                <a:latin typeface="Noto Sans KR"/>
                <a:ea typeface="Noto Sans KR"/>
                <a:cs typeface="Noto Sans KR"/>
              </a:defRPr>
            </a:lvl3pPr>
            <a:lvl4pPr>
              <a:defRPr sz="1725" b="0">
                <a:solidFill>
                  <a:srgbClr val="E4EFEC"/>
                </a:solidFill>
                <a:latin typeface="Noto Sans KR"/>
                <a:ea typeface="Noto Sans KR"/>
                <a:cs typeface="Noto Sans KR"/>
              </a:defRPr>
            </a:lvl4pPr>
            <a:lvl5pPr>
              <a:defRPr sz="1725" b="0">
                <a:solidFill>
                  <a:srgbClr val="E4EFEC"/>
                </a:solidFill>
                <a:latin typeface="Noto Sans KR"/>
                <a:ea typeface="Noto Sans KR"/>
                <a:cs typeface="Noto Sans KR"/>
              </a:defRPr>
            </a:lvl5pPr>
            <a:lvl6pPr>
              <a:defRPr sz="1725" b="0">
                <a:solidFill>
                  <a:srgbClr val="E4EFEC"/>
                </a:solidFill>
                <a:latin typeface="Noto Sans KR"/>
                <a:ea typeface="Noto Sans KR"/>
                <a:cs typeface="Noto Sans KR"/>
              </a:defRPr>
            </a:lvl6pPr>
            <a:lvl7pPr>
              <a:defRPr sz="1725" b="0">
                <a:solidFill>
                  <a:srgbClr val="E4EFEC"/>
                </a:solidFill>
                <a:latin typeface="Noto Sans KR"/>
                <a:ea typeface="Noto Sans KR"/>
                <a:cs typeface="Noto Sans KR"/>
              </a:defRPr>
            </a:lvl7pPr>
            <a:lvl8pPr>
              <a:defRPr sz="1725" b="0">
                <a:solidFill>
                  <a:srgbClr val="E4EFEC"/>
                </a:solidFill>
                <a:latin typeface="Noto Sans KR"/>
                <a:ea typeface="Noto Sans KR"/>
                <a:cs typeface="Noto Sans KR"/>
              </a:defRPr>
            </a:lvl8pPr>
            <a:lvl9pPr>
              <a:defRPr sz="1725" b="0">
                <a:solidFill>
                  <a:srgbClr val="E4EFEC"/>
                </a:solidFill>
                <a:latin typeface="Noto Sans KR"/>
                <a:ea typeface="Noto Sans KR"/>
                <a:cs typeface="Noto Sans KR"/>
              </a:defRPr>
            </a:lvl9pPr>
          </a:lstStyle>
          <a:p xmlns:a="http://schemas.openxmlformats.org/drawingml/2006/main">
            <a:pPr>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운영문서가 배차시스템을 설명한다고 연결합니다.</a:t>
            </a:r>
          </a:p>
          <a:p xmlns:a="http://schemas.openxmlformats.org/drawingml/2006/main">
            <a:r>
              <a:t/>
            </a:r>
          </a:p>
          <a:p xmlns:a="http://schemas.openxmlformats.org/drawingml/2006/main">
            <a:pPr>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조회된 시스템에 연결된 문서를 찾고,</a:t>
            </a:r>
          </a:p>
          <a:p xmlns:a="http://schemas.openxmlformats.org/drawingml/2006/main">
            <a:pPr>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그 문서의 설명을 근거로 보여 줍니다.</a:t>
            </a:r>
          </a:p>
        </p:txBody>
      </p:sp>
      <p:sp>
        <p:nvSpPr>
          <p:cNvPr id="7" name="page">
            <a:extLst xmlns:a="http://schemas.openxmlformats.org/drawingml/2006/main">
              <a:ext uri="{FF2B5EF4-FFF2-40B4-BE49-F238E27FC236}">
                <a16:creationId xmlns:a16="http://schemas.microsoft.com/office/drawing/2014/main" id="{127D2170-2C07-47DE-BDC5-E1DD25BB9279}"/>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defRPr sz="1125" b="0">
                <a:solidFill>
                  <a:srgbClr val="8EABB7"/>
                </a:solidFill>
                <a:latin typeface="Noto Sans KR"/>
                <a:ea typeface="Noto Sans KR"/>
                <a:cs typeface="Noto Sans KR"/>
              </a:defRPr>
            </a:lvl1pPr>
            <a:lvl2pPr>
              <a:defRPr sz="1125" b="0">
                <a:solidFill>
                  <a:srgbClr val="8EABB7"/>
                </a:solidFill>
                <a:latin typeface="Noto Sans KR"/>
                <a:ea typeface="Noto Sans KR"/>
                <a:cs typeface="Noto Sans KR"/>
              </a:defRPr>
            </a:lvl2pPr>
            <a:lvl3pPr>
              <a:defRPr sz="1125" b="0">
                <a:solidFill>
                  <a:srgbClr val="8EABB7"/>
                </a:solidFill>
                <a:latin typeface="Noto Sans KR"/>
                <a:ea typeface="Noto Sans KR"/>
                <a:cs typeface="Noto Sans KR"/>
              </a:defRPr>
            </a:lvl3pPr>
            <a:lvl4pPr>
              <a:defRPr sz="1125" b="0">
                <a:solidFill>
                  <a:srgbClr val="8EABB7"/>
                </a:solidFill>
                <a:latin typeface="Noto Sans KR"/>
                <a:ea typeface="Noto Sans KR"/>
                <a:cs typeface="Noto Sans KR"/>
              </a:defRPr>
            </a:lvl4pPr>
            <a:lvl5pPr>
              <a:defRPr sz="1125" b="0">
                <a:solidFill>
                  <a:srgbClr val="8EABB7"/>
                </a:solidFill>
                <a:latin typeface="Noto Sans KR"/>
                <a:ea typeface="Noto Sans KR"/>
                <a:cs typeface="Noto Sans KR"/>
              </a:defRPr>
            </a:lvl5pPr>
            <a:lvl6pPr>
              <a:defRPr sz="1125" b="0">
                <a:solidFill>
                  <a:srgbClr val="8EABB7"/>
                </a:solidFill>
                <a:latin typeface="Noto Sans KR"/>
                <a:ea typeface="Noto Sans KR"/>
                <a:cs typeface="Noto Sans KR"/>
              </a:defRPr>
            </a:lvl6pPr>
            <a:lvl7pPr>
              <a:defRPr sz="1125" b="0">
                <a:solidFill>
                  <a:srgbClr val="8EABB7"/>
                </a:solidFill>
                <a:latin typeface="Noto Sans KR"/>
                <a:ea typeface="Noto Sans KR"/>
                <a:cs typeface="Noto Sans KR"/>
              </a:defRPr>
            </a:lvl7pPr>
            <a:lvl8pPr>
              <a:defRPr sz="1125" b="0">
                <a:solidFill>
                  <a:srgbClr val="8EABB7"/>
                </a:solidFill>
                <a:latin typeface="Noto Sans KR"/>
                <a:ea typeface="Noto Sans KR"/>
                <a:cs typeface="Noto Sans KR"/>
              </a:defRPr>
            </a:lvl8pPr>
            <a:lvl9pPr>
              <a:defRPr sz="1125" b="0">
                <a:solidFill>
                  <a:srgbClr val="8EABB7"/>
                </a:solidFill>
                <a:latin typeface="Noto Sans KR"/>
                <a:ea typeface="Noto Sans KR"/>
                <a:cs typeface="Noto Sans KR"/>
              </a:defRPr>
            </a:lvl9pPr>
          </a:lstStyle>
          <a:p xmlns:a="http://schemas.openxmlformats.org/drawingml/2006/main">
            <a:pPr>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13</a:t>
            </a:r>
          </a:p>
        </p:txBody>
      </p:sp>
    </p:spTree>
    <p:extLst>
      <p:ext uri="{BB962C8B-B14F-4D97-AF65-F5344CB8AC3E}">
        <p14:creationId xmlns:p14="http://schemas.microsoft.com/office/powerpoint/2010/main" val="237399388"/>
      </p:ext>
    </p:extLst>
  </p:cSld>
</p:sld>
</file>

<file path=ppt/slides/slide14.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5" name="section">
            <a:extLst xmlns:a="http://schemas.openxmlformats.org/drawingml/2006/main">
              <a:ext uri="{FF2B5EF4-FFF2-40B4-BE49-F238E27FC236}">
                <a16:creationId xmlns:a16="http://schemas.microsoft.com/office/drawing/2014/main" id="{84170C1C-3612-49BC-BC0B-D6EA092C3F4D}"/>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defRPr sz="1125" b="1">
                <a:solidFill>
                  <a:srgbClr val="A4DDCA"/>
                </a:solidFill>
                <a:latin typeface="Noto Sans KR"/>
                <a:ea typeface="Noto Sans KR"/>
                <a:cs typeface="Noto Sans KR"/>
              </a:defRPr>
            </a:lvl1pPr>
            <a:lvl2pPr>
              <a:defRPr sz="1125" b="1">
                <a:solidFill>
                  <a:srgbClr val="A4DDCA"/>
                </a:solidFill>
                <a:latin typeface="Noto Sans KR"/>
                <a:ea typeface="Noto Sans KR"/>
                <a:cs typeface="Noto Sans KR"/>
              </a:defRPr>
            </a:lvl2pPr>
            <a:lvl3pPr>
              <a:defRPr sz="1125" b="1">
                <a:solidFill>
                  <a:srgbClr val="A4DDCA"/>
                </a:solidFill>
                <a:latin typeface="Noto Sans KR"/>
                <a:ea typeface="Noto Sans KR"/>
                <a:cs typeface="Noto Sans KR"/>
              </a:defRPr>
            </a:lvl3pPr>
            <a:lvl4pPr>
              <a:defRPr sz="1125" b="1">
                <a:solidFill>
                  <a:srgbClr val="A4DDCA"/>
                </a:solidFill>
                <a:latin typeface="Noto Sans KR"/>
                <a:ea typeface="Noto Sans KR"/>
                <a:cs typeface="Noto Sans KR"/>
              </a:defRPr>
            </a:lvl4pPr>
            <a:lvl5pPr>
              <a:defRPr sz="1125" b="1">
                <a:solidFill>
                  <a:srgbClr val="A4DDCA"/>
                </a:solidFill>
                <a:latin typeface="Noto Sans KR"/>
                <a:ea typeface="Noto Sans KR"/>
                <a:cs typeface="Noto Sans KR"/>
              </a:defRPr>
            </a:lvl5pPr>
            <a:lvl6pPr>
              <a:defRPr sz="1125" b="1">
                <a:solidFill>
                  <a:srgbClr val="A4DDCA"/>
                </a:solidFill>
                <a:latin typeface="Noto Sans KR"/>
                <a:ea typeface="Noto Sans KR"/>
                <a:cs typeface="Noto Sans KR"/>
              </a:defRPr>
            </a:lvl6pPr>
            <a:lvl7pPr>
              <a:defRPr sz="1125" b="1">
                <a:solidFill>
                  <a:srgbClr val="A4DDCA"/>
                </a:solidFill>
                <a:latin typeface="Noto Sans KR"/>
                <a:ea typeface="Noto Sans KR"/>
                <a:cs typeface="Noto Sans KR"/>
              </a:defRPr>
            </a:lvl7pPr>
            <a:lvl8pPr>
              <a:defRPr sz="1125" b="1">
                <a:solidFill>
                  <a:srgbClr val="A4DDCA"/>
                </a:solidFill>
                <a:latin typeface="Noto Sans KR"/>
                <a:ea typeface="Noto Sans KR"/>
                <a:cs typeface="Noto Sans KR"/>
              </a:defRPr>
            </a:lvl8pPr>
            <a:lvl9pPr>
              <a:defRPr sz="1125" b="1">
                <a:solidFill>
                  <a:srgbClr val="A4DDCA"/>
                </a:solidFill>
                <a:latin typeface="Noto Sans KR"/>
                <a:ea typeface="Noto Sans KR"/>
                <a:cs typeface="Noto Sans KR"/>
              </a:defRPr>
            </a:lvl9pPr>
          </a:lstStyle>
          <a:p xmlns:a="http://schemas.openxmlformats.org/drawingml/2006/main">
            <a:pPr>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21E432C9-04E9-43A9-9944-9D061913FCF7}"/>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defRPr sz="3000" b="1">
                <a:solidFill>
                  <a:srgbClr val="E4EFEC"/>
                </a:solidFill>
                <a:latin typeface="Noto Sans KR"/>
                <a:ea typeface="Noto Sans KR"/>
                <a:cs typeface="Noto Sans KR"/>
              </a:defRPr>
            </a:lvl1pPr>
            <a:lvl2pPr>
              <a:defRPr sz="3000" b="1">
                <a:solidFill>
                  <a:srgbClr val="E4EFEC"/>
                </a:solidFill>
                <a:latin typeface="Noto Sans KR"/>
                <a:ea typeface="Noto Sans KR"/>
                <a:cs typeface="Noto Sans KR"/>
              </a:defRPr>
            </a:lvl2pPr>
            <a:lvl3pPr>
              <a:defRPr sz="3000" b="1">
                <a:solidFill>
                  <a:srgbClr val="E4EFEC"/>
                </a:solidFill>
                <a:latin typeface="Noto Sans KR"/>
                <a:ea typeface="Noto Sans KR"/>
                <a:cs typeface="Noto Sans KR"/>
              </a:defRPr>
            </a:lvl3pPr>
            <a:lvl4pPr>
              <a:defRPr sz="3000" b="1">
                <a:solidFill>
                  <a:srgbClr val="E4EFEC"/>
                </a:solidFill>
                <a:latin typeface="Noto Sans KR"/>
                <a:ea typeface="Noto Sans KR"/>
                <a:cs typeface="Noto Sans KR"/>
              </a:defRPr>
            </a:lvl4pPr>
            <a:lvl5pPr>
              <a:defRPr sz="3000" b="1">
                <a:solidFill>
                  <a:srgbClr val="E4EFEC"/>
                </a:solidFill>
                <a:latin typeface="Noto Sans KR"/>
                <a:ea typeface="Noto Sans KR"/>
                <a:cs typeface="Noto Sans KR"/>
              </a:defRPr>
            </a:lvl5pPr>
            <a:lvl6pPr>
              <a:defRPr sz="3000" b="1">
                <a:solidFill>
                  <a:srgbClr val="E4EFEC"/>
                </a:solidFill>
                <a:latin typeface="Noto Sans KR"/>
                <a:ea typeface="Noto Sans KR"/>
                <a:cs typeface="Noto Sans KR"/>
              </a:defRPr>
            </a:lvl6pPr>
            <a:lvl7pPr>
              <a:defRPr sz="3000" b="1">
                <a:solidFill>
                  <a:srgbClr val="E4EFEC"/>
                </a:solidFill>
                <a:latin typeface="Noto Sans KR"/>
                <a:ea typeface="Noto Sans KR"/>
                <a:cs typeface="Noto Sans KR"/>
              </a:defRPr>
            </a:lvl7pPr>
            <a:lvl8pPr>
              <a:defRPr sz="3000" b="1">
                <a:solidFill>
                  <a:srgbClr val="E4EFEC"/>
                </a:solidFill>
                <a:latin typeface="Noto Sans KR"/>
                <a:ea typeface="Noto Sans KR"/>
                <a:cs typeface="Noto Sans KR"/>
              </a:defRPr>
            </a:lvl8pPr>
            <a:lvl9pPr>
              <a:defRPr sz="3000" b="1">
                <a:solidFill>
                  <a:srgbClr val="E4EFEC"/>
                </a:solidFill>
                <a:latin typeface="Noto Sans KR"/>
                <a:ea typeface="Noto Sans KR"/>
                <a:cs typeface="Noto Sans KR"/>
              </a:defRPr>
            </a:lvl9pPr>
          </a:lstStyle>
          <a:p xmlns:a="http://schemas.openxmlformats.org/drawingml/2006/main">
            <a:pPr>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실습은 이렇게 바꿔 보시면 됩니다</a:t>
            </a:r>
          </a:p>
        </p:txBody>
      </p:sp>
      <p:graphicFrame>
        <p:nvGraphicFramePr>
          <p:cNvPr id="3" name="">
            <a:extLst xmlns:a="http://schemas.openxmlformats.org/drawingml/2006/main">
              <a:ext uri="{FF2B5EF4-FFF2-40B4-BE49-F238E27FC236}">
                <a16:creationId xmlns:a16="http://schemas.microsoft.com/office/drawing/2014/main" id="{FC4D81EF-C2FD-4F68-847F-A11A4F5D663B}"/>
              </a:ext>
            </a:extLst>
          </p:cNvPr>
          <p:cNvGraphicFramePr/>
          <p:nvPr/>
        </p:nvGraphicFramePr>
        <p:xfrm>
          <a:off xmlns:a="http://schemas.openxmlformats.org/drawingml/2006/main" x="609600" y="1866900"/>
          <a:ext xmlns:a="http://schemas.openxmlformats.org/drawingml/2006/main" cx="10972800" cy="4095750"/>
        </p:xfrm>
        <a:graphic xmlns:a="http://schemas.openxmlformats.org/drawingml/2006/main">
          <a:graphicData uri="http://schemas.openxmlformats.org/drawingml/2006/table">
            <a:tbl>
              <a:tblPr/>
              <a:tblGrid>
                <a:gridCol w="2286000"/>
                <a:gridCol w="3857625"/>
                <a:gridCol w="4829175"/>
              </a:tblGrid>
              <a:tr h="585107">
                <a:tc>
                  <a:txBody>
                    <a:bodyPr/>
                    <a:lstStyle/>
                    <a:p>
                      <a:r>
                        <a:rPr sz="1800" b="1">
                          <a:solidFill>
                            <a:srgbClr val="A4DDCA"/>
                          </a:solidFill>
                          <a:latin typeface="Noto Sans KR"/>
                          <a:ea typeface="Noto Sans KR"/>
                          <a:cs typeface="Noto Sans KR"/>
                        </a:rPr>
                        <a:t>실습</a:t>
                      </a:r>
                    </a:p>
                  </a:txBody>
                  <a:tcPr marL="114300" marR="114300" marT="95250" marB="95250" anchor="ctr">
                    <a:lnL w="9525">
                      <a:solidFill>
                        <a:srgbClr val="284B5A"/>
                      </a:solidFill>
                      <a:prstDash val="solid"/>
                    </a:lnL>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c>
                  <a:txBody>
                    <a:bodyPr/>
                    <a:lstStyle/>
                    <a:p>
                      <a:r>
                        <a:rPr sz="1800" b="1">
                          <a:solidFill>
                            <a:srgbClr val="A4DDCA"/>
                          </a:solidFill>
                          <a:latin typeface="Noto Sans KR"/>
                          <a:ea typeface="Noto Sans KR"/>
                          <a:cs typeface="Noto Sans KR"/>
                        </a:rPr>
                        <a:t>바꿀 내용</a:t>
                      </a:r>
                    </a:p>
                  </a:txBody>
                  <a:tcPr marL="114300" marR="114300" marT="95250" marB="95250" anchor="ctr">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c>
                  <a:txBody>
                    <a:bodyPr/>
                    <a:lstStyle/>
                    <a:p>
                      <a:r>
                        <a:rPr sz="1800" b="1">
                          <a:solidFill>
                            <a:srgbClr val="A4DDCA"/>
                          </a:solidFill>
                          <a:latin typeface="Noto Sans KR"/>
                          <a:ea typeface="Noto Sans KR"/>
                          <a:cs typeface="Noto Sans KR"/>
                        </a:rPr>
                        <a:t>예상 결과</a:t>
                      </a:r>
                    </a:p>
                  </a:txBody>
                  <a:tcPr marL="114300" marR="114300" marT="95250" marB="95250" anchor="ctr">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r>
              <a:tr h="585107">
                <a:tc>
                  <a:txBody>
                    <a:bodyPr/>
                    <a:lstStyle/>
                    <a:p>
                      <a:r>
                        <a:rPr sz="1725" b="0">
                          <a:solidFill>
                            <a:srgbClr val="E4EFEC"/>
                          </a:solidFill>
                          <a:latin typeface="Noto Sans KR"/>
                          <a:ea typeface="Noto Sans KR"/>
                          <a:cs typeface="Noto Sans KR"/>
                        </a:rPr>
                        <a:t>1. 종류</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추론을 끄고 다시 켜기</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소프트웨어 목록 2개 / 3개</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585107">
                <a:tc>
                  <a:txBody>
                    <a:bodyPr/>
                    <a:lstStyle/>
                    <a:p>
                      <a:r>
                        <a:rPr sz="1725" b="0">
                          <a:solidFill>
                            <a:srgbClr val="E4EFEC"/>
                          </a:solidFill>
                          <a:latin typeface="Noto Sans KR"/>
                          <a:ea typeface="Noto Sans KR"/>
                          <a:cs typeface="Noto Sans KR"/>
                        </a:rPr>
                        <a:t>2. 의존 경로</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날씨API 의존 질문 선택</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직접 연결 1개 / 간접 포함 2개</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585107">
                <a:tc>
                  <a:txBody>
                    <a:bodyPr/>
                    <a:lstStyle/>
                    <a:p>
                      <a:r>
                        <a:rPr sz="1725" b="0">
                          <a:solidFill>
                            <a:srgbClr val="E4EFEC"/>
                          </a:solidFill>
                          <a:latin typeface="Noto Sans KR"/>
                          <a:ea typeface="Noto Sans KR"/>
                          <a:cs typeface="Noto Sans KR"/>
                        </a:rPr>
                        <a:t>3. 반대 방향</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시스템 사용자 질문 선택</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0개 / 물류사 1개</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585107">
                <a:tc>
                  <a:txBody>
                    <a:bodyPr/>
                    <a:lstStyle/>
                    <a:p>
                      <a:r>
                        <a:rPr sz="1725" b="0">
                          <a:solidFill>
                            <a:srgbClr val="E4EFEC"/>
                          </a:solidFill>
                          <a:latin typeface="Noto Sans KR"/>
                          <a:ea typeface="Noto Sans KR"/>
                          <a:cs typeface="Noto Sans KR"/>
                        </a:rPr>
                        <a:t>4. 필수 입력</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uses 관계만 지우기</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누락 오류</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585107">
                <a:tc>
                  <a:txBody>
                    <a:bodyPr/>
                    <a:lstStyle/>
                    <a:p>
                      <a:r>
                        <a:rPr sz="1725" b="0">
                          <a:solidFill>
                            <a:srgbClr val="E4EFEC"/>
                          </a:solidFill>
                          <a:latin typeface="Noto Sans KR"/>
                          <a:ea typeface="Noto Sans KR"/>
                          <a:cs typeface="Noto Sans KR"/>
                        </a:rPr>
                        <a:t>5. 이름과 개체</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개체 대신 문자열 넣기</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값 종류 오류</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585107">
                <a:tc>
                  <a:txBody>
                    <a:bodyPr/>
                    <a:lstStyle/>
                    <a:p>
                      <a:r>
                        <a:rPr sz="1725" b="0">
                          <a:solidFill>
                            <a:srgbClr val="E4EFEC"/>
                          </a:solidFill>
                          <a:latin typeface="Noto Sans KR"/>
                          <a:ea typeface="Noto Sans KR"/>
                          <a:cs typeface="Noto Sans KR"/>
                        </a:rPr>
                        <a:t>6. 타입 선언</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domain/range 예제 실행</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대상의 종류가 새로 붙음</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bl>
          </a:graphicData>
        </a:graphic>
      </p:graphicFrame>
      <p:sp>
        <p:nvSpPr>
          <p:cNvPr id="4" name="page">
            <a:extLst xmlns:a="http://schemas.openxmlformats.org/drawingml/2006/main">
              <a:ext uri="{FF2B5EF4-FFF2-40B4-BE49-F238E27FC236}">
                <a16:creationId xmlns:a16="http://schemas.microsoft.com/office/drawing/2014/main" id="{0429EF85-AC46-4307-95D3-9F67860E66A7}"/>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defRPr sz="1125" b="0">
                <a:solidFill>
                  <a:srgbClr val="8EABB7"/>
                </a:solidFill>
                <a:latin typeface="Noto Sans KR"/>
                <a:ea typeface="Noto Sans KR"/>
                <a:cs typeface="Noto Sans KR"/>
              </a:defRPr>
            </a:lvl1pPr>
            <a:lvl2pPr>
              <a:defRPr sz="1125" b="0">
                <a:solidFill>
                  <a:srgbClr val="8EABB7"/>
                </a:solidFill>
                <a:latin typeface="Noto Sans KR"/>
                <a:ea typeface="Noto Sans KR"/>
                <a:cs typeface="Noto Sans KR"/>
              </a:defRPr>
            </a:lvl2pPr>
            <a:lvl3pPr>
              <a:defRPr sz="1125" b="0">
                <a:solidFill>
                  <a:srgbClr val="8EABB7"/>
                </a:solidFill>
                <a:latin typeface="Noto Sans KR"/>
                <a:ea typeface="Noto Sans KR"/>
                <a:cs typeface="Noto Sans KR"/>
              </a:defRPr>
            </a:lvl3pPr>
            <a:lvl4pPr>
              <a:defRPr sz="1125" b="0">
                <a:solidFill>
                  <a:srgbClr val="8EABB7"/>
                </a:solidFill>
                <a:latin typeface="Noto Sans KR"/>
                <a:ea typeface="Noto Sans KR"/>
                <a:cs typeface="Noto Sans KR"/>
              </a:defRPr>
            </a:lvl4pPr>
            <a:lvl5pPr>
              <a:defRPr sz="1125" b="0">
                <a:solidFill>
                  <a:srgbClr val="8EABB7"/>
                </a:solidFill>
                <a:latin typeface="Noto Sans KR"/>
                <a:ea typeface="Noto Sans KR"/>
                <a:cs typeface="Noto Sans KR"/>
              </a:defRPr>
            </a:lvl5pPr>
            <a:lvl6pPr>
              <a:defRPr sz="1125" b="0">
                <a:solidFill>
                  <a:srgbClr val="8EABB7"/>
                </a:solidFill>
                <a:latin typeface="Noto Sans KR"/>
                <a:ea typeface="Noto Sans KR"/>
                <a:cs typeface="Noto Sans KR"/>
              </a:defRPr>
            </a:lvl6pPr>
            <a:lvl7pPr>
              <a:defRPr sz="1125" b="0">
                <a:solidFill>
                  <a:srgbClr val="8EABB7"/>
                </a:solidFill>
                <a:latin typeface="Noto Sans KR"/>
                <a:ea typeface="Noto Sans KR"/>
                <a:cs typeface="Noto Sans KR"/>
              </a:defRPr>
            </a:lvl7pPr>
            <a:lvl8pPr>
              <a:defRPr sz="1125" b="0">
                <a:solidFill>
                  <a:srgbClr val="8EABB7"/>
                </a:solidFill>
                <a:latin typeface="Noto Sans KR"/>
                <a:ea typeface="Noto Sans KR"/>
                <a:cs typeface="Noto Sans KR"/>
              </a:defRPr>
            </a:lvl8pPr>
            <a:lvl9pPr>
              <a:defRPr sz="1125" b="0">
                <a:solidFill>
                  <a:srgbClr val="8EABB7"/>
                </a:solidFill>
                <a:latin typeface="Noto Sans KR"/>
                <a:ea typeface="Noto Sans KR"/>
                <a:cs typeface="Noto Sans KR"/>
              </a:defRPr>
            </a:lvl9pPr>
          </a:lstStyle>
          <a:p xmlns:a="http://schemas.openxmlformats.org/drawingml/2006/main">
            <a:pPr>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14</a:t>
            </a:r>
          </a:p>
        </p:txBody>
      </p:sp>
    </p:spTree>
    <p:extLst>
      <p:ext uri="{BB962C8B-B14F-4D97-AF65-F5344CB8AC3E}">
        <p14:creationId xmlns:p14="http://schemas.microsoft.com/office/powerpoint/2010/main" val="1805687597"/>
      </p:ext>
    </p:extLst>
  </p:cSld>
</p:sld>
</file>

<file path=ppt/slides/slide15.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0" name="section">
            <a:extLst xmlns:a="http://schemas.openxmlformats.org/drawingml/2006/main">
              <a:ext uri="{FF2B5EF4-FFF2-40B4-BE49-F238E27FC236}">
                <a16:creationId xmlns:a16="http://schemas.microsoft.com/office/drawing/2014/main" id="{054327BF-5BAE-4C4A-B946-F51B6BE936FD}"/>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defRPr sz="1125" b="1">
                <a:solidFill>
                  <a:srgbClr val="A4DDCA"/>
                </a:solidFill>
                <a:latin typeface="Noto Sans KR"/>
                <a:ea typeface="Noto Sans KR"/>
                <a:cs typeface="Noto Sans KR"/>
              </a:defRPr>
            </a:lvl1pPr>
            <a:lvl2pPr>
              <a:defRPr sz="1125" b="1">
                <a:solidFill>
                  <a:srgbClr val="A4DDCA"/>
                </a:solidFill>
                <a:latin typeface="Noto Sans KR"/>
                <a:ea typeface="Noto Sans KR"/>
                <a:cs typeface="Noto Sans KR"/>
              </a:defRPr>
            </a:lvl2pPr>
            <a:lvl3pPr>
              <a:defRPr sz="1125" b="1">
                <a:solidFill>
                  <a:srgbClr val="A4DDCA"/>
                </a:solidFill>
                <a:latin typeface="Noto Sans KR"/>
                <a:ea typeface="Noto Sans KR"/>
                <a:cs typeface="Noto Sans KR"/>
              </a:defRPr>
            </a:lvl3pPr>
            <a:lvl4pPr>
              <a:defRPr sz="1125" b="1">
                <a:solidFill>
                  <a:srgbClr val="A4DDCA"/>
                </a:solidFill>
                <a:latin typeface="Noto Sans KR"/>
                <a:ea typeface="Noto Sans KR"/>
                <a:cs typeface="Noto Sans KR"/>
              </a:defRPr>
            </a:lvl4pPr>
            <a:lvl5pPr>
              <a:defRPr sz="1125" b="1">
                <a:solidFill>
                  <a:srgbClr val="A4DDCA"/>
                </a:solidFill>
                <a:latin typeface="Noto Sans KR"/>
                <a:ea typeface="Noto Sans KR"/>
                <a:cs typeface="Noto Sans KR"/>
              </a:defRPr>
            </a:lvl5pPr>
            <a:lvl6pPr>
              <a:defRPr sz="1125" b="1">
                <a:solidFill>
                  <a:srgbClr val="A4DDCA"/>
                </a:solidFill>
                <a:latin typeface="Noto Sans KR"/>
                <a:ea typeface="Noto Sans KR"/>
                <a:cs typeface="Noto Sans KR"/>
              </a:defRPr>
            </a:lvl6pPr>
            <a:lvl7pPr>
              <a:defRPr sz="1125" b="1">
                <a:solidFill>
                  <a:srgbClr val="A4DDCA"/>
                </a:solidFill>
                <a:latin typeface="Noto Sans KR"/>
                <a:ea typeface="Noto Sans KR"/>
                <a:cs typeface="Noto Sans KR"/>
              </a:defRPr>
            </a:lvl7pPr>
            <a:lvl8pPr>
              <a:defRPr sz="1125" b="1">
                <a:solidFill>
                  <a:srgbClr val="A4DDCA"/>
                </a:solidFill>
                <a:latin typeface="Noto Sans KR"/>
                <a:ea typeface="Noto Sans KR"/>
                <a:cs typeface="Noto Sans KR"/>
              </a:defRPr>
            </a:lvl8pPr>
            <a:lvl9pPr>
              <a:defRPr sz="1125" b="1">
                <a:solidFill>
                  <a:srgbClr val="A4DDCA"/>
                </a:solidFill>
                <a:latin typeface="Noto Sans KR"/>
                <a:ea typeface="Noto Sans KR"/>
                <a:cs typeface="Noto Sans KR"/>
              </a:defRPr>
            </a:lvl9pPr>
          </a:lstStyle>
          <a:p xmlns:a="http://schemas.openxmlformats.org/drawingml/2006/main">
            <a:pPr>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F303C8D9-5996-4B95-97D8-50FE29D47303}"/>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defRPr sz="3000" b="1">
                <a:solidFill>
                  <a:srgbClr val="E4EFEC"/>
                </a:solidFill>
                <a:latin typeface="Noto Sans KR"/>
                <a:ea typeface="Noto Sans KR"/>
                <a:cs typeface="Noto Sans KR"/>
              </a:defRPr>
            </a:lvl1pPr>
            <a:lvl2pPr>
              <a:defRPr sz="3000" b="1">
                <a:solidFill>
                  <a:srgbClr val="E4EFEC"/>
                </a:solidFill>
                <a:latin typeface="Noto Sans KR"/>
                <a:ea typeface="Noto Sans KR"/>
                <a:cs typeface="Noto Sans KR"/>
              </a:defRPr>
            </a:lvl2pPr>
            <a:lvl3pPr>
              <a:defRPr sz="3000" b="1">
                <a:solidFill>
                  <a:srgbClr val="E4EFEC"/>
                </a:solidFill>
                <a:latin typeface="Noto Sans KR"/>
                <a:ea typeface="Noto Sans KR"/>
                <a:cs typeface="Noto Sans KR"/>
              </a:defRPr>
            </a:lvl3pPr>
            <a:lvl4pPr>
              <a:defRPr sz="3000" b="1">
                <a:solidFill>
                  <a:srgbClr val="E4EFEC"/>
                </a:solidFill>
                <a:latin typeface="Noto Sans KR"/>
                <a:ea typeface="Noto Sans KR"/>
                <a:cs typeface="Noto Sans KR"/>
              </a:defRPr>
            </a:lvl4pPr>
            <a:lvl5pPr>
              <a:defRPr sz="3000" b="1">
                <a:solidFill>
                  <a:srgbClr val="E4EFEC"/>
                </a:solidFill>
                <a:latin typeface="Noto Sans KR"/>
                <a:ea typeface="Noto Sans KR"/>
                <a:cs typeface="Noto Sans KR"/>
              </a:defRPr>
            </a:lvl5pPr>
            <a:lvl6pPr>
              <a:defRPr sz="3000" b="1">
                <a:solidFill>
                  <a:srgbClr val="E4EFEC"/>
                </a:solidFill>
                <a:latin typeface="Noto Sans KR"/>
                <a:ea typeface="Noto Sans KR"/>
                <a:cs typeface="Noto Sans KR"/>
              </a:defRPr>
            </a:lvl6pPr>
            <a:lvl7pPr>
              <a:defRPr sz="3000" b="1">
                <a:solidFill>
                  <a:srgbClr val="E4EFEC"/>
                </a:solidFill>
                <a:latin typeface="Noto Sans KR"/>
                <a:ea typeface="Noto Sans KR"/>
                <a:cs typeface="Noto Sans KR"/>
              </a:defRPr>
            </a:lvl7pPr>
            <a:lvl8pPr>
              <a:defRPr sz="3000" b="1">
                <a:solidFill>
                  <a:srgbClr val="E4EFEC"/>
                </a:solidFill>
                <a:latin typeface="Noto Sans KR"/>
                <a:ea typeface="Noto Sans KR"/>
                <a:cs typeface="Noto Sans KR"/>
              </a:defRPr>
            </a:lvl8pPr>
            <a:lvl9pPr>
              <a:defRPr sz="3000" b="1">
                <a:solidFill>
                  <a:srgbClr val="E4EFEC"/>
                </a:solidFill>
                <a:latin typeface="Noto Sans KR"/>
                <a:ea typeface="Noto Sans KR"/>
                <a:cs typeface="Noto Sans KR"/>
              </a:defRPr>
            </a:lvl9pPr>
          </a:lstStyle>
          <a:p xmlns:a="http://schemas.openxmlformats.org/drawingml/2006/main">
            <a:pPr>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실제 업무에서는 계속 고쳐 나갑니다</a:t>
            </a:r>
          </a:p>
        </p:txBody>
      </p:sp>
      <p:sp>
        <p:nvSpPr>
          <p:cNvPr id="3" name="label-0">
            <a:extLst xmlns:a="http://schemas.openxmlformats.org/drawingml/2006/main">
              <a:ext uri="{FF2B5EF4-FFF2-40B4-BE49-F238E27FC236}">
                <a16:creationId xmlns:a16="http://schemas.microsoft.com/office/drawing/2014/main" id="{1E42BAA9-2D39-4FDD-BB15-1D77055944C4}"/>
              </a:ext>
            </a:extLst>
          </p:cNvPr>
          <p:cNvSpPr>
            <a:spLocks xmlns:a="http://schemas.openxmlformats.org/drawingml/2006/main" noGrp="1"/>
          </p:cNvSpPr>
          <p:nvPr/>
        </p:nvSpPr>
        <p:spPr>
          <a:xfrm xmlns:a="http://schemas.openxmlformats.org/drawingml/2006/main">
            <a:off x="609600" y="186690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defRPr sz="1950" b="1">
                <a:solidFill>
                  <a:srgbClr val="A4DDCA"/>
                </a:solidFill>
                <a:latin typeface="Noto Sans KR"/>
                <a:ea typeface="Noto Sans KR"/>
                <a:cs typeface="Noto Sans KR"/>
              </a:defRPr>
            </a:lvl1pPr>
            <a:lvl2pPr>
              <a:defRPr sz="1950" b="1">
                <a:solidFill>
                  <a:srgbClr val="A4DDCA"/>
                </a:solidFill>
                <a:latin typeface="Noto Sans KR"/>
                <a:ea typeface="Noto Sans KR"/>
                <a:cs typeface="Noto Sans KR"/>
              </a:defRPr>
            </a:lvl2pPr>
            <a:lvl3pPr>
              <a:defRPr sz="1950" b="1">
                <a:solidFill>
                  <a:srgbClr val="A4DDCA"/>
                </a:solidFill>
                <a:latin typeface="Noto Sans KR"/>
                <a:ea typeface="Noto Sans KR"/>
                <a:cs typeface="Noto Sans KR"/>
              </a:defRPr>
            </a:lvl3pPr>
            <a:lvl4pPr>
              <a:defRPr sz="1950" b="1">
                <a:solidFill>
                  <a:srgbClr val="A4DDCA"/>
                </a:solidFill>
                <a:latin typeface="Noto Sans KR"/>
                <a:ea typeface="Noto Sans KR"/>
                <a:cs typeface="Noto Sans KR"/>
              </a:defRPr>
            </a:lvl4pPr>
            <a:lvl5pPr>
              <a:defRPr sz="1950" b="1">
                <a:solidFill>
                  <a:srgbClr val="A4DDCA"/>
                </a:solidFill>
                <a:latin typeface="Noto Sans KR"/>
                <a:ea typeface="Noto Sans KR"/>
                <a:cs typeface="Noto Sans KR"/>
              </a:defRPr>
            </a:lvl5pPr>
            <a:lvl6pPr>
              <a:defRPr sz="1950" b="1">
                <a:solidFill>
                  <a:srgbClr val="A4DDCA"/>
                </a:solidFill>
                <a:latin typeface="Noto Sans KR"/>
                <a:ea typeface="Noto Sans KR"/>
                <a:cs typeface="Noto Sans KR"/>
              </a:defRPr>
            </a:lvl6pPr>
            <a:lvl7pPr>
              <a:defRPr sz="1950" b="1">
                <a:solidFill>
                  <a:srgbClr val="A4DDCA"/>
                </a:solidFill>
                <a:latin typeface="Noto Sans KR"/>
                <a:ea typeface="Noto Sans KR"/>
                <a:cs typeface="Noto Sans KR"/>
              </a:defRPr>
            </a:lvl7pPr>
            <a:lvl8pPr>
              <a:defRPr sz="1950" b="1">
                <a:solidFill>
                  <a:srgbClr val="A4DDCA"/>
                </a:solidFill>
                <a:latin typeface="Noto Sans KR"/>
                <a:ea typeface="Noto Sans KR"/>
                <a:cs typeface="Noto Sans KR"/>
              </a:defRPr>
            </a:lvl8pPr>
            <a:lvl9pPr>
              <a:defRPr sz="1950" b="1">
                <a:solidFill>
                  <a:srgbClr val="A4DDCA"/>
                </a:solidFill>
                <a:latin typeface="Noto Sans KR"/>
                <a:ea typeface="Noto Sans KR"/>
                <a:cs typeface="Noto Sans KR"/>
              </a:defRPr>
            </a:lvl9pPr>
          </a:lstStyle>
          <a:p xmlns:a="http://schemas.openxmlformats.org/drawingml/2006/main">
            <a:pPr>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작은 범위부터</a:t>
            </a:r>
          </a:p>
        </p:txBody>
      </p:sp>
      <p:sp>
        <p:nvSpPr>
          <p:cNvPr id="4" name="body-0">
            <a:extLst xmlns:a="http://schemas.openxmlformats.org/drawingml/2006/main">
              <a:ext uri="{FF2B5EF4-FFF2-40B4-BE49-F238E27FC236}">
                <a16:creationId xmlns:a16="http://schemas.microsoft.com/office/drawing/2014/main" id="{1D5CFC79-E9D3-4822-8BAE-6BF5524BAA06}"/>
              </a:ext>
            </a:extLst>
          </p:cNvPr>
          <p:cNvSpPr>
            <a:spLocks xmlns:a="http://schemas.openxmlformats.org/drawingml/2006/main" noGrp="1"/>
          </p:cNvSpPr>
          <p:nvPr/>
        </p:nvSpPr>
        <p:spPr>
          <a:xfrm xmlns:a="http://schemas.openxmlformats.org/drawingml/2006/main">
            <a:off x="3190875" y="186690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defRPr sz="2025" b="0">
                <a:solidFill>
                  <a:srgbClr val="E4EFEC"/>
                </a:solidFill>
                <a:latin typeface="Noto Sans KR"/>
                <a:ea typeface="Noto Sans KR"/>
                <a:cs typeface="Noto Sans KR"/>
              </a:defRPr>
            </a:lvl1pPr>
            <a:lvl2pPr>
              <a:defRPr sz="2025" b="0">
                <a:solidFill>
                  <a:srgbClr val="E4EFEC"/>
                </a:solidFill>
                <a:latin typeface="Noto Sans KR"/>
                <a:ea typeface="Noto Sans KR"/>
                <a:cs typeface="Noto Sans KR"/>
              </a:defRPr>
            </a:lvl2pPr>
            <a:lvl3pPr>
              <a:defRPr sz="2025" b="0">
                <a:solidFill>
                  <a:srgbClr val="E4EFEC"/>
                </a:solidFill>
                <a:latin typeface="Noto Sans KR"/>
                <a:ea typeface="Noto Sans KR"/>
                <a:cs typeface="Noto Sans KR"/>
              </a:defRPr>
            </a:lvl3pPr>
            <a:lvl4pPr>
              <a:defRPr sz="2025" b="0">
                <a:solidFill>
                  <a:srgbClr val="E4EFEC"/>
                </a:solidFill>
                <a:latin typeface="Noto Sans KR"/>
                <a:ea typeface="Noto Sans KR"/>
                <a:cs typeface="Noto Sans KR"/>
              </a:defRPr>
            </a:lvl4pPr>
            <a:lvl5pPr>
              <a:defRPr sz="2025" b="0">
                <a:solidFill>
                  <a:srgbClr val="E4EFEC"/>
                </a:solidFill>
                <a:latin typeface="Noto Sans KR"/>
                <a:ea typeface="Noto Sans KR"/>
                <a:cs typeface="Noto Sans KR"/>
              </a:defRPr>
            </a:lvl5pPr>
            <a:lvl6pPr>
              <a:defRPr sz="2025" b="0">
                <a:solidFill>
                  <a:srgbClr val="E4EFEC"/>
                </a:solidFill>
                <a:latin typeface="Noto Sans KR"/>
                <a:ea typeface="Noto Sans KR"/>
                <a:cs typeface="Noto Sans KR"/>
              </a:defRPr>
            </a:lvl6pPr>
            <a:lvl7pPr>
              <a:defRPr sz="2025" b="0">
                <a:solidFill>
                  <a:srgbClr val="E4EFEC"/>
                </a:solidFill>
                <a:latin typeface="Noto Sans KR"/>
                <a:ea typeface="Noto Sans KR"/>
                <a:cs typeface="Noto Sans KR"/>
              </a:defRPr>
            </a:lvl7pPr>
            <a:lvl8pPr>
              <a:defRPr sz="2025" b="0">
                <a:solidFill>
                  <a:srgbClr val="E4EFEC"/>
                </a:solidFill>
                <a:latin typeface="Noto Sans KR"/>
                <a:ea typeface="Noto Sans KR"/>
                <a:cs typeface="Noto Sans KR"/>
              </a:defRPr>
            </a:lvl8pPr>
            <a:lvl9pPr>
              <a:defRPr sz="2025" b="0">
                <a:solidFill>
                  <a:srgbClr val="E4EFEC"/>
                </a:solidFill>
                <a:latin typeface="Noto Sans KR"/>
                <a:ea typeface="Noto Sans KR"/>
                <a:cs typeface="Noto Sans KR"/>
              </a:defRPr>
            </a:lvl9pPr>
          </a:lstStyle>
          <a:p xmlns:a="http://schemas.openxmlformats.org/drawingml/2006/main">
            <a:pPr>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업무 질문 몇 개와 필요한 대상부터 정합니다.</a:t>
            </a:r>
          </a:p>
        </p:txBody>
      </p:sp>
      <p:sp>
        <p:nvSpPr>
          <p:cNvPr id="5" name="label-1">
            <a:extLst xmlns:a="http://schemas.openxmlformats.org/drawingml/2006/main">
              <a:ext uri="{FF2B5EF4-FFF2-40B4-BE49-F238E27FC236}">
                <a16:creationId xmlns:a16="http://schemas.microsoft.com/office/drawing/2014/main" id="{C32849B4-D107-4A1B-A06C-CE79233FF261}"/>
              </a:ext>
            </a:extLst>
          </p:cNvPr>
          <p:cNvSpPr>
            <a:spLocks xmlns:a="http://schemas.openxmlformats.org/drawingml/2006/main" noGrp="1"/>
          </p:cNvSpPr>
          <p:nvPr/>
        </p:nvSpPr>
        <p:spPr>
          <a:xfrm xmlns:a="http://schemas.openxmlformats.org/drawingml/2006/main">
            <a:off x="609600" y="31337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defRPr sz="1950" b="1">
                <a:solidFill>
                  <a:srgbClr val="A4DDCA"/>
                </a:solidFill>
                <a:latin typeface="Noto Sans KR"/>
                <a:ea typeface="Noto Sans KR"/>
                <a:cs typeface="Noto Sans KR"/>
              </a:defRPr>
            </a:lvl1pPr>
            <a:lvl2pPr>
              <a:defRPr sz="1950" b="1">
                <a:solidFill>
                  <a:srgbClr val="A4DDCA"/>
                </a:solidFill>
                <a:latin typeface="Noto Sans KR"/>
                <a:ea typeface="Noto Sans KR"/>
                <a:cs typeface="Noto Sans KR"/>
              </a:defRPr>
            </a:lvl2pPr>
            <a:lvl3pPr>
              <a:defRPr sz="1950" b="1">
                <a:solidFill>
                  <a:srgbClr val="A4DDCA"/>
                </a:solidFill>
                <a:latin typeface="Noto Sans KR"/>
                <a:ea typeface="Noto Sans KR"/>
                <a:cs typeface="Noto Sans KR"/>
              </a:defRPr>
            </a:lvl3pPr>
            <a:lvl4pPr>
              <a:defRPr sz="1950" b="1">
                <a:solidFill>
                  <a:srgbClr val="A4DDCA"/>
                </a:solidFill>
                <a:latin typeface="Noto Sans KR"/>
                <a:ea typeface="Noto Sans KR"/>
                <a:cs typeface="Noto Sans KR"/>
              </a:defRPr>
            </a:lvl4pPr>
            <a:lvl5pPr>
              <a:defRPr sz="1950" b="1">
                <a:solidFill>
                  <a:srgbClr val="A4DDCA"/>
                </a:solidFill>
                <a:latin typeface="Noto Sans KR"/>
                <a:ea typeface="Noto Sans KR"/>
                <a:cs typeface="Noto Sans KR"/>
              </a:defRPr>
            </a:lvl5pPr>
            <a:lvl6pPr>
              <a:defRPr sz="1950" b="1">
                <a:solidFill>
                  <a:srgbClr val="A4DDCA"/>
                </a:solidFill>
                <a:latin typeface="Noto Sans KR"/>
                <a:ea typeface="Noto Sans KR"/>
                <a:cs typeface="Noto Sans KR"/>
              </a:defRPr>
            </a:lvl6pPr>
            <a:lvl7pPr>
              <a:defRPr sz="1950" b="1">
                <a:solidFill>
                  <a:srgbClr val="A4DDCA"/>
                </a:solidFill>
                <a:latin typeface="Noto Sans KR"/>
                <a:ea typeface="Noto Sans KR"/>
                <a:cs typeface="Noto Sans KR"/>
              </a:defRPr>
            </a:lvl7pPr>
            <a:lvl8pPr>
              <a:defRPr sz="1950" b="1">
                <a:solidFill>
                  <a:srgbClr val="A4DDCA"/>
                </a:solidFill>
                <a:latin typeface="Noto Sans KR"/>
                <a:ea typeface="Noto Sans KR"/>
                <a:cs typeface="Noto Sans KR"/>
              </a:defRPr>
            </a:lvl8pPr>
            <a:lvl9pPr>
              <a:defRPr sz="1950" b="1">
                <a:solidFill>
                  <a:srgbClr val="A4DDCA"/>
                </a:solidFill>
                <a:latin typeface="Noto Sans KR"/>
                <a:ea typeface="Noto Sans KR"/>
                <a:cs typeface="Noto Sans KR"/>
              </a:defRPr>
            </a:lvl9pPr>
          </a:lstStyle>
          <a:p xmlns:a="http://schemas.openxmlformats.org/drawingml/2006/main">
            <a:pPr>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담당자와 의미 맞추기</a:t>
            </a:r>
          </a:p>
        </p:txBody>
      </p:sp>
      <p:sp>
        <p:nvSpPr>
          <p:cNvPr id="6" name="body-1">
            <a:extLst xmlns:a="http://schemas.openxmlformats.org/drawingml/2006/main">
              <a:ext uri="{FF2B5EF4-FFF2-40B4-BE49-F238E27FC236}">
                <a16:creationId xmlns:a16="http://schemas.microsoft.com/office/drawing/2014/main" id="{EBCCC920-B880-4F84-B1F1-B046FA31B3C6}"/>
              </a:ext>
            </a:extLst>
          </p:cNvPr>
          <p:cNvSpPr>
            <a:spLocks xmlns:a="http://schemas.openxmlformats.org/drawingml/2006/main" noGrp="1"/>
          </p:cNvSpPr>
          <p:nvPr/>
        </p:nvSpPr>
        <p:spPr>
          <a:xfrm xmlns:a="http://schemas.openxmlformats.org/drawingml/2006/main">
            <a:off x="3190875" y="31337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defRPr sz="2025" b="0">
                <a:solidFill>
                  <a:srgbClr val="E4EFEC"/>
                </a:solidFill>
                <a:latin typeface="Noto Sans KR"/>
                <a:ea typeface="Noto Sans KR"/>
                <a:cs typeface="Noto Sans KR"/>
              </a:defRPr>
            </a:lvl1pPr>
            <a:lvl2pPr>
              <a:defRPr sz="2025" b="0">
                <a:solidFill>
                  <a:srgbClr val="E4EFEC"/>
                </a:solidFill>
                <a:latin typeface="Noto Sans KR"/>
                <a:ea typeface="Noto Sans KR"/>
                <a:cs typeface="Noto Sans KR"/>
              </a:defRPr>
            </a:lvl2pPr>
            <a:lvl3pPr>
              <a:defRPr sz="2025" b="0">
                <a:solidFill>
                  <a:srgbClr val="E4EFEC"/>
                </a:solidFill>
                <a:latin typeface="Noto Sans KR"/>
                <a:ea typeface="Noto Sans KR"/>
                <a:cs typeface="Noto Sans KR"/>
              </a:defRPr>
            </a:lvl3pPr>
            <a:lvl4pPr>
              <a:defRPr sz="2025" b="0">
                <a:solidFill>
                  <a:srgbClr val="E4EFEC"/>
                </a:solidFill>
                <a:latin typeface="Noto Sans KR"/>
                <a:ea typeface="Noto Sans KR"/>
                <a:cs typeface="Noto Sans KR"/>
              </a:defRPr>
            </a:lvl4pPr>
            <a:lvl5pPr>
              <a:defRPr sz="2025" b="0">
                <a:solidFill>
                  <a:srgbClr val="E4EFEC"/>
                </a:solidFill>
                <a:latin typeface="Noto Sans KR"/>
                <a:ea typeface="Noto Sans KR"/>
                <a:cs typeface="Noto Sans KR"/>
              </a:defRPr>
            </a:lvl5pPr>
            <a:lvl6pPr>
              <a:defRPr sz="2025" b="0">
                <a:solidFill>
                  <a:srgbClr val="E4EFEC"/>
                </a:solidFill>
                <a:latin typeface="Noto Sans KR"/>
                <a:ea typeface="Noto Sans KR"/>
                <a:cs typeface="Noto Sans KR"/>
              </a:defRPr>
            </a:lvl6pPr>
            <a:lvl7pPr>
              <a:defRPr sz="2025" b="0">
                <a:solidFill>
                  <a:srgbClr val="E4EFEC"/>
                </a:solidFill>
                <a:latin typeface="Noto Sans KR"/>
                <a:ea typeface="Noto Sans KR"/>
                <a:cs typeface="Noto Sans KR"/>
              </a:defRPr>
            </a:lvl7pPr>
            <a:lvl8pPr>
              <a:defRPr sz="2025" b="0">
                <a:solidFill>
                  <a:srgbClr val="E4EFEC"/>
                </a:solidFill>
                <a:latin typeface="Noto Sans KR"/>
                <a:ea typeface="Noto Sans KR"/>
                <a:cs typeface="Noto Sans KR"/>
              </a:defRPr>
            </a:lvl8pPr>
            <a:lvl9pPr>
              <a:defRPr sz="2025" b="0">
                <a:solidFill>
                  <a:srgbClr val="E4EFEC"/>
                </a:solidFill>
                <a:latin typeface="Noto Sans KR"/>
                <a:ea typeface="Noto Sans KR"/>
                <a:cs typeface="Noto Sans KR"/>
              </a:defRPr>
            </a:lvl9pPr>
          </a:lstStyle>
          <a:p xmlns:a="http://schemas.openxmlformats.org/drawingml/2006/main">
            <a:pPr>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용어와 관계를 누가 정의하고 바꿀지 정합니다.</a:t>
            </a:r>
          </a:p>
        </p:txBody>
      </p:sp>
      <p:sp>
        <p:nvSpPr>
          <p:cNvPr id="7" name="label-2">
            <a:extLst xmlns:a="http://schemas.openxmlformats.org/drawingml/2006/main">
              <a:ext uri="{FF2B5EF4-FFF2-40B4-BE49-F238E27FC236}">
                <a16:creationId xmlns:a16="http://schemas.microsoft.com/office/drawing/2014/main" id="{8FD55FBB-5123-453F-9997-692EA57145D2}"/>
              </a:ext>
            </a:extLst>
          </p:cNvPr>
          <p:cNvSpPr>
            <a:spLocks xmlns:a="http://schemas.openxmlformats.org/drawingml/2006/main" noGrp="1"/>
          </p:cNvSpPr>
          <p:nvPr/>
        </p:nvSpPr>
        <p:spPr>
          <a:xfrm xmlns:a="http://schemas.openxmlformats.org/drawingml/2006/main">
            <a:off x="609600" y="44005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defRPr sz="1950" b="1">
                <a:solidFill>
                  <a:srgbClr val="A4DDCA"/>
                </a:solidFill>
                <a:latin typeface="Noto Sans KR"/>
                <a:ea typeface="Noto Sans KR"/>
                <a:cs typeface="Noto Sans KR"/>
              </a:defRPr>
            </a:lvl1pPr>
            <a:lvl2pPr>
              <a:defRPr sz="1950" b="1">
                <a:solidFill>
                  <a:srgbClr val="A4DDCA"/>
                </a:solidFill>
                <a:latin typeface="Noto Sans KR"/>
                <a:ea typeface="Noto Sans KR"/>
                <a:cs typeface="Noto Sans KR"/>
              </a:defRPr>
            </a:lvl2pPr>
            <a:lvl3pPr>
              <a:defRPr sz="1950" b="1">
                <a:solidFill>
                  <a:srgbClr val="A4DDCA"/>
                </a:solidFill>
                <a:latin typeface="Noto Sans KR"/>
                <a:ea typeface="Noto Sans KR"/>
                <a:cs typeface="Noto Sans KR"/>
              </a:defRPr>
            </a:lvl3pPr>
            <a:lvl4pPr>
              <a:defRPr sz="1950" b="1">
                <a:solidFill>
                  <a:srgbClr val="A4DDCA"/>
                </a:solidFill>
                <a:latin typeface="Noto Sans KR"/>
                <a:ea typeface="Noto Sans KR"/>
                <a:cs typeface="Noto Sans KR"/>
              </a:defRPr>
            </a:lvl4pPr>
            <a:lvl5pPr>
              <a:defRPr sz="1950" b="1">
                <a:solidFill>
                  <a:srgbClr val="A4DDCA"/>
                </a:solidFill>
                <a:latin typeface="Noto Sans KR"/>
                <a:ea typeface="Noto Sans KR"/>
                <a:cs typeface="Noto Sans KR"/>
              </a:defRPr>
            </a:lvl5pPr>
            <a:lvl6pPr>
              <a:defRPr sz="1950" b="1">
                <a:solidFill>
                  <a:srgbClr val="A4DDCA"/>
                </a:solidFill>
                <a:latin typeface="Noto Sans KR"/>
                <a:ea typeface="Noto Sans KR"/>
                <a:cs typeface="Noto Sans KR"/>
              </a:defRPr>
            </a:lvl6pPr>
            <a:lvl7pPr>
              <a:defRPr sz="1950" b="1">
                <a:solidFill>
                  <a:srgbClr val="A4DDCA"/>
                </a:solidFill>
                <a:latin typeface="Noto Sans KR"/>
                <a:ea typeface="Noto Sans KR"/>
                <a:cs typeface="Noto Sans KR"/>
              </a:defRPr>
            </a:lvl7pPr>
            <a:lvl8pPr>
              <a:defRPr sz="1950" b="1">
                <a:solidFill>
                  <a:srgbClr val="A4DDCA"/>
                </a:solidFill>
                <a:latin typeface="Noto Sans KR"/>
                <a:ea typeface="Noto Sans KR"/>
                <a:cs typeface="Noto Sans KR"/>
              </a:defRPr>
            </a:lvl8pPr>
            <a:lvl9pPr>
              <a:defRPr sz="1950" b="1">
                <a:solidFill>
                  <a:srgbClr val="A4DDCA"/>
                </a:solidFill>
                <a:latin typeface="Noto Sans KR"/>
                <a:ea typeface="Noto Sans KR"/>
                <a:cs typeface="Noto Sans KR"/>
              </a:defRPr>
            </a:lvl9pPr>
          </a:lstStyle>
          <a:p xmlns:a="http://schemas.openxmlformats.org/drawingml/2006/main">
            <a:pPr>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수정 후 다시 확인하기</a:t>
            </a:r>
          </a:p>
        </p:txBody>
      </p:sp>
      <p:sp>
        <p:nvSpPr>
          <p:cNvPr id="8" name="body-2">
            <a:extLst xmlns:a="http://schemas.openxmlformats.org/drawingml/2006/main">
              <a:ext uri="{FF2B5EF4-FFF2-40B4-BE49-F238E27FC236}">
                <a16:creationId xmlns:a16="http://schemas.microsoft.com/office/drawing/2014/main" id="{E8225899-087E-4D99-A820-099C3657CE5C}"/>
              </a:ext>
            </a:extLst>
          </p:cNvPr>
          <p:cNvSpPr>
            <a:spLocks xmlns:a="http://schemas.openxmlformats.org/drawingml/2006/main" noGrp="1"/>
          </p:cNvSpPr>
          <p:nvPr/>
        </p:nvSpPr>
        <p:spPr>
          <a:xfrm xmlns:a="http://schemas.openxmlformats.org/drawingml/2006/main">
            <a:off x="3190875" y="44005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defRPr sz="2025" b="0">
                <a:solidFill>
                  <a:srgbClr val="E4EFEC"/>
                </a:solidFill>
                <a:latin typeface="Noto Sans KR"/>
                <a:ea typeface="Noto Sans KR"/>
                <a:cs typeface="Noto Sans KR"/>
              </a:defRPr>
            </a:lvl1pPr>
            <a:lvl2pPr>
              <a:defRPr sz="2025" b="0">
                <a:solidFill>
                  <a:srgbClr val="E4EFEC"/>
                </a:solidFill>
                <a:latin typeface="Noto Sans KR"/>
                <a:ea typeface="Noto Sans KR"/>
                <a:cs typeface="Noto Sans KR"/>
              </a:defRPr>
            </a:lvl2pPr>
            <a:lvl3pPr>
              <a:defRPr sz="2025" b="0">
                <a:solidFill>
                  <a:srgbClr val="E4EFEC"/>
                </a:solidFill>
                <a:latin typeface="Noto Sans KR"/>
                <a:ea typeface="Noto Sans KR"/>
                <a:cs typeface="Noto Sans KR"/>
              </a:defRPr>
            </a:lvl3pPr>
            <a:lvl4pPr>
              <a:defRPr sz="2025" b="0">
                <a:solidFill>
                  <a:srgbClr val="E4EFEC"/>
                </a:solidFill>
                <a:latin typeface="Noto Sans KR"/>
                <a:ea typeface="Noto Sans KR"/>
                <a:cs typeface="Noto Sans KR"/>
              </a:defRPr>
            </a:lvl4pPr>
            <a:lvl5pPr>
              <a:defRPr sz="2025" b="0">
                <a:solidFill>
                  <a:srgbClr val="E4EFEC"/>
                </a:solidFill>
                <a:latin typeface="Noto Sans KR"/>
                <a:ea typeface="Noto Sans KR"/>
                <a:cs typeface="Noto Sans KR"/>
              </a:defRPr>
            </a:lvl5pPr>
            <a:lvl6pPr>
              <a:defRPr sz="2025" b="0">
                <a:solidFill>
                  <a:srgbClr val="E4EFEC"/>
                </a:solidFill>
                <a:latin typeface="Noto Sans KR"/>
                <a:ea typeface="Noto Sans KR"/>
                <a:cs typeface="Noto Sans KR"/>
              </a:defRPr>
            </a:lvl6pPr>
            <a:lvl7pPr>
              <a:defRPr sz="2025" b="0">
                <a:solidFill>
                  <a:srgbClr val="E4EFEC"/>
                </a:solidFill>
                <a:latin typeface="Noto Sans KR"/>
                <a:ea typeface="Noto Sans KR"/>
                <a:cs typeface="Noto Sans KR"/>
              </a:defRPr>
            </a:lvl7pPr>
            <a:lvl8pPr>
              <a:defRPr sz="2025" b="0">
                <a:solidFill>
                  <a:srgbClr val="E4EFEC"/>
                </a:solidFill>
                <a:latin typeface="Noto Sans KR"/>
                <a:ea typeface="Noto Sans KR"/>
                <a:cs typeface="Noto Sans KR"/>
              </a:defRPr>
            </a:lvl8pPr>
            <a:lvl9pPr>
              <a:defRPr sz="2025" b="0">
                <a:solidFill>
                  <a:srgbClr val="E4EFEC"/>
                </a:solidFill>
                <a:latin typeface="Noto Sans KR"/>
                <a:ea typeface="Noto Sans KR"/>
                <a:cs typeface="Noto Sans KR"/>
              </a:defRPr>
            </a:lvl9pPr>
          </a:lstStyle>
          <a:p xmlns:a="http://schemas.openxmlformats.org/drawingml/2006/main">
            <a:pPr>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기존 질문의 답과 입력 검사 결과를 비교합니다.</a:t>
            </a:r>
          </a:p>
        </p:txBody>
      </p:sp>
      <p:sp>
        <p:nvSpPr>
          <p:cNvPr id="9" name="page">
            <a:extLst xmlns:a="http://schemas.openxmlformats.org/drawingml/2006/main">
              <a:ext uri="{FF2B5EF4-FFF2-40B4-BE49-F238E27FC236}">
                <a16:creationId xmlns:a16="http://schemas.microsoft.com/office/drawing/2014/main" id="{092FE296-3784-45D0-B215-22E2A0C9F77E}"/>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defRPr sz="1125" b="0">
                <a:solidFill>
                  <a:srgbClr val="8EABB7"/>
                </a:solidFill>
                <a:latin typeface="Noto Sans KR"/>
                <a:ea typeface="Noto Sans KR"/>
                <a:cs typeface="Noto Sans KR"/>
              </a:defRPr>
            </a:lvl1pPr>
            <a:lvl2pPr>
              <a:defRPr sz="1125" b="0">
                <a:solidFill>
                  <a:srgbClr val="8EABB7"/>
                </a:solidFill>
                <a:latin typeface="Noto Sans KR"/>
                <a:ea typeface="Noto Sans KR"/>
                <a:cs typeface="Noto Sans KR"/>
              </a:defRPr>
            </a:lvl2pPr>
            <a:lvl3pPr>
              <a:defRPr sz="1125" b="0">
                <a:solidFill>
                  <a:srgbClr val="8EABB7"/>
                </a:solidFill>
                <a:latin typeface="Noto Sans KR"/>
                <a:ea typeface="Noto Sans KR"/>
                <a:cs typeface="Noto Sans KR"/>
              </a:defRPr>
            </a:lvl3pPr>
            <a:lvl4pPr>
              <a:defRPr sz="1125" b="0">
                <a:solidFill>
                  <a:srgbClr val="8EABB7"/>
                </a:solidFill>
                <a:latin typeface="Noto Sans KR"/>
                <a:ea typeface="Noto Sans KR"/>
                <a:cs typeface="Noto Sans KR"/>
              </a:defRPr>
            </a:lvl4pPr>
            <a:lvl5pPr>
              <a:defRPr sz="1125" b="0">
                <a:solidFill>
                  <a:srgbClr val="8EABB7"/>
                </a:solidFill>
                <a:latin typeface="Noto Sans KR"/>
                <a:ea typeface="Noto Sans KR"/>
                <a:cs typeface="Noto Sans KR"/>
              </a:defRPr>
            </a:lvl5pPr>
            <a:lvl6pPr>
              <a:defRPr sz="1125" b="0">
                <a:solidFill>
                  <a:srgbClr val="8EABB7"/>
                </a:solidFill>
                <a:latin typeface="Noto Sans KR"/>
                <a:ea typeface="Noto Sans KR"/>
                <a:cs typeface="Noto Sans KR"/>
              </a:defRPr>
            </a:lvl6pPr>
            <a:lvl7pPr>
              <a:defRPr sz="1125" b="0">
                <a:solidFill>
                  <a:srgbClr val="8EABB7"/>
                </a:solidFill>
                <a:latin typeface="Noto Sans KR"/>
                <a:ea typeface="Noto Sans KR"/>
                <a:cs typeface="Noto Sans KR"/>
              </a:defRPr>
            </a:lvl7pPr>
            <a:lvl8pPr>
              <a:defRPr sz="1125" b="0">
                <a:solidFill>
                  <a:srgbClr val="8EABB7"/>
                </a:solidFill>
                <a:latin typeface="Noto Sans KR"/>
                <a:ea typeface="Noto Sans KR"/>
                <a:cs typeface="Noto Sans KR"/>
              </a:defRPr>
            </a:lvl8pPr>
            <a:lvl9pPr>
              <a:defRPr sz="1125" b="0">
                <a:solidFill>
                  <a:srgbClr val="8EABB7"/>
                </a:solidFill>
                <a:latin typeface="Noto Sans KR"/>
                <a:ea typeface="Noto Sans KR"/>
                <a:cs typeface="Noto Sans KR"/>
              </a:defRPr>
            </a:lvl9pPr>
          </a:lstStyle>
          <a:p xmlns:a="http://schemas.openxmlformats.org/drawingml/2006/main">
            <a:pPr>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15</a:t>
            </a:r>
          </a:p>
        </p:txBody>
      </p:sp>
    </p:spTree>
    <p:extLst>
      <p:ext uri="{BB962C8B-B14F-4D97-AF65-F5344CB8AC3E}">
        <p14:creationId xmlns:p14="http://schemas.microsoft.com/office/powerpoint/2010/main" val="1238508376"/>
      </p:ext>
    </p:extLst>
  </p:cSld>
</p:sld>
</file>

<file path=ppt/slides/slide16.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5" name="section">
            <a:extLst xmlns:a="http://schemas.openxmlformats.org/drawingml/2006/main">
              <a:ext uri="{FF2B5EF4-FFF2-40B4-BE49-F238E27FC236}">
                <a16:creationId xmlns:a16="http://schemas.microsoft.com/office/drawing/2014/main" id="{7313E76B-7446-435F-84D5-879E32E718FD}"/>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defRPr sz="1125" b="1">
                <a:solidFill>
                  <a:srgbClr val="A4DDCA"/>
                </a:solidFill>
                <a:latin typeface="Noto Sans KR"/>
                <a:ea typeface="Noto Sans KR"/>
                <a:cs typeface="Noto Sans KR"/>
              </a:defRPr>
            </a:lvl1pPr>
            <a:lvl2pPr>
              <a:defRPr sz="1125" b="1">
                <a:solidFill>
                  <a:srgbClr val="A4DDCA"/>
                </a:solidFill>
                <a:latin typeface="Noto Sans KR"/>
                <a:ea typeface="Noto Sans KR"/>
                <a:cs typeface="Noto Sans KR"/>
              </a:defRPr>
            </a:lvl2pPr>
            <a:lvl3pPr>
              <a:defRPr sz="1125" b="1">
                <a:solidFill>
                  <a:srgbClr val="A4DDCA"/>
                </a:solidFill>
                <a:latin typeface="Noto Sans KR"/>
                <a:ea typeface="Noto Sans KR"/>
                <a:cs typeface="Noto Sans KR"/>
              </a:defRPr>
            </a:lvl3pPr>
            <a:lvl4pPr>
              <a:defRPr sz="1125" b="1">
                <a:solidFill>
                  <a:srgbClr val="A4DDCA"/>
                </a:solidFill>
                <a:latin typeface="Noto Sans KR"/>
                <a:ea typeface="Noto Sans KR"/>
                <a:cs typeface="Noto Sans KR"/>
              </a:defRPr>
            </a:lvl4pPr>
            <a:lvl5pPr>
              <a:defRPr sz="1125" b="1">
                <a:solidFill>
                  <a:srgbClr val="A4DDCA"/>
                </a:solidFill>
                <a:latin typeface="Noto Sans KR"/>
                <a:ea typeface="Noto Sans KR"/>
                <a:cs typeface="Noto Sans KR"/>
              </a:defRPr>
            </a:lvl5pPr>
            <a:lvl6pPr>
              <a:defRPr sz="1125" b="1">
                <a:solidFill>
                  <a:srgbClr val="A4DDCA"/>
                </a:solidFill>
                <a:latin typeface="Noto Sans KR"/>
                <a:ea typeface="Noto Sans KR"/>
                <a:cs typeface="Noto Sans KR"/>
              </a:defRPr>
            </a:lvl6pPr>
            <a:lvl7pPr>
              <a:defRPr sz="1125" b="1">
                <a:solidFill>
                  <a:srgbClr val="A4DDCA"/>
                </a:solidFill>
                <a:latin typeface="Noto Sans KR"/>
                <a:ea typeface="Noto Sans KR"/>
                <a:cs typeface="Noto Sans KR"/>
              </a:defRPr>
            </a:lvl7pPr>
            <a:lvl8pPr>
              <a:defRPr sz="1125" b="1">
                <a:solidFill>
                  <a:srgbClr val="A4DDCA"/>
                </a:solidFill>
                <a:latin typeface="Noto Sans KR"/>
                <a:ea typeface="Noto Sans KR"/>
                <a:cs typeface="Noto Sans KR"/>
              </a:defRPr>
            </a:lvl8pPr>
            <a:lvl9pPr>
              <a:defRPr sz="1125" b="1">
                <a:solidFill>
                  <a:srgbClr val="A4DDCA"/>
                </a:solidFill>
                <a:latin typeface="Noto Sans KR"/>
                <a:ea typeface="Noto Sans KR"/>
                <a:cs typeface="Noto Sans KR"/>
              </a:defRPr>
            </a:lvl9pPr>
          </a:lstStyle>
          <a:p xmlns:a="http://schemas.openxmlformats.org/drawingml/2006/main">
            <a:pPr>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7CB52FC4-B0F5-4A12-AE89-CFACB1AC7CC2}"/>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defRPr sz="3000" b="1">
                <a:solidFill>
                  <a:srgbClr val="E4EFEC"/>
                </a:solidFill>
                <a:latin typeface="Noto Sans KR"/>
                <a:ea typeface="Noto Sans KR"/>
                <a:cs typeface="Noto Sans KR"/>
              </a:defRPr>
            </a:lvl1pPr>
            <a:lvl2pPr>
              <a:defRPr sz="3000" b="1">
                <a:solidFill>
                  <a:srgbClr val="E4EFEC"/>
                </a:solidFill>
                <a:latin typeface="Noto Sans KR"/>
                <a:ea typeface="Noto Sans KR"/>
                <a:cs typeface="Noto Sans KR"/>
              </a:defRPr>
            </a:lvl2pPr>
            <a:lvl3pPr>
              <a:defRPr sz="3000" b="1">
                <a:solidFill>
                  <a:srgbClr val="E4EFEC"/>
                </a:solidFill>
                <a:latin typeface="Noto Sans KR"/>
                <a:ea typeface="Noto Sans KR"/>
                <a:cs typeface="Noto Sans KR"/>
              </a:defRPr>
            </a:lvl3pPr>
            <a:lvl4pPr>
              <a:defRPr sz="3000" b="1">
                <a:solidFill>
                  <a:srgbClr val="E4EFEC"/>
                </a:solidFill>
                <a:latin typeface="Noto Sans KR"/>
                <a:ea typeface="Noto Sans KR"/>
                <a:cs typeface="Noto Sans KR"/>
              </a:defRPr>
            </a:lvl4pPr>
            <a:lvl5pPr>
              <a:defRPr sz="3000" b="1">
                <a:solidFill>
                  <a:srgbClr val="E4EFEC"/>
                </a:solidFill>
                <a:latin typeface="Noto Sans KR"/>
                <a:ea typeface="Noto Sans KR"/>
                <a:cs typeface="Noto Sans KR"/>
              </a:defRPr>
            </a:lvl5pPr>
            <a:lvl6pPr>
              <a:defRPr sz="3000" b="1">
                <a:solidFill>
                  <a:srgbClr val="E4EFEC"/>
                </a:solidFill>
                <a:latin typeface="Noto Sans KR"/>
                <a:ea typeface="Noto Sans KR"/>
                <a:cs typeface="Noto Sans KR"/>
              </a:defRPr>
            </a:lvl6pPr>
            <a:lvl7pPr>
              <a:defRPr sz="3000" b="1">
                <a:solidFill>
                  <a:srgbClr val="E4EFEC"/>
                </a:solidFill>
                <a:latin typeface="Noto Sans KR"/>
                <a:ea typeface="Noto Sans KR"/>
                <a:cs typeface="Noto Sans KR"/>
              </a:defRPr>
            </a:lvl7pPr>
            <a:lvl8pPr>
              <a:defRPr sz="3000" b="1">
                <a:solidFill>
                  <a:srgbClr val="E4EFEC"/>
                </a:solidFill>
                <a:latin typeface="Noto Sans KR"/>
                <a:ea typeface="Noto Sans KR"/>
                <a:cs typeface="Noto Sans KR"/>
              </a:defRPr>
            </a:lvl8pPr>
            <a:lvl9pPr>
              <a:defRPr sz="3000" b="1">
                <a:solidFill>
                  <a:srgbClr val="E4EFEC"/>
                </a:solidFill>
                <a:latin typeface="Noto Sans KR"/>
                <a:ea typeface="Noto Sans KR"/>
                <a:cs typeface="Noto Sans KR"/>
              </a:defRPr>
            </a:lvl9pPr>
          </a:lstStyle>
          <a:p xmlns:a="http://schemas.openxmlformats.org/drawingml/2006/main">
            <a:pPr>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규칙으로 알아내기와 검색해서 찾기</a:t>
            </a:r>
          </a:p>
        </p:txBody>
      </p:sp>
      <p:graphicFrame>
        <p:nvGraphicFramePr>
          <p:cNvPr id="3" name="">
            <a:extLst xmlns:a="http://schemas.openxmlformats.org/drawingml/2006/main">
              <a:ext uri="{FF2B5EF4-FFF2-40B4-BE49-F238E27FC236}">
                <a16:creationId xmlns:a16="http://schemas.microsoft.com/office/drawing/2014/main" id="{6B4A66CF-F739-41A2-A8BF-AA0F552157AC}"/>
              </a:ext>
            </a:extLst>
          </p:cNvPr>
          <p:cNvGraphicFramePr/>
          <p:nvPr/>
        </p:nvGraphicFramePr>
        <p:xfrm>
          <a:off xmlns:a="http://schemas.openxmlformats.org/drawingml/2006/main" x="609600" y="1866900"/>
          <a:ext xmlns:a="http://schemas.openxmlformats.org/drawingml/2006/main" cx="10972800" cy="2476500"/>
        </p:xfrm>
        <a:graphic xmlns:a="http://schemas.openxmlformats.org/drawingml/2006/main">
          <a:graphicData uri="http://schemas.openxmlformats.org/drawingml/2006/table">
            <a:tbl>
              <a:tblPr/>
              <a:tblGrid>
                <a:gridCol w="2286000"/>
                <a:gridCol w="3857625"/>
                <a:gridCol w="4829175"/>
              </a:tblGrid>
              <a:tr h="619125">
                <a:tc>
                  <a:txBody>
                    <a:bodyPr/>
                    <a:lstStyle/>
                    <a:p>
                      <a:r>
                        <a:rPr sz="1800" b="1">
                          <a:solidFill>
                            <a:srgbClr val="A4DDCA"/>
                          </a:solidFill>
                          <a:latin typeface="Noto Sans KR"/>
                          <a:ea typeface="Noto Sans KR"/>
                          <a:cs typeface="Noto Sans KR"/>
                        </a:rPr>
                        <a:t>단계</a:t>
                      </a:r>
                    </a:p>
                  </a:txBody>
                  <a:tcPr marL="114300" marR="114300" marT="95250" marB="95250" anchor="ctr">
                    <a:lnL w="9525">
                      <a:solidFill>
                        <a:srgbClr val="284B5A"/>
                      </a:solidFill>
                      <a:prstDash val="solid"/>
                    </a:lnL>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c>
                  <a:txBody>
                    <a:bodyPr/>
                    <a:lstStyle/>
                    <a:p>
                      <a:r>
                        <a:rPr sz="1800" b="1">
                          <a:solidFill>
                            <a:srgbClr val="A4DDCA"/>
                          </a:solidFill>
                          <a:latin typeface="Noto Sans KR"/>
                          <a:ea typeface="Noto Sans KR"/>
                          <a:cs typeface="Noto Sans KR"/>
                        </a:rPr>
                        <a:t>하는 일</a:t>
                      </a:r>
                    </a:p>
                  </a:txBody>
                  <a:tcPr marL="114300" marR="114300" marT="95250" marB="95250" anchor="ctr">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c>
                  <a:txBody>
                    <a:bodyPr/>
                    <a:lstStyle/>
                    <a:p>
                      <a:r>
                        <a:rPr sz="1800" b="1">
                          <a:solidFill>
                            <a:srgbClr val="A4DDCA"/>
                          </a:solidFill>
                          <a:latin typeface="Noto Sans KR"/>
                          <a:ea typeface="Noto Sans KR"/>
                          <a:cs typeface="Noto Sans KR"/>
                        </a:rPr>
                        <a:t>나오는 결과</a:t>
                      </a:r>
                    </a:p>
                  </a:txBody>
                  <a:tcPr marL="114300" marR="114300" marT="95250" marB="95250" anchor="ctr">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r>
              <a:tr h="619125">
                <a:tc>
                  <a:txBody>
                    <a:bodyPr/>
                    <a:lstStyle/>
                    <a:p>
                      <a:r>
                        <a:rPr sz="1725" b="0">
                          <a:solidFill>
                            <a:srgbClr val="E4EFEC"/>
                          </a:solidFill>
                          <a:latin typeface="Noto Sans KR"/>
                          <a:ea typeface="Noto Sans KR"/>
                          <a:cs typeface="Noto Sans KR"/>
                        </a:rPr>
                        <a:t>규칙 추론</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명시한 규칙을 사실에 적용</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추가로 알 수 있는 사실</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GraphRAG 검색</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질문에 관련된 연결과 문서 찾기</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답변에 쓸 근거 후보</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LLM 답변 생성</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질문과 근거를 읽고 설명 작성</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자연어 답변과 인용</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bl>
          </a:graphicData>
        </a:graphic>
      </p:graphicFrame>
      <p:sp>
        <p:nvSpPr>
          <p:cNvPr id="4" name="page">
            <a:extLst xmlns:a="http://schemas.openxmlformats.org/drawingml/2006/main">
              <a:ext uri="{FF2B5EF4-FFF2-40B4-BE49-F238E27FC236}">
                <a16:creationId xmlns:a16="http://schemas.microsoft.com/office/drawing/2014/main" id="{8E07C337-3400-4E6F-84C0-3DD75462C4F4}"/>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defRPr sz="1125" b="0">
                <a:solidFill>
                  <a:srgbClr val="8EABB7"/>
                </a:solidFill>
                <a:latin typeface="Noto Sans KR"/>
                <a:ea typeface="Noto Sans KR"/>
                <a:cs typeface="Noto Sans KR"/>
              </a:defRPr>
            </a:lvl1pPr>
            <a:lvl2pPr>
              <a:defRPr sz="1125" b="0">
                <a:solidFill>
                  <a:srgbClr val="8EABB7"/>
                </a:solidFill>
                <a:latin typeface="Noto Sans KR"/>
                <a:ea typeface="Noto Sans KR"/>
                <a:cs typeface="Noto Sans KR"/>
              </a:defRPr>
            </a:lvl2pPr>
            <a:lvl3pPr>
              <a:defRPr sz="1125" b="0">
                <a:solidFill>
                  <a:srgbClr val="8EABB7"/>
                </a:solidFill>
                <a:latin typeface="Noto Sans KR"/>
                <a:ea typeface="Noto Sans KR"/>
                <a:cs typeface="Noto Sans KR"/>
              </a:defRPr>
            </a:lvl3pPr>
            <a:lvl4pPr>
              <a:defRPr sz="1125" b="0">
                <a:solidFill>
                  <a:srgbClr val="8EABB7"/>
                </a:solidFill>
                <a:latin typeface="Noto Sans KR"/>
                <a:ea typeface="Noto Sans KR"/>
                <a:cs typeface="Noto Sans KR"/>
              </a:defRPr>
            </a:lvl4pPr>
            <a:lvl5pPr>
              <a:defRPr sz="1125" b="0">
                <a:solidFill>
                  <a:srgbClr val="8EABB7"/>
                </a:solidFill>
                <a:latin typeface="Noto Sans KR"/>
                <a:ea typeface="Noto Sans KR"/>
                <a:cs typeface="Noto Sans KR"/>
              </a:defRPr>
            </a:lvl5pPr>
            <a:lvl6pPr>
              <a:defRPr sz="1125" b="0">
                <a:solidFill>
                  <a:srgbClr val="8EABB7"/>
                </a:solidFill>
                <a:latin typeface="Noto Sans KR"/>
                <a:ea typeface="Noto Sans KR"/>
                <a:cs typeface="Noto Sans KR"/>
              </a:defRPr>
            </a:lvl6pPr>
            <a:lvl7pPr>
              <a:defRPr sz="1125" b="0">
                <a:solidFill>
                  <a:srgbClr val="8EABB7"/>
                </a:solidFill>
                <a:latin typeface="Noto Sans KR"/>
                <a:ea typeface="Noto Sans KR"/>
                <a:cs typeface="Noto Sans KR"/>
              </a:defRPr>
            </a:lvl7pPr>
            <a:lvl8pPr>
              <a:defRPr sz="1125" b="0">
                <a:solidFill>
                  <a:srgbClr val="8EABB7"/>
                </a:solidFill>
                <a:latin typeface="Noto Sans KR"/>
                <a:ea typeface="Noto Sans KR"/>
                <a:cs typeface="Noto Sans KR"/>
              </a:defRPr>
            </a:lvl8pPr>
            <a:lvl9pPr>
              <a:defRPr sz="1125" b="0">
                <a:solidFill>
                  <a:srgbClr val="8EABB7"/>
                </a:solidFill>
                <a:latin typeface="Noto Sans KR"/>
                <a:ea typeface="Noto Sans KR"/>
                <a:cs typeface="Noto Sans KR"/>
              </a:defRPr>
            </a:lvl9pPr>
          </a:lstStyle>
          <a:p xmlns:a="http://schemas.openxmlformats.org/drawingml/2006/main">
            <a:pPr>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16</a:t>
            </a:r>
          </a:p>
        </p:txBody>
      </p:sp>
    </p:spTree>
    <p:extLst>
      <p:ext uri="{BB962C8B-B14F-4D97-AF65-F5344CB8AC3E}">
        <p14:creationId xmlns:p14="http://schemas.microsoft.com/office/powerpoint/2010/main" val="1677037954"/>
      </p:ext>
    </p:extLst>
  </p:cSld>
</p:sld>
</file>

<file path=ppt/slides/slide17.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5" name="section">
            <a:extLst xmlns:a="http://schemas.openxmlformats.org/drawingml/2006/main">
              <a:ext uri="{FF2B5EF4-FFF2-40B4-BE49-F238E27FC236}">
                <a16:creationId xmlns:a16="http://schemas.microsoft.com/office/drawing/2014/main" id="{7B5FC685-C12D-4DE2-A40A-72D44C51502B}"/>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defRPr sz="1125" b="1">
                <a:solidFill>
                  <a:srgbClr val="A4DDCA"/>
                </a:solidFill>
                <a:latin typeface="Noto Sans KR"/>
                <a:ea typeface="Noto Sans KR"/>
                <a:cs typeface="Noto Sans KR"/>
              </a:defRPr>
            </a:lvl1pPr>
            <a:lvl2pPr>
              <a:defRPr sz="1125" b="1">
                <a:solidFill>
                  <a:srgbClr val="A4DDCA"/>
                </a:solidFill>
                <a:latin typeface="Noto Sans KR"/>
                <a:ea typeface="Noto Sans KR"/>
                <a:cs typeface="Noto Sans KR"/>
              </a:defRPr>
            </a:lvl2pPr>
            <a:lvl3pPr>
              <a:defRPr sz="1125" b="1">
                <a:solidFill>
                  <a:srgbClr val="A4DDCA"/>
                </a:solidFill>
                <a:latin typeface="Noto Sans KR"/>
                <a:ea typeface="Noto Sans KR"/>
                <a:cs typeface="Noto Sans KR"/>
              </a:defRPr>
            </a:lvl3pPr>
            <a:lvl4pPr>
              <a:defRPr sz="1125" b="1">
                <a:solidFill>
                  <a:srgbClr val="A4DDCA"/>
                </a:solidFill>
                <a:latin typeface="Noto Sans KR"/>
                <a:ea typeface="Noto Sans KR"/>
                <a:cs typeface="Noto Sans KR"/>
              </a:defRPr>
            </a:lvl4pPr>
            <a:lvl5pPr>
              <a:defRPr sz="1125" b="1">
                <a:solidFill>
                  <a:srgbClr val="A4DDCA"/>
                </a:solidFill>
                <a:latin typeface="Noto Sans KR"/>
                <a:ea typeface="Noto Sans KR"/>
                <a:cs typeface="Noto Sans KR"/>
              </a:defRPr>
            </a:lvl5pPr>
            <a:lvl6pPr>
              <a:defRPr sz="1125" b="1">
                <a:solidFill>
                  <a:srgbClr val="A4DDCA"/>
                </a:solidFill>
                <a:latin typeface="Noto Sans KR"/>
                <a:ea typeface="Noto Sans KR"/>
                <a:cs typeface="Noto Sans KR"/>
              </a:defRPr>
            </a:lvl6pPr>
            <a:lvl7pPr>
              <a:defRPr sz="1125" b="1">
                <a:solidFill>
                  <a:srgbClr val="A4DDCA"/>
                </a:solidFill>
                <a:latin typeface="Noto Sans KR"/>
                <a:ea typeface="Noto Sans KR"/>
                <a:cs typeface="Noto Sans KR"/>
              </a:defRPr>
            </a:lvl7pPr>
            <a:lvl8pPr>
              <a:defRPr sz="1125" b="1">
                <a:solidFill>
                  <a:srgbClr val="A4DDCA"/>
                </a:solidFill>
                <a:latin typeface="Noto Sans KR"/>
                <a:ea typeface="Noto Sans KR"/>
                <a:cs typeface="Noto Sans KR"/>
              </a:defRPr>
            </a:lvl8pPr>
            <a:lvl9pPr>
              <a:defRPr sz="1125" b="1">
                <a:solidFill>
                  <a:srgbClr val="A4DDCA"/>
                </a:solidFill>
                <a:latin typeface="Noto Sans KR"/>
                <a:ea typeface="Noto Sans KR"/>
                <a:cs typeface="Noto Sans KR"/>
              </a:defRPr>
            </a:lvl9pPr>
          </a:lstStyle>
          <a:p xmlns:a="http://schemas.openxmlformats.org/drawingml/2006/main">
            <a:pPr>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6EF35ECC-7504-4F52-ABF0-3B2FB73AAAAB}"/>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defRPr sz="3000" b="1">
                <a:solidFill>
                  <a:srgbClr val="E4EFEC"/>
                </a:solidFill>
                <a:latin typeface="Noto Sans KR"/>
                <a:ea typeface="Noto Sans KR"/>
                <a:cs typeface="Noto Sans KR"/>
              </a:defRPr>
            </a:lvl1pPr>
            <a:lvl2pPr>
              <a:defRPr sz="3000" b="1">
                <a:solidFill>
                  <a:srgbClr val="E4EFEC"/>
                </a:solidFill>
                <a:latin typeface="Noto Sans KR"/>
                <a:ea typeface="Noto Sans KR"/>
                <a:cs typeface="Noto Sans KR"/>
              </a:defRPr>
            </a:lvl2pPr>
            <a:lvl3pPr>
              <a:defRPr sz="3000" b="1">
                <a:solidFill>
                  <a:srgbClr val="E4EFEC"/>
                </a:solidFill>
                <a:latin typeface="Noto Sans KR"/>
                <a:ea typeface="Noto Sans KR"/>
                <a:cs typeface="Noto Sans KR"/>
              </a:defRPr>
            </a:lvl3pPr>
            <a:lvl4pPr>
              <a:defRPr sz="3000" b="1">
                <a:solidFill>
                  <a:srgbClr val="E4EFEC"/>
                </a:solidFill>
                <a:latin typeface="Noto Sans KR"/>
                <a:ea typeface="Noto Sans KR"/>
                <a:cs typeface="Noto Sans KR"/>
              </a:defRPr>
            </a:lvl4pPr>
            <a:lvl5pPr>
              <a:defRPr sz="3000" b="1">
                <a:solidFill>
                  <a:srgbClr val="E4EFEC"/>
                </a:solidFill>
                <a:latin typeface="Noto Sans KR"/>
                <a:ea typeface="Noto Sans KR"/>
                <a:cs typeface="Noto Sans KR"/>
              </a:defRPr>
            </a:lvl5pPr>
            <a:lvl6pPr>
              <a:defRPr sz="3000" b="1">
                <a:solidFill>
                  <a:srgbClr val="E4EFEC"/>
                </a:solidFill>
                <a:latin typeface="Noto Sans KR"/>
                <a:ea typeface="Noto Sans KR"/>
                <a:cs typeface="Noto Sans KR"/>
              </a:defRPr>
            </a:lvl6pPr>
            <a:lvl7pPr>
              <a:defRPr sz="3000" b="1">
                <a:solidFill>
                  <a:srgbClr val="E4EFEC"/>
                </a:solidFill>
                <a:latin typeface="Noto Sans KR"/>
                <a:ea typeface="Noto Sans KR"/>
                <a:cs typeface="Noto Sans KR"/>
              </a:defRPr>
            </a:lvl7pPr>
            <a:lvl8pPr>
              <a:defRPr sz="3000" b="1">
                <a:solidFill>
                  <a:srgbClr val="E4EFEC"/>
                </a:solidFill>
                <a:latin typeface="Noto Sans KR"/>
                <a:ea typeface="Noto Sans KR"/>
                <a:cs typeface="Noto Sans KR"/>
              </a:defRPr>
            </a:lvl8pPr>
            <a:lvl9pPr>
              <a:defRPr sz="3000" b="1">
                <a:solidFill>
                  <a:srgbClr val="E4EFEC"/>
                </a:solidFill>
                <a:latin typeface="Noto Sans KR"/>
                <a:ea typeface="Noto Sans KR"/>
                <a:cs typeface="Noto Sans KR"/>
              </a:defRPr>
            </a:lvl9pPr>
          </a:lstStyle>
          <a:p xmlns:a="http://schemas.openxmlformats.org/drawingml/2006/main">
            <a:pPr>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방법마다 무엇이 다른지 보겠습니다</a:t>
            </a:r>
          </a:p>
        </p:txBody>
      </p:sp>
      <p:graphicFrame>
        <p:nvGraphicFramePr>
          <p:cNvPr id="3" name="">
            <a:extLst xmlns:a="http://schemas.openxmlformats.org/drawingml/2006/main">
              <a:ext uri="{FF2B5EF4-FFF2-40B4-BE49-F238E27FC236}">
                <a16:creationId xmlns:a16="http://schemas.microsoft.com/office/drawing/2014/main" id="{6AD649EA-9087-4CA1-9EBC-C8C4A939B7D0}"/>
              </a:ext>
            </a:extLst>
          </p:cNvPr>
          <p:cNvGraphicFramePr/>
          <p:nvPr/>
        </p:nvGraphicFramePr>
        <p:xfrm>
          <a:off xmlns:a="http://schemas.openxmlformats.org/drawingml/2006/main" x="609600" y="1866900"/>
          <a:ext xmlns:a="http://schemas.openxmlformats.org/drawingml/2006/main" cx="10972800" cy="3714750"/>
        </p:xfrm>
        <a:graphic xmlns:a="http://schemas.openxmlformats.org/drawingml/2006/main">
          <a:graphicData uri="http://schemas.openxmlformats.org/drawingml/2006/table">
            <a:tbl>
              <a:tblPr/>
              <a:tblGrid>
                <a:gridCol w="2333625"/>
                <a:gridCol w="8639175"/>
              </a:tblGrid>
              <a:tr h="619125">
                <a:tc>
                  <a:txBody>
                    <a:bodyPr/>
                    <a:lstStyle/>
                    <a:p>
                      <a:r>
                        <a:rPr sz="1800" b="1">
                          <a:solidFill>
                            <a:srgbClr val="A4DDCA"/>
                          </a:solidFill>
                          <a:latin typeface="Noto Sans KR"/>
                          <a:ea typeface="Noto Sans KR"/>
                          <a:cs typeface="Noto Sans KR"/>
                        </a:rPr>
                        <a:t>비교할 것</a:t>
                      </a:r>
                    </a:p>
                  </a:txBody>
                  <a:tcPr marL="114300" marR="114300" marT="95250" marB="95250" anchor="ctr">
                    <a:lnL w="9525">
                      <a:solidFill>
                        <a:srgbClr val="284B5A"/>
                      </a:solidFill>
                      <a:prstDash val="solid"/>
                    </a:lnL>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c>
                  <a:txBody>
                    <a:bodyPr/>
                    <a:lstStyle/>
                    <a:p>
                      <a:r>
                        <a:rPr sz="1800" b="1">
                          <a:solidFill>
                            <a:srgbClr val="A4DDCA"/>
                          </a:solidFill>
                          <a:latin typeface="Noto Sans KR"/>
                          <a:ea typeface="Noto Sans KR"/>
                          <a:cs typeface="Noto Sans KR"/>
                        </a:rPr>
                        <a:t>확인할 질문</a:t>
                      </a:r>
                    </a:p>
                  </a:txBody>
                  <a:tcPr marL="114300" marR="114300" marT="95250" marB="95250" anchor="ctr">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r>
              <a:tr h="619125">
                <a:tc>
                  <a:txBody>
                    <a:bodyPr/>
                    <a:lstStyle/>
                    <a:p>
                      <a:r>
                        <a:rPr sz="1725" b="0">
                          <a:solidFill>
                            <a:srgbClr val="E4EFEC"/>
                          </a:solidFill>
                          <a:latin typeface="Noto Sans KR"/>
                          <a:ea typeface="Noto Sans KR"/>
                          <a:cs typeface="Noto Sans KR"/>
                        </a:rPr>
                        <a:t>저장 대상</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원문, 개체, 관계, 요약 중 무엇을 저장하나요?</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사전 준비 / 색인</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문서를 어떤 검색 구조로 바꾸나요?</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질문 처리 / 검색</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질문이 오면 어떤 순서로 찾나요?</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답변 근거</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찾은 내용 중 무엇을 LLM에 주나요?</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비용과 오류</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준비·검색·생성 중 어디서 문제가 생기나요?</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bl>
          </a:graphicData>
        </a:graphic>
      </p:graphicFrame>
      <p:sp>
        <p:nvSpPr>
          <p:cNvPr id="4" name="page">
            <a:extLst xmlns:a="http://schemas.openxmlformats.org/drawingml/2006/main">
              <a:ext uri="{FF2B5EF4-FFF2-40B4-BE49-F238E27FC236}">
                <a16:creationId xmlns:a16="http://schemas.microsoft.com/office/drawing/2014/main" id="{241D08AA-6BD0-4A5B-BA86-BD04B1291E3F}"/>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defRPr sz="1125" b="0">
                <a:solidFill>
                  <a:srgbClr val="8EABB7"/>
                </a:solidFill>
                <a:latin typeface="Noto Sans KR"/>
                <a:ea typeface="Noto Sans KR"/>
                <a:cs typeface="Noto Sans KR"/>
              </a:defRPr>
            </a:lvl1pPr>
            <a:lvl2pPr>
              <a:defRPr sz="1125" b="0">
                <a:solidFill>
                  <a:srgbClr val="8EABB7"/>
                </a:solidFill>
                <a:latin typeface="Noto Sans KR"/>
                <a:ea typeface="Noto Sans KR"/>
                <a:cs typeface="Noto Sans KR"/>
              </a:defRPr>
            </a:lvl2pPr>
            <a:lvl3pPr>
              <a:defRPr sz="1125" b="0">
                <a:solidFill>
                  <a:srgbClr val="8EABB7"/>
                </a:solidFill>
                <a:latin typeface="Noto Sans KR"/>
                <a:ea typeface="Noto Sans KR"/>
                <a:cs typeface="Noto Sans KR"/>
              </a:defRPr>
            </a:lvl3pPr>
            <a:lvl4pPr>
              <a:defRPr sz="1125" b="0">
                <a:solidFill>
                  <a:srgbClr val="8EABB7"/>
                </a:solidFill>
                <a:latin typeface="Noto Sans KR"/>
                <a:ea typeface="Noto Sans KR"/>
                <a:cs typeface="Noto Sans KR"/>
              </a:defRPr>
            </a:lvl4pPr>
            <a:lvl5pPr>
              <a:defRPr sz="1125" b="0">
                <a:solidFill>
                  <a:srgbClr val="8EABB7"/>
                </a:solidFill>
                <a:latin typeface="Noto Sans KR"/>
                <a:ea typeface="Noto Sans KR"/>
                <a:cs typeface="Noto Sans KR"/>
              </a:defRPr>
            </a:lvl5pPr>
            <a:lvl6pPr>
              <a:defRPr sz="1125" b="0">
                <a:solidFill>
                  <a:srgbClr val="8EABB7"/>
                </a:solidFill>
                <a:latin typeface="Noto Sans KR"/>
                <a:ea typeface="Noto Sans KR"/>
                <a:cs typeface="Noto Sans KR"/>
              </a:defRPr>
            </a:lvl6pPr>
            <a:lvl7pPr>
              <a:defRPr sz="1125" b="0">
                <a:solidFill>
                  <a:srgbClr val="8EABB7"/>
                </a:solidFill>
                <a:latin typeface="Noto Sans KR"/>
                <a:ea typeface="Noto Sans KR"/>
                <a:cs typeface="Noto Sans KR"/>
              </a:defRPr>
            </a:lvl7pPr>
            <a:lvl8pPr>
              <a:defRPr sz="1125" b="0">
                <a:solidFill>
                  <a:srgbClr val="8EABB7"/>
                </a:solidFill>
                <a:latin typeface="Noto Sans KR"/>
                <a:ea typeface="Noto Sans KR"/>
                <a:cs typeface="Noto Sans KR"/>
              </a:defRPr>
            </a:lvl8pPr>
            <a:lvl9pPr>
              <a:defRPr sz="1125" b="0">
                <a:solidFill>
                  <a:srgbClr val="8EABB7"/>
                </a:solidFill>
                <a:latin typeface="Noto Sans KR"/>
                <a:ea typeface="Noto Sans KR"/>
                <a:cs typeface="Noto Sans KR"/>
              </a:defRPr>
            </a:lvl9pPr>
          </a:lstStyle>
          <a:p xmlns:a="http://schemas.openxmlformats.org/drawingml/2006/main">
            <a:pPr>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17</a:t>
            </a:r>
          </a:p>
        </p:txBody>
      </p:sp>
    </p:spTree>
    <p:extLst>
      <p:ext uri="{BB962C8B-B14F-4D97-AF65-F5344CB8AC3E}">
        <p14:creationId xmlns:p14="http://schemas.microsoft.com/office/powerpoint/2010/main" val="1573125871"/>
      </p:ext>
    </p:extLst>
  </p:cSld>
</p:sld>
</file>

<file path=ppt/slides/slide18.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0" name="section">
            <a:extLst xmlns:a="http://schemas.openxmlformats.org/drawingml/2006/main">
              <a:ext uri="{FF2B5EF4-FFF2-40B4-BE49-F238E27FC236}">
                <a16:creationId xmlns:a16="http://schemas.microsoft.com/office/drawing/2014/main" id="{17892C46-17E2-45C7-96AA-9CD87DDA6AD0}"/>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defRPr sz="1125" b="1">
                <a:solidFill>
                  <a:srgbClr val="A4DDCA"/>
                </a:solidFill>
                <a:latin typeface="Noto Sans KR"/>
                <a:ea typeface="Noto Sans KR"/>
                <a:cs typeface="Noto Sans KR"/>
              </a:defRPr>
            </a:lvl1pPr>
            <a:lvl2pPr>
              <a:defRPr sz="1125" b="1">
                <a:solidFill>
                  <a:srgbClr val="A4DDCA"/>
                </a:solidFill>
                <a:latin typeface="Noto Sans KR"/>
                <a:ea typeface="Noto Sans KR"/>
                <a:cs typeface="Noto Sans KR"/>
              </a:defRPr>
            </a:lvl2pPr>
            <a:lvl3pPr>
              <a:defRPr sz="1125" b="1">
                <a:solidFill>
                  <a:srgbClr val="A4DDCA"/>
                </a:solidFill>
                <a:latin typeface="Noto Sans KR"/>
                <a:ea typeface="Noto Sans KR"/>
                <a:cs typeface="Noto Sans KR"/>
              </a:defRPr>
            </a:lvl3pPr>
            <a:lvl4pPr>
              <a:defRPr sz="1125" b="1">
                <a:solidFill>
                  <a:srgbClr val="A4DDCA"/>
                </a:solidFill>
                <a:latin typeface="Noto Sans KR"/>
                <a:ea typeface="Noto Sans KR"/>
                <a:cs typeface="Noto Sans KR"/>
              </a:defRPr>
            </a:lvl4pPr>
            <a:lvl5pPr>
              <a:defRPr sz="1125" b="1">
                <a:solidFill>
                  <a:srgbClr val="A4DDCA"/>
                </a:solidFill>
                <a:latin typeface="Noto Sans KR"/>
                <a:ea typeface="Noto Sans KR"/>
                <a:cs typeface="Noto Sans KR"/>
              </a:defRPr>
            </a:lvl5pPr>
            <a:lvl6pPr>
              <a:defRPr sz="1125" b="1">
                <a:solidFill>
                  <a:srgbClr val="A4DDCA"/>
                </a:solidFill>
                <a:latin typeface="Noto Sans KR"/>
                <a:ea typeface="Noto Sans KR"/>
                <a:cs typeface="Noto Sans KR"/>
              </a:defRPr>
            </a:lvl6pPr>
            <a:lvl7pPr>
              <a:defRPr sz="1125" b="1">
                <a:solidFill>
                  <a:srgbClr val="A4DDCA"/>
                </a:solidFill>
                <a:latin typeface="Noto Sans KR"/>
                <a:ea typeface="Noto Sans KR"/>
                <a:cs typeface="Noto Sans KR"/>
              </a:defRPr>
            </a:lvl7pPr>
            <a:lvl8pPr>
              <a:defRPr sz="1125" b="1">
                <a:solidFill>
                  <a:srgbClr val="A4DDCA"/>
                </a:solidFill>
                <a:latin typeface="Noto Sans KR"/>
                <a:ea typeface="Noto Sans KR"/>
                <a:cs typeface="Noto Sans KR"/>
              </a:defRPr>
            </a:lvl8pPr>
            <a:lvl9pPr>
              <a:defRPr sz="1125" b="1">
                <a:solidFill>
                  <a:srgbClr val="A4DDCA"/>
                </a:solidFill>
                <a:latin typeface="Noto Sans KR"/>
                <a:ea typeface="Noto Sans KR"/>
                <a:cs typeface="Noto Sans KR"/>
              </a:defRPr>
            </a:lvl9pPr>
          </a:lstStyle>
          <a:p xmlns:a="http://schemas.openxmlformats.org/drawingml/2006/main">
            <a:pPr>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F01E9770-4673-4694-A095-7B04D22DE58D}"/>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defRPr sz="3000" b="1">
                <a:solidFill>
                  <a:srgbClr val="E4EFEC"/>
                </a:solidFill>
                <a:latin typeface="Noto Sans KR"/>
                <a:ea typeface="Noto Sans KR"/>
                <a:cs typeface="Noto Sans KR"/>
              </a:defRPr>
            </a:lvl1pPr>
            <a:lvl2pPr>
              <a:defRPr sz="3000" b="1">
                <a:solidFill>
                  <a:srgbClr val="E4EFEC"/>
                </a:solidFill>
                <a:latin typeface="Noto Sans KR"/>
                <a:ea typeface="Noto Sans KR"/>
                <a:cs typeface="Noto Sans KR"/>
              </a:defRPr>
            </a:lvl2pPr>
            <a:lvl3pPr>
              <a:defRPr sz="3000" b="1">
                <a:solidFill>
                  <a:srgbClr val="E4EFEC"/>
                </a:solidFill>
                <a:latin typeface="Noto Sans KR"/>
                <a:ea typeface="Noto Sans KR"/>
                <a:cs typeface="Noto Sans KR"/>
              </a:defRPr>
            </a:lvl3pPr>
            <a:lvl4pPr>
              <a:defRPr sz="3000" b="1">
                <a:solidFill>
                  <a:srgbClr val="E4EFEC"/>
                </a:solidFill>
                <a:latin typeface="Noto Sans KR"/>
                <a:ea typeface="Noto Sans KR"/>
                <a:cs typeface="Noto Sans KR"/>
              </a:defRPr>
            </a:lvl4pPr>
            <a:lvl5pPr>
              <a:defRPr sz="3000" b="1">
                <a:solidFill>
                  <a:srgbClr val="E4EFEC"/>
                </a:solidFill>
                <a:latin typeface="Noto Sans KR"/>
                <a:ea typeface="Noto Sans KR"/>
                <a:cs typeface="Noto Sans KR"/>
              </a:defRPr>
            </a:lvl5pPr>
            <a:lvl6pPr>
              <a:defRPr sz="3000" b="1">
                <a:solidFill>
                  <a:srgbClr val="E4EFEC"/>
                </a:solidFill>
                <a:latin typeface="Noto Sans KR"/>
                <a:ea typeface="Noto Sans KR"/>
                <a:cs typeface="Noto Sans KR"/>
              </a:defRPr>
            </a:lvl6pPr>
            <a:lvl7pPr>
              <a:defRPr sz="3000" b="1">
                <a:solidFill>
                  <a:srgbClr val="E4EFEC"/>
                </a:solidFill>
                <a:latin typeface="Noto Sans KR"/>
                <a:ea typeface="Noto Sans KR"/>
                <a:cs typeface="Noto Sans KR"/>
              </a:defRPr>
            </a:lvl7pPr>
            <a:lvl8pPr>
              <a:defRPr sz="3000" b="1">
                <a:solidFill>
                  <a:srgbClr val="E4EFEC"/>
                </a:solidFill>
                <a:latin typeface="Noto Sans KR"/>
                <a:ea typeface="Noto Sans KR"/>
                <a:cs typeface="Noto Sans KR"/>
              </a:defRPr>
            </a:lvl8pPr>
            <a:lvl9pPr>
              <a:defRPr sz="3000" b="1">
                <a:solidFill>
                  <a:srgbClr val="E4EFEC"/>
                </a:solidFill>
                <a:latin typeface="Noto Sans KR"/>
                <a:ea typeface="Noto Sans KR"/>
                <a:cs typeface="Noto Sans KR"/>
              </a:defRPr>
            </a:lvl9pPr>
          </a:lstStyle>
          <a:p xmlns:a="http://schemas.openxmlformats.org/drawingml/2006/main">
            <a:pPr>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RAPTOR: 문서를 요약의 층으로 정리</a:t>
            </a:r>
          </a:p>
        </p:txBody>
      </p:sp>
      <p:sp>
        <p:nvSpPr>
          <p:cNvPr id="3" name="label-0">
            <a:extLst xmlns:a="http://schemas.openxmlformats.org/drawingml/2006/main">
              <a:ext uri="{FF2B5EF4-FFF2-40B4-BE49-F238E27FC236}">
                <a16:creationId xmlns:a16="http://schemas.microsoft.com/office/drawing/2014/main" id="{8E3ACDFF-4158-4BAB-89A7-633A834BD6AC}"/>
              </a:ext>
            </a:extLst>
          </p:cNvPr>
          <p:cNvSpPr>
            <a:spLocks xmlns:a="http://schemas.openxmlformats.org/drawingml/2006/main" noGrp="1"/>
          </p:cNvSpPr>
          <p:nvPr/>
        </p:nvSpPr>
        <p:spPr>
          <a:xfrm xmlns:a="http://schemas.openxmlformats.org/drawingml/2006/main">
            <a:off x="609600" y="186690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defRPr sz="1950" b="1">
                <a:solidFill>
                  <a:srgbClr val="A4DDCA"/>
                </a:solidFill>
                <a:latin typeface="Noto Sans KR"/>
                <a:ea typeface="Noto Sans KR"/>
                <a:cs typeface="Noto Sans KR"/>
              </a:defRPr>
            </a:lvl1pPr>
            <a:lvl2pPr>
              <a:defRPr sz="1950" b="1">
                <a:solidFill>
                  <a:srgbClr val="A4DDCA"/>
                </a:solidFill>
                <a:latin typeface="Noto Sans KR"/>
                <a:ea typeface="Noto Sans KR"/>
                <a:cs typeface="Noto Sans KR"/>
              </a:defRPr>
            </a:lvl2pPr>
            <a:lvl3pPr>
              <a:defRPr sz="1950" b="1">
                <a:solidFill>
                  <a:srgbClr val="A4DDCA"/>
                </a:solidFill>
                <a:latin typeface="Noto Sans KR"/>
                <a:ea typeface="Noto Sans KR"/>
                <a:cs typeface="Noto Sans KR"/>
              </a:defRPr>
            </a:lvl3pPr>
            <a:lvl4pPr>
              <a:defRPr sz="1950" b="1">
                <a:solidFill>
                  <a:srgbClr val="A4DDCA"/>
                </a:solidFill>
                <a:latin typeface="Noto Sans KR"/>
                <a:ea typeface="Noto Sans KR"/>
                <a:cs typeface="Noto Sans KR"/>
              </a:defRPr>
            </a:lvl4pPr>
            <a:lvl5pPr>
              <a:defRPr sz="1950" b="1">
                <a:solidFill>
                  <a:srgbClr val="A4DDCA"/>
                </a:solidFill>
                <a:latin typeface="Noto Sans KR"/>
                <a:ea typeface="Noto Sans KR"/>
                <a:cs typeface="Noto Sans KR"/>
              </a:defRPr>
            </a:lvl5pPr>
            <a:lvl6pPr>
              <a:defRPr sz="1950" b="1">
                <a:solidFill>
                  <a:srgbClr val="A4DDCA"/>
                </a:solidFill>
                <a:latin typeface="Noto Sans KR"/>
                <a:ea typeface="Noto Sans KR"/>
                <a:cs typeface="Noto Sans KR"/>
              </a:defRPr>
            </a:lvl6pPr>
            <a:lvl7pPr>
              <a:defRPr sz="1950" b="1">
                <a:solidFill>
                  <a:srgbClr val="A4DDCA"/>
                </a:solidFill>
                <a:latin typeface="Noto Sans KR"/>
                <a:ea typeface="Noto Sans KR"/>
                <a:cs typeface="Noto Sans KR"/>
              </a:defRPr>
            </a:lvl7pPr>
            <a:lvl8pPr>
              <a:defRPr sz="1950" b="1">
                <a:solidFill>
                  <a:srgbClr val="A4DDCA"/>
                </a:solidFill>
                <a:latin typeface="Noto Sans KR"/>
                <a:ea typeface="Noto Sans KR"/>
                <a:cs typeface="Noto Sans KR"/>
              </a:defRPr>
            </a:lvl8pPr>
            <a:lvl9pPr>
              <a:defRPr sz="1950" b="1">
                <a:solidFill>
                  <a:srgbClr val="A4DDCA"/>
                </a:solidFill>
                <a:latin typeface="Noto Sans KR"/>
                <a:ea typeface="Noto Sans KR"/>
                <a:cs typeface="Noto Sans KR"/>
              </a:defRPr>
            </a:lvl9pPr>
          </a:lstStyle>
          <a:p xmlns:a="http://schemas.openxmlformats.org/drawingml/2006/main">
            <a:pPr>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저장하는 것</a:t>
            </a:r>
          </a:p>
        </p:txBody>
      </p:sp>
      <p:sp>
        <p:nvSpPr>
          <p:cNvPr id="4" name="body-0">
            <a:extLst xmlns:a="http://schemas.openxmlformats.org/drawingml/2006/main">
              <a:ext uri="{FF2B5EF4-FFF2-40B4-BE49-F238E27FC236}">
                <a16:creationId xmlns:a16="http://schemas.microsoft.com/office/drawing/2014/main" id="{39F7376F-518B-45F5-AC05-DEDF691DDADD}"/>
              </a:ext>
            </a:extLst>
          </p:cNvPr>
          <p:cNvSpPr>
            <a:spLocks xmlns:a="http://schemas.openxmlformats.org/drawingml/2006/main" noGrp="1"/>
          </p:cNvSpPr>
          <p:nvPr/>
        </p:nvSpPr>
        <p:spPr>
          <a:xfrm xmlns:a="http://schemas.openxmlformats.org/drawingml/2006/main">
            <a:off x="3190875" y="186690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defRPr sz="2025" b="0">
                <a:solidFill>
                  <a:srgbClr val="E4EFEC"/>
                </a:solidFill>
                <a:latin typeface="Noto Sans KR"/>
                <a:ea typeface="Noto Sans KR"/>
                <a:cs typeface="Noto Sans KR"/>
              </a:defRPr>
            </a:lvl1pPr>
            <a:lvl2pPr>
              <a:defRPr sz="2025" b="0">
                <a:solidFill>
                  <a:srgbClr val="E4EFEC"/>
                </a:solidFill>
                <a:latin typeface="Noto Sans KR"/>
                <a:ea typeface="Noto Sans KR"/>
                <a:cs typeface="Noto Sans KR"/>
              </a:defRPr>
            </a:lvl2pPr>
            <a:lvl3pPr>
              <a:defRPr sz="2025" b="0">
                <a:solidFill>
                  <a:srgbClr val="E4EFEC"/>
                </a:solidFill>
                <a:latin typeface="Noto Sans KR"/>
                <a:ea typeface="Noto Sans KR"/>
                <a:cs typeface="Noto Sans KR"/>
              </a:defRPr>
            </a:lvl3pPr>
            <a:lvl4pPr>
              <a:defRPr sz="2025" b="0">
                <a:solidFill>
                  <a:srgbClr val="E4EFEC"/>
                </a:solidFill>
                <a:latin typeface="Noto Sans KR"/>
                <a:ea typeface="Noto Sans KR"/>
                <a:cs typeface="Noto Sans KR"/>
              </a:defRPr>
            </a:lvl4pPr>
            <a:lvl5pPr>
              <a:defRPr sz="2025" b="0">
                <a:solidFill>
                  <a:srgbClr val="E4EFEC"/>
                </a:solidFill>
                <a:latin typeface="Noto Sans KR"/>
                <a:ea typeface="Noto Sans KR"/>
                <a:cs typeface="Noto Sans KR"/>
              </a:defRPr>
            </a:lvl5pPr>
            <a:lvl6pPr>
              <a:defRPr sz="2025" b="0">
                <a:solidFill>
                  <a:srgbClr val="E4EFEC"/>
                </a:solidFill>
                <a:latin typeface="Noto Sans KR"/>
                <a:ea typeface="Noto Sans KR"/>
                <a:cs typeface="Noto Sans KR"/>
              </a:defRPr>
            </a:lvl6pPr>
            <a:lvl7pPr>
              <a:defRPr sz="2025" b="0">
                <a:solidFill>
                  <a:srgbClr val="E4EFEC"/>
                </a:solidFill>
                <a:latin typeface="Noto Sans KR"/>
                <a:ea typeface="Noto Sans KR"/>
                <a:cs typeface="Noto Sans KR"/>
              </a:defRPr>
            </a:lvl7pPr>
            <a:lvl8pPr>
              <a:defRPr sz="2025" b="0">
                <a:solidFill>
                  <a:srgbClr val="E4EFEC"/>
                </a:solidFill>
                <a:latin typeface="Noto Sans KR"/>
                <a:ea typeface="Noto Sans KR"/>
                <a:cs typeface="Noto Sans KR"/>
              </a:defRPr>
            </a:lvl8pPr>
            <a:lvl9pPr>
              <a:defRPr sz="2025" b="0">
                <a:solidFill>
                  <a:srgbClr val="E4EFEC"/>
                </a:solidFill>
                <a:latin typeface="Noto Sans KR"/>
                <a:ea typeface="Noto Sans KR"/>
                <a:cs typeface="Noto Sans KR"/>
              </a:defRPr>
            </a:lvl9pPr>
          </a:lstStyle>
          <a:p xmlns:a="http://schemas.openxmlformats.org/drawingml/2006/main">
            <a:pPr>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원문 조각과 여러 단계의 요약문</a:t>
            </a:r>
          </a:p>
        </p:txBody>
      </p:sp>
      <p:sp>
        <p:nvSpPr>
          <p:cNvPr id="5" name="label-1">
            <a:extLst xmlns:a="http://schemas.openxmlformats.org/drawingml/2006/main">
              <a:ext uri="{FF2B5EF4-FFF2-40B4-BE49-F238E27FC236}">
                <a16:creationId xmlns:a16="http://schemas.microsoft.com/office/drawing/2014/main" id="{F3A9DCB0-7D14-45BB-9054-5D37756D389C}"/>
              </a:ext>
            </a:extLst>
          </p:cNvPr>
          <p:cNvSpPr>
            <a:spLocks xmlns:a="http://schemas.openxmlformats.org/drawingml/2006/main" noGrp="1"/>
          </p:cNvSpPr>
          <p:nvPr/>
        </p:nvSpPr>
        <p:spPr>
          <a:xfrm xmlns:a="http://schemas.openxmlformats.org/drawingml/2006/main">
            <a:off x="609600" y="31337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defRPr sz="1950" b="1">
                <a:solidFill>
                  <a:srgbClr val="A4DDCA"/>
                </a:solidFill>
                <a:latin typeface="Noto Sans KR"/>
                <a:ea typeface="Noto Sans KR"/>
                <a:cs typeface="Noto Sans KR"/>
              </a:defRPr>
            </a:lvl1pPr>
            <a:lvl2pPr>
              <a:defRPr sz="1950" b="1">
                <a:solidFill>
                  <a:srgbClr val="A4DDCA"/>
                </a:solidFill>
                <a:latin typeface="Noto Sans KR"/>
                <a:ea typeface="Noto Sans KR"/>
                <a:cs typeface="Noto Sans KR"/>
              </a:defRPr>
            </a:lvl2pPr>
            <a:lvl3pPr>
              <a:defRPr sz="1950" b="1">
                <a:solidFill>
                  <a:srgbClr val="A4DDCA"/>
                </a:solidFill>
                <a:latin typeface="Noto Sans KR"/>
                <a:ea typeface="Noto Sans KR"/>
                <a:cs typeface="Noto Sans KR"/>
              </a:defRPr>
            </a:lvl3pPr>
            <a:lvl4pPr>
              <a:defRPr sz="1950" b="1">
                <a:solidFill>
                  <a:srgbClr val="A4DDCA"/>
                </a:solidFill>
                <a:latin typeface="Noto Sans KR"/>
                <a:ea typeface="Noto Sans KR"/>
                <a:cs typeface="Noto Sans KR"/>
              </a:defRPr>
            </a:lvl4pPr>
            <a:lvl5pPr>
              <a:defRPr sz="1950" b="1">
                <a:solidFill>
                  <a:srgbClr val="A4DDCA"/>
                </a:solidFill>
                <a:latin typeface="Noto Sans KR"/>
                <a:ea typeface="Noto Sans KR"/>
                <a:cs typeface="Noto Sans KR"/>
              </a:defRPr>
            </a:lvl5pPr>
            <a:lvl6pPr>
              <a:defRPr sz="1950" b="1">
                <a:solidFill>
                  <a:srgbClr val="A4DDCA"/>
                </a:solidFill>
                <a:latin typeface="Noto Sans KR"/>
                <a:ea typeface="Noto Sans KR"/>
                <a:cs typeface="Noto Sans KR"/>
              </a:defRPr>
            </a:lvl6pPr>
            <a:lvl7pPr>
              <a:defRPr sz="1950" b="1">
                <a:solidFill>
                  <a:srgbClr val="A4DDCA"/>
                </a:solidFill>
                <a:latin typeface="Noto Sans KR"/>
                <a:ea typeface="Noto Sans KR"/>
                <a:cs typeface="Noto Sans KR"/>
              </a:defRPr>
            </a:lvl7pPr>
            <a:lvl8pPr>
              <a:defRPr sz="1950" b="1">
                <a:solidFill>
                  <a:srgbClr val="A4DDCA"/>
                </a:solidFill>
                <a:latin typeface="Noto Sans KR"/>
                <a:ea typeface="Noto Sans KR"/>
                <a:cs typeface="Noto Sans KR"/>
              </a:defRPr>
            </a:lvl8pPr>
            <a:lvl9pPr>
              <a:defRPr sz="1950" b="1">
                <a:solidFill>
                  <a:srgbClr val="A4DDCA"/>
                </a:solidFill>
                <a:latin typeface="Noto Sans KR"/>
                <a:ea typeface="Noto Sans KR"/>
                <a:cs typeface="Noto Sans KR"/>
              </a:defRPr>
            </a:lvl9pPr>
          </a:lstStyle>
          <a:p xmlns:a="http://schemas.openxmlformats.org/drawingml/2006/main">
            <a:pPr>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미리 준비하는 일</a:t>
            </a:r>
          </a:p>
        </p:txBody>
      </p:sp>
      <p:sp>
        <p:nvSpPr>
          <p:cNvPr id="6" name="body-1">
            <a:extLst xmlns:a="http://schemas.openxmlformats.org/drawingml/2006/main">
              <a:ext uri="{FF2B5EF4-FFF2-40B4-BE49-F238E27FC236}">
                <a16:creationId xmlns:a16="http://schemas.microsoft.com/office/drawing/2014/main" id="{69888C82-D5CF-4CAA-BFC5-F4658E4A6E32}"/>
              </a:ext>
            </a:extLst>
          </p:cNvPr>
          <p:cNvSpPr>
            <a:spLocks xmlns:a="http://schemas.openxmlformats.org/drawingml/2006/main" noGrp="1"/>
          </p:cNvSpPr>
          <p:nvPr/>
        </p:nvSpPr>
        <p:spPr>
          <a:xfrm xmlns:a="http://schemas.openxmlformats.org/drawingml/2006/main">
            <a:off x="3190875" y="31337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defRPr sz="2025" b="0">
                <a:solidFill>
                  <a:srgbClr val="E4EFEC"/>
                </a:solidFill>
                <a:latin typeface="Noto Sans KR"/>
                <a:ea typeface="Noto Sans KR"/>
                <a:cs typeface="Noto Sans KR"/>
              </a:defRPr>
            </a:lvl1pPr>
            <a:lvl2pPr>
              <a:defRPr sz="2025" b="0">
                <a:solidFill>
                  <a:srgbClr val="E4EFEC"/>
                </a:solidFill>
                <a:latin typeface="Noto Sans KR"/>
                <a:ea typeface="Noto Sans KR"/>
                <a:cs typeface="Noto Sans KR"/>
              </a:defRPr>
            </a:lvl2pPr>
            <a:lvl3pPr>
              <a:defRPr sz="2025" b="0">
                <a:solidFill>
                  <a:srgbClr val="E4EFEC"/>
                </a:solidFill>
                <a:latin typeface="Noto Sans KR"/>
                <a:ea typeface="Noto Sans KR"/>
                <a:cs typeface="Noto Sans KR"/>
              </a:defRPr>
            </a:lvl3pPr>
            <a:lvl4pPr>
              <a:defRPr sz="2025" b="0">
                <a:solidFill>
                  <a:srgbClr val="E4EFEC"/>
                </a:solidFill>
                <a:latin typeface="Noto Sans KR"/>
                <a:ea typeface="Noto Sans KR"/>
                <a:cs typeface="Noto Sans KR"/>
              </a:defRPr>
            </a:lvl4pPr>
            <a:lvl5pPr>
              <a:defRPr sz="2025" b="0">
                <a:solidFill>
                  <a:srgbClr val="E4EFEC"/>
                </a:solidFill>
                <a:latin typeface="Noto Sans KR"/>
                <a:ea typeface="Noto Sans KR"/>
                <a:cs typeface="Noto Sans KR"/>
              </a:defRPr>
            </a:lvl5pPr>
            <a:lvl6pPr>
              <a:defRPr sz="2025" b="0">
                <a:solidFill>
                  <a:srgbClr val="E4EFEC"/>
                </a:solidFill>
                <a:latin typeface="Noto Sans KR"/>
                <a:ea typeface="Noto Sans KR"/>
                <a:cs typeface="Noto Sans KR"/>
              </a:defRPr>
            </a:lvl6pPr>
            <a:lvl7pPr>
              <a:defRPr sz="2025" b="0">
                <a:solidFill>
                  <a:srgbClr val="E4EFEC"/>
                </a:solidFill>
                <a:latin typeface="Noto Sans KR"/>
                <a:ea typeface="Noto Sans KR"/>
                <a:cs typeface="Noto Sans KR"/>
              </a:defRPr>
            </a:lvl7pPr>
            <a:lvl8pPr>
              <a:defRPr sz="2025" b="0">
                <a:solidFill>
                  <a:srgbClr val="E4EFEC"/>
                </a:solidFill>
                <a:latin typeface="Noto Sans KR"/>
                <a:ea typeface="Noto Sans KR"/>
                <a:cs typeface="Noto Sans KR"/>
              </a:defRPr>
            </a:lvl8pPr>
            <a:lvl9pPr>
              <a:defRPr sz="2025" b="0">
                <a:solidFill>
                  <a:srgbClr val="E4EFEC"/>
                </a:solidFill>
                <a:latin typeface="Noto Sans KR"/>
                <a:ea typeface="Noto Sans KR"/>
                <a:cs typeface="Noto Sans KR"/>
              </a:defRPr>
            </a:lvl9pPr>
          </a:lstStyle>
          <a:p xmlns:a="http://schemas.openxmlformats.org/drawingml/2006/main">
            <a:pPr>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비슷한 문서를 묶어 요약하고, 요약들을 다시 묶습니다.</a:t>
            </a:r>
          </a:p>
        </p:txBody>
      </p:sp>
      <p:sp>
        <p:nvSpPr>
          <p:cNvPr id="7" name="label-2">
            <a:extLst xmlns:a="http://schemas.openxmlformats.org/drawingml/2006/main">
              <a:ext uri="{FF2B5EF4-FFF2-40B4-BE49-F238E27FC236}">
                <a16:creationId xmlns:a16="http://schemas.microsoft.com/office/drawing/2014/main" id="{1013679D-74E0-4947-8458-768BB66EDA77}"/>
              </a:ext>
            </a:extLst>
          </p:cNvPr>
          <p:cNvSpPr>
            <a:spLocks xmlns:a="http://schemas.openxmlformats.org/drawingml/2006/main" noGrp="1"/>
          </p:cNvSpPr>
          <p:nvPr/>
        </p:nvSpPr>
        <p:spPr>
          <a:xfrm xmlns:a="http://schemas.openxmlformats.org/drawingml/2006/main">
            <a:off x="609600" y="44005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defRPr sz="1950" b="1">
                <a:solidFill>
                  <a:srgbClr val="A4DDCA"/>
                </a:solidFill>
                <a:latin typeface="Noto Sans KR"/>
                <a:ea typeface="Noto Sans KR"/>
                <a:cs typeface="Noto Sans KR"/>
              </a:defRPr>
            </a:lvl1pPr>
            <a:lvl2pPr>
              <a:defRPr sz="1950" b="1">
                <a:solidFill>
                  <a:srgbClr val="A4DDCA"/>
                </a:solidFill>
                <a:latin typeface="Noto Sans KR"/>
                <a:ea typeface="Noto Sans KR"/>
                <a:cs typeface="Noto Sans KR"/>
              </a:defRPr>
            </a:lvl2pPr>
            <a:lvl3pPr>
              <a:defRPr sz="1950" b="1">
                <a:solidFill>
                  <a:srgbClr val="A4DDCA"/>
                </a:solidFill>
                <a:latin typeface="Noto Sans KR"/>
                <a:ea typeface="Noto Sans KR"/>
                <a:cs typeface="Noto Sans KR"/>
              </a:defRPr>
            </a:lvl3pPr>
            <a:lvl4pPr>
              <a:defRPr sz="1950" b="1">
                <a:solidFill>
                  <a:srgbClr val="A4DDCA"/>
                </a:solidFill>
                <a:latin typeface="Noto Sans KR"/>
                <a:ea typeface="Noto Sans KR"/>
                <a:cs typeface="Noto Sans KR"/>
              </a:defRPr>
            </a:lvl4pPr>
            <a:lvl5pPr>
              <a:defRPr sz="1950" b="1">
                <a:solidFill>
                  <a:srgbClr val="A4DDCA"/>
                </a:solidFill>
                <a:latin typeface="Noto Sans KR"/>
                <a:ea typeface="Noto Sans KR"/>
                <a:cs typeface="Noto Sans KR"/>
              </a:defRPr>
            </a:lvl5pPr>
            <a:lvl6pPr>
              <a:defRPr sz="1950" b="1">
                <a:solidFill>
                  <a:srgbClr val="A4DDCA"/>
                </a:solidFill>
                <a:latin typeface="Noto Sans KR"/>
                <a:ea typeface="Noto Sans KR"/>
                <a:cs typeface="Noto Sans KR"/>
              </a:defRPr>
            </a:lvl6pPr>
            <a:lvl7pPr>
              <a:defRPr sz="1950" b="1">
                <a:solidFill>
                  <a:srgbClr val="A4DDCA"/>
                </a:solidFill>
                <a:latin typeface="Noto Sans KR"/>
                <a:ea typeface="Noto Sans KR"/>
                <a:cs typeface="Noto Sans KR"/>
              </a:defRPr>
            </a:lvl7pPr>
            <a:lvl8pPr>
              <a:defRPr sz="1950" b="1">
                <a:solidFill>
                  <a:srgbClr val="A4DDCA"/>
                </a:solidFill>
                <a:latin typeface="Noto Sans KR"/>
                <a:ea typeface="Noto Sans KR"/>
                <a:cs typeface="Noto Sans KR"/>
              </a:defRPr>
            </a:lvl8pPr>
            <a:lvl9pPr>
              <a:defRPr sz="1950" b="1">
                <a:solidFill>
                  <a:srgbClr val="A4DDCA"/>
                </a:solidFill>
                <a:latin typeface="Noto Sans KR"/>
                <a:ea typeface="Noto Sans KR"/>
                <a:cs typeface="Noto Sans KR"/>
              </a:defRPr>
            </a:lvl9pPr>
          </a:lstStyle>
          <a:p xmlns:a="http://schemas.openxmlformats.org/drawingml/2006/main">
            <a:pPr>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질문이 오면 하는 일</a:t>
            </a:r>
          </a:p>
        </p:txBody>
      </p:sp>
      <p:sp>
        <p:nvSpPr>
          <p:cNvPr id="8" name="body-2">
            <a:extLst xmlns:a="http://schemas.openxmlformats.org/drawingml/2006/main">
              <a:ext uri="{FF2B5EF4-FFF2-40B4-BE49-F238E27FC236}">
                <a16:creationId xmlns:a16="http://schemas.microsoft.com/office/drawing/2014/main" id="{B0C974BA-046E-4C65-867D-85EA5470BA6E}"/>
              </a:ext>
            </a:extLst>
          </p:cNvPr>
          <p:cNvSpPr>
            <a:spLocks xmlns:a="http://schemas.openxmlformats.org/drawingml/2006/main" noGrp="1"/>
          </p:cNvSpPr>
          <p:nvPr/>
        </p:nvSpPr>
        <p:spPr>
          <a:xfrm xmlns:a="http://schemas.openxmlformats.org/drawingml/2006/main">
            <a:off x="3190875" y="44005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defRPr sz="2025" b="0">
                <a:solidFill>
                  <a:srgbClr val="E4EFEC"/>
                </a:solidFill>
                <a:latin typeface="Noto Sans KR"/>
                <a:ea typeface="Noto Sans KR"/>
                <a:cs typeface="Noto Sans KR"/>
              </a:defRPr>
            </a:lvl1pPr>
            <a:lvl2pPr>
              <a:defRPr sz="2025" b="0">
                <a:solidFill>
                  <a:srgbClr val="E4EFEC"/>
                </a:solidFill>
                <a:latin typeface="Noto Sans KR"/>
                <a:ea typeface="Noto Sans KR"/>
                <a:cs typeface="Noto Sans KR"/>
              </a:defRPr>
            </a:lvl2pPr>
            <a:lvl3pPr>
              <a:defRPr sz="2025" b="0">
                <a:solidFill>
                  <a:srgbClr val="E4EFEC"/>
                </a:solidFill>
                <a:latin typeface="Noto Sans KR"/>
                <a:ea typeface="Noto Sans KR"/>
                <a:cs typeface="Noto Sans KR"/>
              </a:defRPr>
            </a:lvl3pPr>
            <a:lvl4pPr>
              <a:defRPr sz="2025" b="0">
                <a:solidFill>
                  <a:srgbClr val="E4EFEC"/>
                </a:solidFill>
                <a:latin typeface="Noto Sans KR"/>
                <a:ea typeface="Noto Sans KR"/>
                <a:cs typeface="Noto Sans KR"/>
              </a:defRPr>
            </a:lvl4pPr>
            <a:lvl5pPr>
              <a:defRPr sz="2025" b="0">
                <a:solidFill>
                  <a:srgbClr val="E4EFEC"/>
                </a:solidFill>
                <a:latin typeface="Noto Sans KR"/>
                <a:ea typeface="Noto Sans KR"/>
                <a:cs typeface="Noto Sans KR"/>
              </a:defRPr>
            </a:lvl5pPr>
            <a:lvl6pPr>
              <a:defRPr sz="2025" b="0">
                <a:solidFill>
                  <a:srgbClr val="E4EFEC"/>
                </a:solidFill>
                <a:latin typeface="Noto Sans KR"/>
                <a:ea typeface="Noto Sans KR"/>
                <a:cs typeface="Noto Sans KR"/>
              </a:defRPr>
            </a:lvl6pPr>
            <a:lvl7pPr>
              <a:defRPr sz="2025" b="0">
                <a:solidFill>
                  <a:srgbClr val="E4EFEC"/>
                </a:solidFill>
                <a:latin typeface="Noto Sans KR"/>
                <a:ea typeface="Noto Sans KR"/>
                <a:cs typeface="Noto Sans KR"/>
              </a:defRPr>
            </a:lvl7pPr>
            <a:lvl8pPr>
              <a:defRPr sz="2025" b="0">
                <a:solidFill>
                  <a:srgbClr val="E4EFEC"/>
                </a:solidFill>
                <a:latin typeface="Noto Sans KR"/>
                <a:ea typeface="Noto Sans KR"/>
                <a:cs typeface="Noto Sans KR"/>
              </a:defRPr>
            </a:lvl8pPr>
            <a:lvl9pPr>
              <a:defRPr sz="2025" b="0">
                <a:solidFill>
                  <a:srgbClr val="E4EFEC"/>
                </a:solidFill>
                <a:latin typeface="Noto Sans KR"/>
                <a:ea typeface="Noto Sans KR"/>
                <a:cs typeface="Noto Sans KR"/>
              </a:defRPr>
            </a:lvl9pPr>
          </a:lstStyle>
          <a:p xmlns:a="http://schemas.openxmlformats.org/drawingml/2006/main">
            <a:pPr>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질문과 맞는 원문 또는 요약문을 찾습니다.</a:t>
            </a:r>
          </a:p>
        </p:txBody>
      </p:sp>
      <p:sp>
        <p:nvSpPr>
          <p:cNvPr id="9" name="page">
            <a:extLst xmlns:a="http://schemas.openxmlformats.org/drawingml/2006/main">
              <a:ext uri="{FF2B5EF4-FFF2-40B4-BE49-F238E27FC236}">
                <a16:creationId xmlns:a16="http://schemas.microsoft.com/office/drawing/2014/main" id="{7A0A269B-D75B-4AF4-B746-A38A5A5AE215}"/>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defRPr sz="1125" b="0">
                <a:solidFill>
                  <a:srgbClr val="8EABB7"/>
                </a:solidFill>
                <a:latin typeface="Noto Sans KR"/>
                <a:ea typeface="Noto Sans KR"/>
                <a:cs typeface="Noto Sans KR"/>
              </a:defRPr>
            </a:lvl1pPr>
            <a:lvl2pPr>
              <a:defRPr sz="1125" b="0">
                <a:solidFill>
                  <a:srgbClr val="8EABB7"/>
                </a:solidFill>
                <a:latin typeface="Noto Sans KR"/>
                <a:ea typeface="Noto Sans KR"/>
                <a:cs typeface="Noto Sans KR"/>
              </a:defRPr>
            </a:lvl2pPr>
            <a:lvl3pPr>
              <a:defRPr sz="1125" b="0">
                <a:solidFill>
                  <a:srgbClr val="8EABB7"/>
                </a:solidFill>
                <a:latin typeface="Noto Sans KR"/>
                <a:ea typeface="Noto Sans KR"/>
                <a:cs typeface="Noto Sans KR"/>
              </a:defRPr>
            </a:lvl3pPr>
            <a:lvl4pPr>
              <a:defRPr sz="1125" b="0">
                <a:solidFill>
                  <a:srgbClr val="8EABB7"/>
                </a:solidFill>
                <a:latin typeface="Noto Sans KR"/>
                <a:ea typeface="Noto Sans KR"/>
                <a:cs typeface="Noto Sans KR"/>
              </a:defRPr>
            </a:lvl4pPr>
            <a:lvl5pPr>
              <a:defRPr sz="1125" b="0">
                <a:solidFill>
                  <a:srgbClr val="8EABB7"/>
                </a:solidFill>
                <a:latin typeface="Noto Sans KR"/>
                <a:ea typeface="Noto Sans KR"/>
                <a:cs typeface="Noto Sans KR"/>
              </a:defRPr>
            </a:lvl5pPr>
            <a:lvl6pPr>
              <a:defRPr sz="1125" b="0">
                <a:solidFill>
                  <a:srgbClr val="8EABB7"/>
                </a:solidFill>
                <a:latin typeface="Noto Sans KR"/>
                <a:ea typeface="Noto Sans KR"/>
                <a:cs typeface="Noto Sans KR"/>
              </a:defRPr>
            </a:lvl6pPr>
            <a:lvl7pPr>
              <a:defRPr sz="1125" b="0">
                <a:solidFill>
                  <a:srgbClr val="8EABB7"/>
                </a:solidFill>
                <a:latin typeface="Noto Sans KR"/>
                <a:ea typeface="Noto Sans KR"/>
                <a:cs typeface="Noto Sans KR"/>
              </a:defRPr>
            </a:lvl7pPr>
            <a:lvl8pPr>
              <a:defRPr sz="1125" b="0">
                <a:solidFill>
                  <a:srgbClr val="8EABB7"/>
                </a:solidFill>
                <a:latin typeface="Noto Sans KR"/>
                <a:ea typeface="Noto Sans KR"/>
                <a:cs typeface="Noto Sans KR"/>
              </a:defRPr>
            </a:lvl8pPr>
            <a:lvl9pPr>
              <a:defRPr sz="1125" b="0">
                <a:solidFill>
                  <a:srgbClr val="8EABB7"/>
                </a:solidFill>
                <a:latin typeface="Noto Sans KR"/>
                <a:ea typeface="Noto Sans KR"/>
                <a:cs typeface="Noto Sans KR"/>
              </a:defRPr>
            </a:lvl9pPr>
          </a:lstStyle>
          <a:p xmlns:a="http://schemas.openxmlformats.org/drawingml/2006/main">
            <a:pPr>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18</a:t>
            </a:r>
          </a:p>
        </p:txBody>
      </p:sp>
    </p:spTree>
    <p:extLst>
      <p:ext uri="{BB962C8B-B14F-4D97-AF65-F5344CB8AC3E}">
        <p14:creationId xmlns:p14="http://schemas.microsoft.com/office/powerpoint/2010/main" val="32134783"/>
      </p:ext>
    </p:extLst>
  </p:cSld>
</p:sld>
</file>

<file path=ppt/slides/slide19.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0" name="section">
            <a:extLst xmlns:a="http://schemas.openxmlformats.org/drawingml/2006/main">
              <a:ext uri="{FF2B5EF4-FFF2-40B4-BE49-F238E27FC236}">
                <a16:creationId xmlns:a16="http://schemas.microsoft.com/office/drawing/2014/main" id="{CC5ECED5-F65F-443C-BA03-45E62229DBC8}"/>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defRPr sz="1125" b="1">
                <a:solidFill>
                  <a:srgbClr val="A4DDCA"/>
                </a:solidFill>
                <a:latin typeface="Noto Sans KR"/>
                <a:ea typeface="Noto Sans KR"/>
                <a:cs typeface="Noto Sans KR"/>
              </a:defRPr>
            </a:lvl1pPr>
            <a:lvl2pPr>
              <a:defRPr sz="1125" b="1">
                <a:solidFill>
                  <a:srgbClr val="A4DDCA"/>
                </a:solidFill>
                <a:latin typeface="Noto Sans KR"/>
                <a:ea typeface="Noto Sans KR"/>
                <a:cs typeface="Noto Sans KR"/>
              </a:defRPr>
            </a:lvl2pPr>
            <a:lvl3pPr>
              <a:defRPr sz="1125" b="1">
                <a:solidFill>
                  <a:srgbClr val="A4DDCA"/>
                </a:solidFill>
                <a:latin typeface="Noto Sans KR"/>
                <a:ea typeface="Noto Sans KR"/>
                <a:cs typeface="Noto Sans KR"/>
              </a:defRPr>
            </a:lvl3pPr>
            <a:lvl4pPr>
              <a:defRPr sz="1125" b="1">
                <a:solidFill>
                  <a:srgbClr val="A4DDCA"/>
                </a:solidFill>
                <a:latin typeface="Noto Sans KR"/>
                <a:ea typeface="Noto Sans KR"/>
                <a:cs typeface="Noto Sans KR"/>
              </a:defRPr>
            </a:lvl4pPr>
            <a:lvl5pPr>
              <a:defRPr sz="1125" b="1">
                <a:solidFill>
                  <a:srgbClr val="A4DDCA"/>
                </a:solidFill>
                <a:latin typeface="Noto Sans KR"/>
                <a:ea typeface="Noto Sans KR"/>
                <a:cs typeface="Noto Sans KR"/>
              </a:defRPr>
            </a:lvl5pPr>
            <a:lvl6pPr>
              <a:defRPr sz="1125" b="1">
                <a:solidFill>
                  <a:srgbClr val="A4DDCA"/>
                </a:solidFill>
                <a:latin typeface="Noto Sans KR"/>
                <a:ea typeface="Noto Sans KR"/>
                <a:cs typeface="Noto Sans KR"/>
              </a:defRPr>
            </a:lvl6pPr>
            <a:lvl7pPr>
              <a:defRPr sz="1125" b="1">
                <a:solidFill>
                  <a:srgbClr val="A4DDCA"/>
                </a:solidFill>
                <a:latin typeface="Noto Sans KR"/>
                <a:ea typeface="Noto Sans KR"/>
                <a:cs typeface="Noto Sans KR"/>
              </a:defRPr>
            </a:lvl7pPr>
            <a:lvl8pPr>
              <a:defRPr sz="1125" b="1">
                <a:solidFill>
                  <a:srgbClr val="A4DDCA"/>
                </a:solidFill>
                <a:latin typeface="Noto Sans KR"/>
                <a:ea typeface="Noto Sans KR"/>
                <a:cs typeface="Noto Sans KR"/>
              </a:defRPr>
            </a:lvl8pPr>
            <a:lvl9pPr>
              <a:defRPr sz="1125" b="1">
                <a:solidFill>
                  <a:srgbClr val="A4DDCA"/>
                </a:solidFill>
                <a:latin typeface="Noto Sans KR"/>
                <a:ea typeface="Noto Sans KR"/>
                <a:cs typeface="Noto Sans KR"/>
              </a:defRPr>
            </a:lvl9pPr>
          </a:lstStyle>
          <a:p xmlns:a="http://schemas.openxmlformats.org/drawingml/2006/main">
            <a:pPr>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52C10C3C-A73F-4688-AA69-7944A04734C9}"/>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defRPr sz="3000" b="1">
                <a:solidFill>
                  <a:srgbClr val="E4EFEC"/>
                </a:solidFill>
                <a:latin typeface="Noto Sans KR"/>
                <a:ea typeface="Noto Sans KR"/>
                <a:cs typeface="Noto Sans KR"/>
              </a:defRPr>
            </a:lvl1pPr>
            <a:lvl2pPr>
              <a:defRPr sz="3000" b="1">
                <a:solidFill>
                  <a:srgbClr val="E4EFEC"/>
                </a:solidFill>
                <a:latin typeface="Noto Sans KR"/>
                <a:ea typeface="Noto Sans KR"/>
                <a:cs typeface="Noto Sans KR"/>
              </a:defRPr>
            </a:lvl2pPr>
            <a:lvl3pPr>
              <a:defRPr sz="3000" b="1">
                <a:solidFill>
                  <a:srgbClr val="E4EFEC"/>
                </a:solidFill>
                <a:latin typeface="Noto Sans KR"/>
                <a:ea typeface="Noto Sans KR"/>
                <a:cs typeface="Noto Sans KR"/>
              </a:defRPr>
            </a:lvl3pPr>
            <a:lvl4pPr>
              <a:defRPr sz="3000" b="1">
                <a:solidFill>
                  <a:srgbClr val="E4EFEC"/>
                </a:solidFill>
                <a:latin typeface="Noto Sans KR"/>
                <a:ea typeface="Noto Sans KR"/>
                <a:cs typeface="Noto Sans KR"/>
              </a:defRPr>
            </a:lvl4pPr>
            <a:lvl5pPr>
              <a:defRPr sz="3000" b="1">
                <a:solidFill>
                  <a:srgbClr val="E4EFEC"/>
                </a:solidFill>
                <a:latin typeface="Noto Sans KR"/>
                <a:ea typeface="Noto Sans KR"/>
                <a:cs typeface="Noto Sans KR"/>
              </a:defRPr>
            </a:lvl5pPr>
            <a:lvl6pPr>
              <a:defRPr sz="3000" b="1">
                <a:solidFill>
                  <a:srgbClr val="E4EFEC"/>
                </a:solidFill>
                <a:latin typeface="Noto Sans KR"/>
                <a:ea typeface="Noto Sans KR"/>
                <a:cs typeface="Noto Sans KR"/>
              </a:defRPr>
            </a:lvl6pPr>
            <a:lvl7pPr>
              <a:defRPr sz="3000" b="1">
                <a:solidFill>
                  <a:srgbClr val="E4EFEC"/>
                </a:solidFill>
                <a:latin typeface="Noto Sans KR"/>
                <a:ea typeface="Noto Sans KR"/>
                <a:cs typeface="Noto Sans KR"/>
              </a:defRPr>
            </a:lvl7pPr>
            <a:lvl8pPr>
              <a:defRPr sz="3000" b="1">
                <a:solidFill>
                  <a:srgbClr val="E4EFEC"/>
                </a:solidFill>
                <a:latin typeface="Noto Sans KR"/>
                <a:ea typeface="Noto Sans KR"/>
                <a:cs typeface="Noto Sans KR"/>
              </a:defRPr>
            </a:lvl8pPr>
            <a:lvl9pPr>
              <a:defRPr sz="3000" b="1">
                <a:solidFill>
                  <a:srgbClr val="E4EFEC"/>
                </a:solidFill>
                <a:latin typeface="Noto Sans KR"/>
                <a:ea typeface="Noto Sans KR"/>
                <a:cs typeface="Noto Sans KR"/>
              </a:defRPr>
            </a:lvl9pPr>
          </a:lstStyle>
          <a:p xmlns:a="http://schemas.openxmlformats.org/drawingml/2006/main">
            <a:pPr>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RAPTOR를 질문에 대입하면</a:t>
            </a:r>
          </a:p>
        </p:txBody>
      </p:sp>
      <p:sp>
        <p:nvSpPr>
          <p:cNvPr id="3" name="label-0">
            <a:extLst xmlns:a="http://schemas.openxmlformats.org/drawingml/2006/main">
              <a:ext uri="{FF2B5EF4-FFF2-40B4-BE49-F238E27FC236}">
                <a16:creationId xmlns:a16="http://schemas.microsoft.com/office/drawing/2014/main" id="{FAEB5CD2-32E4-4C2D-82E0-730AEDB8AA2C}"/>
              </a:ext>
            </a:extLst>
          </p:cNvPr>
          <p:cNvSpPr>
            <a:spLocks xmlns:a="http://schemas.openxmlformats.org/drawingml/2006/main" noGrp="1"/>
          </p:cNvSpPr>
          <p:nvPr/>
        </p:nvSpPr>
        <p:spPr>
          <a:xfrm xmlns:a="http://schemas.openxmlformats.org/drawingml/2006/main">
            <a:off x="609600" y="186690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defRPr sz="1950" b="1">
                <a:solidFill>
                  <a:srgbClr val="A4DDCA"/>
                </a:solidFill>
                <a:latin typeface="Noto Sans KR"/>
                <a:ea typeface="Noto Sans KR"/>
                <a:cs typeface="Noto Sans KR"/>
              </a:defRPr>
            </a:lvl1pPr>
            <a:lvl2pPr>
              <a:defRPr sz="1950" b="1">
                <a:solidFill>
                  <a:srgbClr val="A4DDCA"/>
                </a:solidFill>
                <a:latin typeface="Noto Sans KR"/>
                <a:ea typeface="Noto Sans KR"/>
                <a:cs typeface="Noto Sans KR"/>
              </a:defRPr>
            </a:lvl2pPr>
            <a:lvl3pPr>
              <a:defRPr sz="1950" b="1">
                <a:solidFill>
                  <a:srgbClr val="A4DDCA"/>
                </a:solidFill>
                <a:latin typeface="Noto Sans KR"/>
                <a:ea typeface="Noto Sans KR"/>
                <a:cs typeface="Noto Sans KR"/>
              </a:defRPr>
            </a:lvl3pPr>
            <a:lvl4pPr>
              <a:defRPr sz="1950" b="1">
                <a:solidFill>
                  <a:srgbClr val="A4DDCA"/>
                </a:solidFill>
                <a:latin typeface="Noto Sans KR"/>
                <a:ea typeface="Noto Sans KR"/>
                <a:cs typeface="Noto Sans KR"/>
              </a:defRPr>
            </a:lvl4pPr>
            <a:lvl5pPr>
              <a:defRPr sz="1950" b="1">
                <a:solidFill>
                  <a:srgbClr val="A4DDCA"/>
                </a:solidFill>
                <a:latin typeface="Noto Sans KR"/>
                <a:ea typeface="Noto Sans KR"/>
                <a:cs typeface="Noto Sans KR"/>
              </a:defRPr>
            </a:lvl5pPr>
            <a:lvl6pPr>
              <a:defRPr sz="1950" b="1">
                <a:solidFill>
                  <a:srgbClr val="A4DDCA"/>
                </a:solidFill>
                <a:latin typeface="Noto Sans KR"/>
                <a:ea typeface="Noto Sans KR"/>
                <a:cs typeface="Noto Sans KR"/>
              </a:defRPr>
            </a:lvl6pPr>
            <a:lvl7pPr>
              <a:defRPr sz="1950" b="1">
                <a:solidFill>
                  <a:srgbClr val="A4DDCA"/>
                </a:solidFill>
                <a:latin typeface="Noto Sans KR"/>
                <a:ea typeface="Noto Sans KR"/>
                <a:cs typeface="Noto Sans KR"/>
              </a:defRPr>
            </a:lvl7pPr>
            <a:lvl8pPr>
              <a:defRPr sz="1950" b="1">
                <a:solidFill>
                  <a:srgbClr val="A4DDCA"/>
                </a:solidFill>
                <a:latin typeface="Noto Sans KR"/>
                <a:ea typeface="Noto Sans KR"/>
                <a:cs typeface="Noto Sans KR"/>
              </a:defRPr>
            </a:lvl8pPr>
            <a:lvl9pPr>
              <a:defRPr sz="1950" b="1">
                <a:solidFill>
                  <a:srgbClr val="A4DDCA"/>
                </a:solidFill>
                <a:latin typeface="Noto Sans KR"/>
                <a:ea typeface="Noto Sans KR"/>
                <a:cs typeface="Noto Sans KR"/>
              </a:defRPr>
            </a:lvl9pPr>
          </a:lstStyle>
          <a:p xmlns:a="http://schemas.openxmlformats.org/drawingml/2006/main">
            <a:pPr>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예시 질문</a:t>
            </a:r>
          </a:p>
        </p:txBody>
      </p:sp>
      <p:sp>
        <p:nvSpPr>
          <p:cNvPr id="4" name="body-0">
            <a:extLst xmlns:a="http://schemas.openxmlformats.org/drawingml/2006/main">
              <a:ext uri="{FF2B5EF4-FFF2-40B4-BE49-F238E27FC236}">
                <a16:creationId xmlns:a16="http://schemas.microsoft.com/office/drawing/2014/main" id="{AE2738E9-8046-4A15-A64C-A6E0546EBBE6}"/>
              </a:ext>
            </a:extLst>
          </p:cNvPr>
          <p:cNvSpPr>
            <a:spLocks xmlns:a="http://schemas.openxmlformats.org/drawingml/2006/main" noGrp="1"/>
          </p:cNvSpPr>
          <p:nvPr/>
        </p:nvSpPr>
        <p:spPr>
          <a:xfrm xmlns:a="http://schemas.openxmlformats.org/drawingml/2006/main">
            <a:off x="3190875" y="186690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defRPr sz="2025" b="0">
                <a:solidFill>
                  <a:srgbClr val="E4EFEC"/>
                </a:solidFill>
                <a:latin typeface="Noto Sans KR"/>
                <a:ea typeface="Noto Sans KR"/>
                <a:cs typeface="Noto Sans KR"/>
              </a:defRPr>
            </a:lvl1pPr>
            <a:lvl2pPr>
              <a:defRPr sz="2025" b="0">
                <a:solidFill>
                  <a:srgbClr val="E4EFEC"/>
                </a:solidFill>
                <a:latin typeface="Noto Sans KR"/>
                <a:ea typeface="Noto Sans KR"/>
                <a:cs typeface="Noto Sans KR"/>
              </a:defRPr>
            </a:lvl2pPr>
            <a:lvl3pPr>
              <a:defRPr sz="2025" b="0">
                <a:solidFill>
                  <a:srgbClr val="E4EFEC"/>
                </a:solidFill>
                <a:latin typeface="Noto Sans KR"/>
                <a:ea typeface="Noto Sans KR"/>
                <a:cs typeface="Noto Sans KR"/>
              </a:defRPr>
            </a:lvl3pPr>
            <a:lvl4pPr>
              <a:defRPr sz="2025" b="0">
                <a:solidFill>
                  <a:srgbClr val="E4EFEC"/>
                </a:solidFill>
                <a:latin typeface="Noto Sans KR"/>
                <a:ea typeface="Noto Sans KR"/>
                <a:cs typeface="Noto Sans KR"/>
              </a:defRPr>
            </a:lvl4pPr>
            <a:lvl5pPr>
              <a:defRPr sz="2025" b="0">
                <a:solidFill>
                  <a:srgbClr val="E4EFEC"/>
                </a:solidFill>
                <a:latin typeface="Noto Sans KR"/>
                <a:ea typeface="Noto Sans KR"/>
                <a:cs typeface="Noto Sans KR"/>
              </a:defRPr>
            </a:lvl5pPr>
            <a:lvl6pPr>
              <a:defRPr sz="2025" b="0">
                <a:solidFill>
                  <a:srgbClr val="E4EFEC"/>
                </a:solidFill>
                <a:latin typeface="Noto Sans KR"/>
                <a:ea typeface="Noto Sans KR"/>
                <a:cs typeface="Noto Sans KR"/>
              </a:defRPr>
            </a:lvl6pPr>
            <a:lvl7pPr>
              <a:defRPr sz="2025" b="0">
                <a:solidFill>
                  <a:srgbClr val="E4EFEC"/>
                </a:solidFill>
                <a:latin typeface="Noto Sans KR"/>
                <a:ea typeface="Noto Sans KR"/>
                <a:cs typeface="Noto Sans KR"/>
              </a:defRPr>
            </a:lvl7pPr>
            <a:lvl8pPr>
              <a:defRPr sz="2025" b="0">
                <a:solidFill>
                  <a:srgbClr val="E4EFEC"/>
                </a:solidFill>
                <a:latin typeface="Noto Sans KR"/>
                <a:ea typeface="Noto Sans KR"/>
                <a:cs typeface="Noto Sans KR"/>
              </a:defRPr>
            </a:lvl8pPr>
            <a:lvl9pPr>
              <a:defRPr sz="2025" b="0">
                <a:solidFill>
                  <a:srgbClr val="E4EFEC"/>
                </a:solidFill>
                <a:latin typeface="Noto Sans KR"/>
                <a:ea typeface="Noto Sans KR"/>
                <a:cs typeface="Noto Sans KR"/>
              </a:defRPr>
            </a:lvl9pPr>
          </a:lstStyle>
          <a:p xmlns:a="http://schemas.openxmlformats.org/drawingml/2006/main">
            <a:pPr>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배차 운영은 전반적으로 어떻게 바뀌었나요?</a:t>
            </a:r>
          </a:p>
        </p:txBody>
      </p:sp>
      <p:sp>
        <p:nvSpPr>
          <p:cNvPr id="5" name="label-1">
            <a:extLst xmlns:a="http://schemas.openxmlformats.org/drawingml/2006/main">
              <a:ext uri="{FF2B5EF4-FFF2-40B4-BE49-F238E27FC236}">
                <a16:creationId xmlns:a16="http://schemas.microsoft.com/office/drawing/2014/main" id="{B00B5A14-BE94-4A3F-99D5-D3499803E7DE}"/>
              </a:ext>
            </a:extLst>
          </p:cNvPr>
          <p:cNvSpPr>
            <a:spLocks xmlns:a="http://schemas.openxmlformats.org/drawingml/2006/main" noGrp="1"/>
          </p:cNvSpPr>
          <p:nvPr/>
        </p:nvSpPr>
        <p:spPr>
          <a:xfrm xmlns:a="http://schemas.openxmlformats.org/drawingml/2006/main">
            <a:off x="609600" y="31337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defRPr sz="1950" b="1">
                <a:solidFill>
                  <a:srgbClr val="A4DDCA"/>
                </a:solidFill>
                <a:latin typeface="Noto Sans KR"/>
                <a:ea typeface="Noto Sans KR"/>
                <a:cs typeface="Noto Sans KR"/>
              </a:defRPr>
            </a:lvl1pPr>
            <a:lvl2pPr>
              <a:defRPr sz="1950" b="1">
                <a:solidFill>
                  <a:srgbClr val="A4DDCA"/>
                </a:solidFill>
                <a:latin typeface="Noto Sans KR"/>
                <a:ea typeface="Noto Sans KR"/>
                <a:cs typeface="Noto Sans KR"/>
              </a:defRPr>
            </a:lvl2pPr>
            <a:lvl3pPr>
              <a:defRPr sz="1950" b="1">
                <a:solidFill>
                  <a:srgbClr val="A4DDCA"/>
                </a:solidFill>
                <a:latin typeface="Noto Sans KR"/>
                <a:ea typeface="Noto Sans KR"/>
                <a:cs typeface="Noto Sans KR"/>
              </a:defRPr>
            </a:lvl3pPr>
            <a:lvl4pPr>
              <a:defRPr sz="1950" b="1">
                <a:solidFill>
                  <a:srgbClr val="A4DDCA"/>
                </a:solidFill>
                <a:latin typeface="Noto Sans KR"/>
                <a:ea typeface="Noto Sans KR"/>
                <a:cs typeface="Noto Sans KR"/>
              </a:defRPr>
            </a:lvl4pPr>
            <a:lvl5pPr>
              <a:defRPr sz="1950" b="1">
                <a:solidFill>
                  <a:srgbClr val="A4DDCA"/>
                </a:solidFill>
                <a:latin typeface="Noto Sans KR"/>
                <a:ea typeface="Noto Sans KR"/>
                <a:cs typeface="Noto Sans KR"/>
              </a:defRPr>
            </a:lvl5pPr>
            <a:lvl6pPr>
              <a:defRPr sz="1950" b="1">
                <a:solidFill>
                  <a:srgbClr val="A4DDCA"/>
                </a:solidFill>
                <a:latin typeface="Noto Sans KR"/>
                <a:ea typeface="Noto Sans KR"/>
                <a:cs typeface="Noto Sans KR"/>
              </a:defRPr>
            </a:lvl6pPr>
            <a:lvl7pPr>
              <a:defRPr sz="1950" b="1">
                <a:solidFill>
                  <a:srgbClr val="A4DDCA"/>
                </a:solidFill>
                <a:latin typeface="Noto Sans KR"/>
                <a:ea typeface="Noto Sans KR"/>
                <a:cs typeface="Noto Sans KR"/>
              </a:defRPr>
            </a:lvl7pPr>
            <a:lvl8pPr>
              <a:defRPr sz="1950" b="1">
                <a:solidFill>
                  <a:srgbClr val="A4DDCA"/>
                </a:solidFill>
                <a:latin typeface="Noto Sans KR"/>
                <a:ea typeface="Noto Sans KR"/>
                <a:cs typeface="Noto Sans KR"/>
              </a:defRPr>
            </a:lvl8pPr>
            <a:lvl9pPr>
              <a:defRPr sz="1950" b="1">
                <a:solidFill>
                  <a:srgbClr val="A4DDCA"/>
                </a:solidFill>
                <a:latin typeface="Noto Sans KR"/>
                <a:ea typeface="Noto Sans KR"/>
                <a:cs typeface="Noto Sans KR"/>
              </a:defRPr>
            </a:lvl9pPr>
          </a:lstStyle>
          <a:p xmlns:a="http://schemas.openxmlformats.org/drawingml/2006/main">
            <a:pPr>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모을 근거</a:t>
            </a:r>
          </a:p>
        </p:txBody>
      </p:sp>
      <p:sp>
        <p:nvSpPr>
          <p:cNvPr id="6" name="body-1">
            <a:extLst xmlns:a="http://schemas.openxmlformats.org/drawingml/2006/main">
              <a:ext uri="{FF2B5EF4-FFF2-40B4-BE49-F238E27FC236}">
                <a16:creationId xmlns:a16="http://schemas.microsoft.com/office/drawing/2014/main" id="{6391980A-8F41-48B2-85D1-574B9DDE5632}"/>
              </a:ext>
            </a:extLst>
          </p:cNvPr>
          <p:cNvSpPr>
            <a:spLocks xmlns:a="http://schemas.openxmlformats.org/drawingml/2006/main" noGrp="1"/>
          </p:cNvSpPr>
          <p:nvPr/>
        </p:nvSpPr>
        <p:spPr>
          <a:xfrm xmlns:a="http://schemas.openxmlformats.org/drawingml/2006/main">
            <a:off x="3190875" y="31337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defRPr sz="2025" b="0">
                <a:solidFill>
                  <a:srgbClr val="E4EFEC"/>
                </a:solidFill>
                <a:latin typeface="Noto Sans KR"/>
                <a:ea typeface="Noto Sans KR"/>
                <a:cs typeface="Noto Sans KR"/>
              </a:defRPr>
            </a:lvl1pPr>
            <a:lvl2pPr>
              <a:defRPr sz="2025" b="0">
                <a:solidFill>
                  <a:srgbClr val="E4EFEC"/>
                </a:solidFill>
                <a:latin typeface="Noto Sans KR"/>
                <a:ea typeface="Noto Sans KR"/>
                <a:cs typeface="Noto Sans KR"/>
              </a:defRPr>
            </a:lvl2pPr>
            <a:lvl3pPr>
              <a:defRPr sz="2025" b="0">
                <a:solidFill>
                  <a:srgbClr val="E4EFEC"/>
                </a:solidFill>
                <a:latin typeface="Noto Sans KR"/>
                <a:ea typeface="Noto Sans KR"/>
                <a:cs typeface="Noto Sans KR"/>
              </a:defRPr>
            </a:lvl3pPr>
            <a:lvl4pPr>
              <a:defRPr sz="2025" b="0">
                <a:solidFill>
                  <a:srgbClr val="E4EFEC"/>
                </a:solidFill>
                <a:latin typeface="Noto Sans KR"/>
                <a:ea typeface="Noto Sans KR"/>
                <a:cs typeface="Noto Sans KR"/>
              </a:defRPr>
            </a:lvl4pPr>
            <a:lvl5pPr>
              <a:defRPr sz="2025" b="0">
                <a:solidFill>
                  <a:srgbClr val="E4EFEC"/>
                </a:solidFill>
                <a:latin typeface="Noto Sans KR"/>
                <a:ea typeface="Noto Sans KR"/>
                <a:cs typeface="Noto Sans KR"/>
              </a:defRPr>
            </a:lvl5pPr>
            <a:lvl6pPr>
              <a:defRPr sz="2025" b="0">
                <a:solidFill>
                  <a:srgbClr val="E4EFEC"/>
                </a:solidFill>
                <a:latin typeface="Noto Sans KR"/>
                <a:ea typeface="Noto Sans KR"/>
                <a:cs typeface="Noto Sans KR"/>
              </a:defRPr>
            </a:lvl6pPr>
            <a:lvl7pPr>
              <a:defRPr sz="2025" b="0">
                <a:solidFill>
                  <a:srgbClr val="E4EFEC"/>
                </a:solidFill>
                <a:latin typeface="Noto Sans KR"/>
                <a:ea typeface="Noto Sans KR"/>
                <a:cs typeface="Noto Sans KR"/>
              </a:defRPr>
            </a:lvl7pPr>
            <a:lvl8pPr>
              <a:defRPr sz="2025" b="0">
                <a:solidFill>
                  <a:srgbClr val="E4EFEC"/>
                </a:solidFill>
                <a:latin typeface="Noto Sans KR"/>
                <a:ea typeface="Noto Sans KR"/>
                <a:cs typeface="Noto Sans KR"/>
              </a:defRPr>
            </a:lvl8pPr>
            <a:lvl9pPr>
              <a:defRPr sz="2025" b="0">
                <a:solidFill>
                  <a:srgbClr val="E4EFEC"/>
                </a:solidFill>
                <a:latin typeface="Noto Sans KR"/>
                <a:ea typeface="Noto Sans KR"/>
                <a:cs typeface="Noto Sans KR"/>
              </a:defRPr>
            </a:lvl9pPr>
          </a:lstStyle>
          <a:p xmlns:a="http://schemas.openxmlformats.org/drawingml/2006/main">
            <a:pPr>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큰 변화는 상위 요약에서, 세부 내용은 원문에서 찾습니다.</a:t>
            </a:r>
          </a:p>
        </p:txBody>
      </p:sp>
      <p:sp>
        <p:nvSpPr>
          <p:cNvPr id="7" name="label-2">
            <a:extLst xmlns:a="http://schemas.openxmlformats.org/drawingml/2006/main">
              <a:ext uri="{FF2B5EF4-FFF2-40B4-BE49-F238E27FC236}">
                <a16:creationId xmlns:a16="http://schemas.microsoft.com/office/drawing/2014/main" id="{38D70D2D-4ABD-485B-AD66-A390926ED551}"/>
              </a:ext>
            </a:extLst>
          </p:cNvPr>
          <p:cNvSpPr>
            <a:spLocks xmlns:a="http://schemas.openxmlformats.org/drawingml/2006/main" noGrp="1"/>
          </p:cNvSpPr>
          <p:nvPr/>
        </p:nvSpPr>
        <p:spPr>
          <a:xfrm xmlns:a="http://schemas.openxmlformats.org/drawingml/2006/main">
            <a:off x="609600" y="44005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defRPr sz="1950" b="1">
                <a:solidFill>
                  <a:srgbClr val="A4DDCA"/>
                </a:solidFill>
                <a:latin typeface="Noto Sans KR"/>
                <a:ea typeface="Noto Sans KR"/>
                <a:cs typeface="Noto Sans KR"/>
              </a:defRPr>
            </a:lvl1pPr>
            <a:lvl2pPr>
              <a:defRPr sz="1950" b="1">
                <a:solidFill>
                  <a:srgbClr val="A4DDCA"/>
                </a:solidFill>
                <a:latin typeface="Noto Sans KR"/>
                <a:ea typeface="Noto Sans KR"/>
                <a:cs typeface="Noto Sans KR"/>
              </a:defRPr>
            </a:lvl2pPr>
            <a:lvl3pPr>
              <a:defRPr sz="1950" b="1">
                <a:solidFill>
                  <a:srgbClr val="A4DDCA"/>
                </a:solidFill>
                <a:latin typeface="Noto Sans KR"/>
                <a:ea typeface="Noto Sans KR"/>
                <a:cs typeface="Noto Sans KR"/>
              </a:defRPr>
            </a:lvl3pPr>
            <a:lvl4pPr>
              <a:defRPr sz="1950" b="1">
                <a:solidFill>
                  <a:srgbClr val="A4DDCA"/>
                </a:solidFill>
                <a:latin typeface="Noto Sans KR"/>
                <a:ea typeface="Noto Sans KR"/>
                <a:cs typeface="Noto Sans KR"/>
              </a:defRPr>
            </a:lvl4pPr>
            <a:lvl5pPr>
              <a:defRPr sz="1950" b="1">
                <a:solidFill>
                  <a:srgbClr val="A4DDCA"/>
                </a:solidFill>
                <a:latin typeface="Noto Sans KR"/>
                <a:ea typeface="Noto Sans KR"/>
                <a:cs typeface="Noto Sans KR"/>
              </a:defRPr>
            </a:lvl5pPr>
            <a:lvl6pPr>
              <a:defRPr sz="1950" b="1">
                <a:solidFill>
                  <a:srgbClr val="A4DDCA"/>
                </a:solidFill>
                <a:latin typeface="Noto Sans KR"/>
                <a:ea typeface="Noto Sans KR"/>
                <a:cs typeface="Noto Sans KR"/>
              </a:defRPr>
            </a:lvl6pPr>
            <a:lvl7pPr>
              <a:defRPr sz="1950" b="1">
                <a:solidFill>
                  <a:srgbClr val="A4DDCA"/>
                </a:solidFill>
                <a:latin typeface="Noto Sans KR"/>
                <a:ea typeface="Noto Sans KR"/>
                <a:cs typeface="Noto Sans KR"/>
              </a:defRPr>
            </a:lvl7pPr>
            <a:lvl8pPr>
              <a:defRPr sz="1950" b="1">
                <a:solidFill>
                  <a:srgbClr val="A4DDCA"/>
                </a:solidFill>
                <a:latin typeface="Noto Sans KR"/>
                <a:ea typeface="Noto Sans KR"/>
                <a:cs typeface="Noto Sans KR"/>
              </a:defRPr>
            </a:lvl8pPr>
            <a:lvl9pPr>
              <a:defRPr sz="1950" b="1">
                <a:solidFill>
                  <a:srgbClr val="A4DDCA"/>
                </a:solidFill>
                <a:latin typeface="Noto Sans KR"/>
                <a:ea typeface="Noto Sans KR"/>
                <a:cs typeface="Noto Sans KR"/>
              </a:defRPr>
            </a:lvl9pPr>
          </a:lstStyle>
          <a:p xmlns:a="http://schemas.openxmlformats.org/drawingml/2006/main">
            <a:pPr>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주의할 점</a:t>
            </a:r>
          </a:p>
        </p:txBody>
      </p:sp>
      <p:sp>
        <p:nvSpPr>
          <p:cNvPr id="8" name="body-2">
            <a:extLst xmlns:a="http://schemas.openxmlformats.org/drawingml/2006/main">
              <a:ext uri="{FF2B5EF4-FFF2-40B4-BE49-F238E27FC236}">
                <a16:creationId xmlns:a16="http://schemas.microsoft.com/office/drawing/2014/main" id="{0CE830C3-078F-437B-9BDA-22DFB47D2307}"/>
              </a:ext>
            </a:extLst>
          </p:cNvPr>
          <p:cNvSpPr>
            <a:spLocks xmlns:a="http://schemas.openxmlformats.org/drawingml/2006/main" noGrp="1"/>
          </p:cNvSpPr>
          <p:nvPr/>
        </p:nvSpPr>
        <p:spPr>
          <a:xfrm xmlns:a="http://schemas.openxmlformats.org/drawingml/2006/main">
            <a:off x="3190875" y="44005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defRPr sz="2025" b="0">
                <a:solidFill>
                  <a:srgbClr val="E4EFEC"/>
                </a:solidFill>
                <a:latin typeface="Noto Sans KR"/>
                <a:ea typeface="Noto Sans KR"/>
                <a:cs typeface="Noto Sans KR"/>
              </a:defRPr>
            </a:lvl1pPr>
            <a:lvl2pPr>
              <a:defRPr sz="2025" b="0">
                <a:solidFill>
                  <a:srgbClr val="E4EFEC"/>
                </a:solidFill>
                <a:latin typeface="Noto Sans KR"/>
                <a:ea typeface="Noto Sans KR"/>
                <a:cs typeface="Noto Sans KR"/>
              </a:defRPr>
            </a:lvl2pPr>
            <a:lvl3pPr>
              <a:defRPr sz="2025" b="0">
                <a:solidFill>
                  <a:srgbClr val="E4EFEC"/>
                </a:solidFill>
                <a:latin typeface="Noto Sans KR"/>
                <a:ea typeface="Noto Sans KR"/>
                <a:cs typeface="Noto Sans KR"/>
              </a:defRPr>
            </a:lvl3pPr>
            <a:lvl4pPr>
              <a:defRPr sz="2025" b="0">
                <a:solidFill>
                  <a:srgbClr val="E4EFEC"/>
                </a:solidFill>
                <a:latin typeface="Noto Sans KR"/>
                <a:ea typeface="Noto Sans KR"/>
                <a:cs typeface="Noto Sans KR"/>
              </a:defRPr>
            </a:lvl4pPr>
            <a:lvl5pPr>
              <a:defRPr sz="2025" b="0">
                <a:solidFill>
                  <a:srgbClr val="E4EFEC"/>
                </a:solidFill>
                <a:latin typeface="Noto Sans KR"/>
                <a:ea typeface="Noto Sans KR"/>
                <a:cs typeface="Noto Sans KR"/>
              </a:defRPr>
            </a:lvl5pPr>
            <a:lvl6pPr>
              <a:defRPr sz="2025" b="0">
                <a:solidFill>
                  <a:srgbClr val="E4EFEC"/>
                </a:solidFill>
                <a:latin typeface="Noto Sans KR"/>
                <a:ea typeface="Noto Sans KR"/>
                <a:cs typeface="Noto Sans KR"/>
              </a:defRPr>
            </a:lvl6pPr>
            <a:lvl7pPr>
              <a:defRPr sz="2025" b="0">
                <a:solidFill>
                  <a:srgbClr val="E4EFEC"/>
                </a:solidFill>
                <a:latin typeface="Noto Sans KR"/>
                <a:ea typeface="Noto Sans KR"/>
                <a:cs typeface="Noto Sans KR"/>
              </a:defRPr>
            </a:lvl7pPr>
            <a:lvl8pPr>
              <a:defRPr sz="2025" b="0">
                <a:solidFill>
                  <a:srgbClr val="E4EFEC"/>
                </a:solidFill>
                <a:latin typeface="Noto Sans KR"/>
                <a:ea typeface="Noto Sans KR"/>
                <a:cs typeface="Noto Sans KR"/>
              </a:defRPr>
            </a:lvl8pPr>
            <a:lvl9pPr>
              <a:defRPr sz="2025" b="0">
                <a:solidFill>
                  <a:srgbClr val="E4EFEC"/>
                </a:solidFill>
                <a:latin typeface="Noto Sans KR"/>
                <a:ea typeface="Noto Sans KR"/>
                <a:cs typeface="Noto Sans KR"/>
              </a:defRPr>
            </a:lvl9pPr>
          </a:lstStyle>
          <a:p xmlns:a="http://schemas.openxmlformats.org/drawingml/2006/main">
            <a:pPr>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요약하면서 빠진 내용이 있을 수 있어 원문 확인이 필요합니다.</a:t>
            </a:r>
          </a:p>
        </p:txBody>
      </p:sp>
      <p:sp>
        <p:nvSpPr>
          <p:cNvPr id="9" name="page">
            <a:extLst xmlns:a="http://schemas.openxmlformats.org/drawingml/2006/main">
              <a:ext uri="{FF2B5EF4-FFF2-40B4-BE49-F238E27FC236}">
                <a16:creationId xmlns:a16="http://schemas.microsoft.com/office/drawing/2014/main" id="{E34352D8-8FA7-49F1-9CCD-2A80227F7D33}"/>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defRPr sz="1125" b="0">
                <a:solidFill>
                  <a:srgbClr val="8EABB7"/>
                </a:solidFill>
                <a:latin typeface="Noto Sans KR"/>
                <a:ea typeface="Noto Sans KR"/>
                <a:cs typeface="Noto Sans KR"/>
              </a:defRPr>
            </a:lvl1pPr>
            <a:lvl2pPr>
              <a:defRPr sz="1125" b="0">
                <a:solidFill>
                  <a:srgbClr val="8EABB7"/>
                </a:solidFill>
                <a:latin typeface="Noto Sans KR"/>
                <a:ea typeface="Noto Sans KR"/>
                <a:cs typeface="Noto Sans KR"/>
              </a:defRPr>
            </a:lvl2pPr>
            <a:lvl3pPr>
              <a:defRPr sz="1125" b="0">
                <a:solidFill>
                  <a:srgbClr val="8EABB7"/>
                </a:solidFill>
                <a:latin typeface="Noto Sans KR"/>
                <a:ea typeface="Noto Sans KR"/>
                <a:cs typeface="Noto Sans KR"/>
              </a:defRPr>
            </a:lvl3pPr>
            <a:lvl4pPr>
              <a:defRPr sz="1125" b="0">
                <a:solidFill>
                  <a:srgbClr val="8EABB7"/>
                </a:solidFill>
                <a:latin typeface="Noto Sans KR"/>
                <a:ea typeface="Noto Sans KR"/>
                <a:cs typeface="Noto Sans KR"/>
              </a:defRPr>
            </a:lvl4pPr>
            <a:lvl5pPr>
              <a:defRPr sz="1125" b="0">
                <a:solidFill>
                  <a:srgbClr val="8EABB7"/>
                </a:solidFill>
                <a:latin typeface="Noto Sans KR"/>
                <a:ea typeface="Noto Sans KR"/>
                <a:cs typeface="Noto Sans KR"/>
              </a:defRPr>
            </a:lvl5pPr>
            <a:lvl6pPr>
              <a:defRPr sz="1125" b="0">
                <a:solidFill>
                  <a:srgbClr val="8EABB7"/>
                </a:solidFill>
                <a:latin typeface="Noto Sans KR"/>
                <a:ea typeface="Noto Sans KR"/>
                <a:cs typeface="Noto Sans KR"/>
              </a:defRPr>
            </a:lvl6pPr>
            <a:lvl7pPr>
              <a:defRPr sz="1125" b="0">
                <a:solidFill>
                  <a:srgbClr val="8EABB7"/>
                </a:solidFill>
                <a:latin typeface="Noto Sans KR"/>
                <a:ea typeface="Noto Sans KR"/>
                <a:cs typeface="Noto Sans KR"/>
              </a:defRPr>
            </a:lvl7pPr>
            <a:lvl8pPr>
              <a:defRPr sz="1125" b="0">
                <a:solidFill>
                  <a:srgbClr val="8EABB7"/>
                </a:solidFill>
                <a:latin typeface="Noto Sans KR"/>
                <a:ea typeface="Noto Sans KR"/>
                <a:cs typeface="Noto Sans KR"/>
              </a:defRPr>
            </a:lvl8pPr>
            <a:lvl9pPr>
              <a:defRPr sz="1125" b="0">
                <a:solidFill>
                  <a:srgbClr val="8EABB7"/>
                </a:solidFill>
                <a:latin typeface="Noto Sans KR"/>
                <a:ea typeface="Noto Sans KR"/>
                <a:cs typeface="Noto Sans KR"/>
              </a:defRPr>
            </a:lvl9pPr>
          </a:lstStyle>
          <a:p xmlns:a="http://schemas.openxmlformats.org/drawingml/2006/main">
            <a:pPr>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19</a:t>
            </a:r>
          </a:p>
        </p:txBody>
      </p:sp>
    </p:spTree>
    <p:extLst>
      <p:ext uri="{BB962C8B-B14F-4D97-AF65-F5344CB8AC3E}">
        <p14:creationId xmlns:p14="http://schemas.microsoft.com/office/powerpoint/2010/main" val="1890079320"/>
      </p:ext>
    </p:extLst>
  </p:cSld>
</p:sld>
</file>

<file path=ppt/slides/slide20.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0" name="section">
            <a:extLst xmlns:a="http://schemas.openxmlformats.org/drawingml/2006/main">
              <a:ext uri="{FF2B5EF4-FFF2-40B4-BE49-F238E27FC236}">
                <a16:creationId xmlns:a16="http://schemas.microsoft.com/office/drawing/2014/main" id="{97D338A1-64F4-4010-8CEA-F2108EF3725D}"/>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defRPr sz="1125" b="1">
                <a:solidFill>
                  <a:srgbClr val="A4DDCA"/>
                </a:solidFill>
                <a:latin typeface="Noto Sans KR"/>
                <a:ea typeface="Noto Sans KR"/>
                <a:cs typeface="Noto Sans KR"/>
              </a:defRPr>
            </a:lvl1pPr>
            <a:lvl2pPr>
              <a:defRPr sz="1125" b="1">
                <a:solidFill>
                  <a:srgbClr val="A4DDCA"/>
                </a:solidFill>
                <a:latin typeface="Noto Sans KR"/>
                <a:ea typeface="Noto Sans KR"/>
                <a:cs typeface="Noto Sans KR"/>
              </a:defRPr>
            </a:lvl2pPr>
            <a:lvl3pPr>
              <a:defRPr sz="1125" b="1">
                <a:solidFill>
                  <a:srgbClr val="A4DDCA"/>
                </a:solidFill>
                <a:latin typeface="Noto Sans KR"/>
                <a:ea typeface="Noto Sans KR"/>
                <a:cs typeface="Noto Sans KR"/>
              </a:defRPr>
            </a:lvl3pPr>
            <a:lvl4pPr>
              <a:defRPr sz="1125" b="1">
                <a:solidFill>
                  <a:srgbClr val="A4DDCA"/>
                </a:solidFill>
                <a:latin typeface="Noto Sans KR"/>
                <a:ea typeface="Noto Sans KR"/>
                <a:cs typeface="Noto Sans KR"/>
              </a:defRPr>
            </a:lvl4pPr>
            <a:lvl5pPr>
              <a:defRPr sz="1125" b="1">
                <a:solidFill>
                  <a:srgbClr val="A4DDCA"/>
                </a:solidFill>
                <a:latin typeface="Noto Sans KR"/>
                <a:ea typeface="Noto Sans KR"/>
                <a:cs typeface="Noto Sans KR"/>
              </a:defRPr>
            </a:lvl5pPr>
            <a:lvl6pPr>
              <a:defRPr sz="1125" b="1">
                <a:solidFill>
                  <a:srgbClr val="A4DDCA"/>
                </a:solidFill>
                <a:latin typeface="Noto Sans KR"/>
                <a:ea typeface="Noto Sans KR"/>
                <a:cs typeface="Noto Sans KR"/>
              </a:defRPr>
            </a:lvl6pPr>
            <a:lvl7pPr>
              <a:defRPr sz="1125" b="1">
                <a:solidFill>
                  <a:srgbClr val="A4DDCA"/>
                </a:solidFill>
                <a:latin typeface="Noto Sans KR"/>
                <a:ea typeface="Noto Sans KR"/>
                <a:cs typeface="Noto Sans KR"/>
              </a:defRPr>
            </a:lvl7pPr>
            <a:lvl8pPr>
              <a:defRPr sz="1125" b="1">
                <a:solidFill>
                  <a:srgbClr val="A4DDCA"/>
                </a:solidFill>
                <a:latin typeface="Noto Sans KR"/>
                <a:ea typeface="Noto Sans KR"/>
                <a:cs typeface="Noto Sans KR"/>
              </a:defRPr>
            </a:lvl8pPr>
            <a:lvl9pPr>
              <a:defRPr sz="1125" b="1">
                <a:solidFill>
                  <a:srgbClr val="A4DDCA"/>
                </a:solidFill>
                <a:latin typeface="Noto Sans KR"/>
                <a:ea typeface="Noto Sans KR"/>
                <a:cs typeface="Noto Sans KR"/>
              </a:defRPr>
            </a:lvl9pPr>
          </a:lstStyle>
          <a:p xmlns:a="http://schemas.openxmlformats.org/drawingml/2006/main">
            <a:pPr>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A2962BBD-4D24-4515-9C98-1A5C88C36906}"/>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defRPr sz="3000" b="1">
                <a:solidFill>
                  <a:srgbClr val="E4EFEC"/>
                </a:solidFill>
                <a:latin typeface="Noto Sans KR"/>
                <a:ea typeface="Noto Sans KR"/>
                <a:cs typeface="Noto Sans KR"/>
              </a:defRPr>
            </a:lvl1pPr>
            <a:lvl2pPr>
              <a:defRPr sz="3000" b="1">
                <a:solidFill>
                  <a:srgbClr val="E4EFEC"/>
                </a:solidFill>
                <a:latin typeface="Noto Sans KR"/>
                <a:ea typeface="Noto Sans KR"/>
                <a:cs typeface="Noto Sans KR"/>
              </a:defRPr>
            </a:lvl2pPr>
            <a:lvl3pPr>
              <a:defRPr sz="3000" b="1">
                <a:solidFill>
                  <a:srgbClr val="E4EFEC"/>
                </a:solidFill>
                <a:latin typeface="Noto Sans KR"/>
                <a:ea typeface="Noto Sans KR"/>
                <a:cs typeface="Noto Sans KR"/>
              </a:defRPr>
            </a:lvl3pPr>
            <a:lvl4pPr>
              <a:defRPr sz="3000" b="1">
                <a:solidFill>
                  <a:srgbClr val="E4EFEC"/>
                </a:solidFill>
                <a:latin typeface="Noto Sans KR"/>
                <a:ea typeface="Noto Sans KR"/>
                <a:cs typeface="Noto Sans KR"/>
              </a:defRPr>
            </a:lvl4pPr>
            <a:lvl5pPr>
              <a:defRPr sz="3000" b="1">
                <a:solidFill>
                  <a:srgbClr val="E4EFEC"/>
                </a:solidFill>
                <a:latin typeface="Noto Sans KR"/>
                <a:ea typeface="Noto Sans KR"/>
                <a:cs typeface="Noto Sans KR"/>
              </a:defRPr>
            </a:lvl5pPr>
            <a:lvl6pPr>
              <a:defRPr sz="3000" b="1">
                <a:solidFill>
                  <a:srgbClr val="E4EFEC"/>
                </a:solidFill>
                <a:latin typeface="Noto Sans KR"/>
                <a:ea typeface="Noto Sans KR"/>
                <a:cs typeface="Noto Sans KR"/>
              </a:defRPr>
            </a:lvl6pPr>
            <a:lvl7pPr>
              <a:defRPr sz="3000" b="1">
                <a:solidFill>
                  <a:srgbClr val="E4EFEC"/>
                </a:solidFill>
                <a:latin typeface="Noto Sans KR"/>
                <a:ea typeface="Noto Sans KR"/>
                <a:cs typeface="Noto Sans KR"/>
              </a:defRPr>
            </a:lvl7pPr>
            <a:lvl8pPr>
              <a:defRPr sz="3000" b="1">
                <a:solidFill>
                  <a:srgbClr val="E4EFEC"/>
                </a:solidFill>
                <a:latin typeface="Noto Sans KR"/>
                <a:ea typeface="Noto Sans KR"/>
                <a:cs typeface="Noto Sans KR"/>
              </a:defRPr>
            </a:lvl8pPr>
            <a:lvl9pPr>
              <a:defRPr sz="3000" b="1">
                <a:solidFill>
                  <a:srgbClr val="E4EFEC"/>
                </a:solidFill>
                <a:latin typeface="Noto Sans KR"/>
                <a:ea typeface="Noto Sans KR"/>
                <a:cs typeface="Noto Sans KR"/>
              </a:defRPr>
            </a:lvl9pPr>
          </a:lstStyle>
          <a:p xmlns:a="http://schemas.openxmlformats.org/drawingml/2006/main">
            <a:pPr>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Microsoft GraphRAG: 연결된 개체를 묶어 전체를 요약</a:t>
            </a:r>
          </a:p>
        </p:txBody>
      </p:sp>
      <p:sp>
        <p:nvSpPr>
          <p:cNvPr id="3" name="label-0">
            <a:extLst xmlns:a="http://schemas.openxmlformats.org/drawingml/2006/main">
              <a:ext uri="{FF2B5EF4-FFF2-40B4-BE49-F238E27FC236}">
                <a16:creationId xmlns:a16="http://schemas.microsoft.com/office/drawing/2014/main" id="{81E33554-CE67-404A-997E-827B93164572}"/>
              </a:ext>
            </a:extLst>
          </p:cNvPr>
          <p:cNvSpPr>
            <a:spLocks xmlns:a="http://schemas.openxmlformats.org/drawingml/2006/main" noGrp="1"/>
          </p:cNvSpPr>
          <p:nvPr/>
        </p:nvSpPr>
        <p:spPr>
          <a:xfrm xmlns:a="http://schemas.openxmlformats.org/drawingml/2006/main">
            <a:off x="609600" y="186690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defRPr sz="1950" b="1">
                <a:solidFill>
                  <a:srgbClr val="A4DDCA"/>
                </a:solidFill>
                <a:latin typeface="Noto Sans KR"/>
                <a:ea typeface="Noto Sans KR"/>
                <a:cs typeface="Noto Sans KR"/>
              </a:defRPr>
            </a:lvl1pPr>
            <a:lvl2pPr>
              <a:defRPr sz="1950" b="1">
                <a:solidFill>
                  <a:srgbClr val="A4DDCA"/>
                </a:solidFill>
                <a:latin typeface="Noto Sans KR"/>
                <a:ea typeface="Noto Sans KR"/>
                <a:cs typeface="Noto Sans KR"/>
              </a:defRPr>
            </a:lvl2pPr>
            <a:lvl3pPr>
              <a:defRPr sz="1950" b="1">
                <a:solidFill>
                  <a:srgbClr val="A4DDCA"/>
                </a:solidFill>
                <a:latin typeface="Noto Sans KR"/>
                <a:ea typeface="Noto Sans KR"/>
                <a:cs typeface="Noto Sans KR"/>
              </a:defRPr>
            </a:lvl3pPr>
            <a:lvl4pPr>
              <a:defRPr sz="1950" b="1">
                <a:solidFill>
                  <a:srgbClr val="A4DDCA"/>
                </a:solidFill>
                <a:latin typeface="Noto Sans KR"/>
                <a:ea typeface="Noto Sans KR"/>
                <a:cs typeface="Noto Sans KR"/>
              </a:defRPr>
            </a:lvl4pPr>
            <a:lvl5pPr>
              <a:defRPr sz="1950" b="1">
                <a:solidFill>
                  <a:srgbClr val="A4DDCA"/>
                </a:solidFill>
                <a:latin typeface="Noto Sans KR"/>
                <a:ea typeface="Noto Sans KR"/>
                <a:cs typeface="Noto Sans KR"/>
              </a:defRPr>
            </a:lvl5pPr>
            <a:lvl6pPr>
              <a:defRPr sz="1950" b="1">
                <a:solidFill>
                  <a:srgbClr val="A4DDCA"/>
                </a:solidFill>
                <a:latin typeface="Noto Sans KR"/>
                <a:ea typeface="Noto Sans KR"/>
                <a:cs typeface="Noto Sans KR"/>
              </a:defRPr>
            </a:lvl6pPr>
            <a:lvl7pPr>
              <a:defRPr sz="1950" b="1">
                <a:solidFill>
                  <a:srgbClr val="A4DDCA"/>
                </a:solidFill>
                <a:latin typeface="Noto Sans KR"/>
                <a:ea typeface="Noto Sans KR"/>
                <a:cs typeface="Noto Sans KR"/>
              </a:defRPr>
            </a:lvl7pPr>
            <a:lvl8pPr>
              <a:defRPr sz="1950" b="1">
                <a:solidFill>
                  <a:srgbClr val="A4DDCA"/>
                </a:solidFill>
                <a:latin typeface="Noto Sans KR"/>
                <a:ea typeface="Noto Sans KR"/>
                <a:cs typeface="Noto Sans KR"/>
              </a:defRPr>
            </a:lvl8pPr>
            <a:lvl9pPr>
              <a:defRPr sz="1950" b="1">
                <a:solidFill>
                  <a:srgbClr val="A4DDCA"/>
                </a:solidFill>
                <a:latin typeface="Noto Sans KR"/>
                <a:ea typeface="Noto Sans KR"/>
                <a:cs typeface="Noto Sans KR"/>
              </a:defRPr>
            </a:lvl9pPr>
          </a:lstStyle>
          <a:p xmlns:a="http://schemas.openxmlformats.org/drawingml/2006/main">
            <a:pPr>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저장하는 것</a:t>
            </a:r>
          </a:p>
        </p:txBody>
      </p:sp>
      <p:sp>
        <p:nvSpPr>
          <p:cNvPr id="4" name="body-0">
            <a:extLst xmlns:a="http://schemas.openxmlformats.org/drawingml/2006/main">
              <a:ext uri="{FF2B5EF4-FFF2-40B4-BE49-F238E27FC236}">
                <a16:creationId xmlns:a16="http://schemas.microsoft.com/office/drawing/2014/main" id="{F01FD1CF-BCA9-4979-BD85-3AB308D837AD}"/>
              </a:ext>
            </a:extLst>
          </p:cNvPr>
          <p:cNvSpPr>
            <a:spLocks xmlns:a="http://schemas.openxmlformats.org/drawingml/2006/main" noGrp="1"/>
          </p:cNvSpPr>
          <p:nvPr/>
        </p:nvSpPr>
        <p:spPr>
          <a:xfrm xmlns:a="http://schemas.openxmlformats.org/drawingml/2006/main">
            <a:off x="3190875" y="186690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defRPr sz="2025" b="0">
                <a:solidFill>
                  <a:srgbClr val="E4EFEC"/>
                </a:solidFill>
                <a:latin typeface="Noto Sans KR"/>
                <a:ea typeface="Noto Sans KR"/>
                <a:cs typeface="Noto Sans KR"/>
              </a:defRPr>
            </a:lvl1pPr>
            <a:lvl2pPr>
              <a:defRPr sz="2025" b="0">
                <a:solidFill>
                  <a:srgbClr val="E4EFEC"/>
                </a:solidFill>
                <a:latin typeface="Noto Sans KR"/>
                <a:ea typeface="Noto Sans KR"/>
                <a:cs typeface="Noto Sans KR"/>
              </a:defRPr>
            </a:lvl2pPr>
            <a:lvl3pPr>
              <a:defRPr sz="2025" b="0">
                <a:solidFill>
                  <a:srgbClr val="E4EFEC"/>
                </a:solidFill>
                <a:latin typeface="Noto Sans KR"/>
                <a:ea typeface="Noto Sans KR"/>
                <a:cs typeface="Noto Sans KR"/>
              </a:defRPr>
            </a:lvl3pPr>
            <a:lvl4pPr>
              <a:defRPr sz="2025" b="0">
                <a:solidFill>
                  <a:srgbClr val="E4EFEC"/>
                </a:solidFill>
                <a:latin typeface="Noto Sans KR"/>
                <a:ea typeface="Noto Sans KR"/>
                <a:cs typeface="Noto Sans KR"/>
              </a:defRPr>
            </a:lvl4pPr>
            <a:lvl5pPr>
              <a:defRPr sz="2025" b="0">
                <a:solidFill>
                  <a:srgbClr val="E4EFEC"/>
                </a:solidFill>
                <a:latin typeface="Noto Sans KR"/>
                <a:ea typeface="Noto Sans KR"/>
                <a:cs typeface="Noto Sans KR"/>
              </a:defRPr>
            </a:lvl5pPr>
            <a:lvl6pPr>
              <a:defRPr sz="2025" b="0">
                <a:solidFill>
                  <a:srgbClr val="E4EFEC"/>
                </a:solidFill>
                <a:latin typeface="Noto Sans KR"/>
                <a:ea typeface="Noto Sans KR"/>
                <a:cs typeface="Noto Sans KR"/>
              </a:defRPr>
            </a:lvl6pPr>
            <a:lvl7pPr>
              <a:defRPr sz="2025" b="0">
                <a:solidFill>
                  <a:srgbClr val="E4EFEC"/>
                </a:solidFill>
                <a:latin typeface="Noto Sans KR"/>
                <a:ea typeface="Noto Sans KR"/>
                <a:cs typeface="Noto Sans KR"/>
              </a:defRPr>
            </a:lvl7pPr>
            <a:lvl8pPr>
              <a:defRPr sz="2025" b="0">
                <a:solidFill>
                  <a:srgbClr val="E4EFEC"/>
                </a:solidFill>
                <a:latin typeface="Noto Sans KR"/>
                <a:ea typeface="Noto Sans KR"/>
                <a:cs typeface="Noto Sans KR"/>
              </a:defRPr>
            </a:lvl8pPr>
            <a:lvl9pPr>
              <a:defRPr sz="2025" b="0">
                <a:solidFill>
                  <a:srgbClr val="E4EFEC"/>
                </a:solidFill>
                <a:latin typeface="Noto Sans KR"/>
                <a:ea typeface="Noto Sans KR"/>
                <a:cs typeface="Noto Sans KR"/>
              </a:defRPr>
            </a:lvl9pPr>
          </a:lstStyle>
          <a:p xmlns:a="http://schemas.openxmlformats.org/drawingml/2006/main">
            <a:pPr>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개체·관계와 그룹별 요약 보고서</a:t>
            </a:r>
          </a:p>
        </p:txBody>
      </p:sp>
      <p:sp>
        <p:nvSpPr>
          <p:cNvPr id="5" name="label-1">
            <a:extLst xmlns:a="http://schemas.openxmlformats.org/drawingml/2006/main">
              <a:ext uri="{FF2B5EF4-FFF2-40B4-BE49-F238E27FC236}">
                <a16:creationId xmlns:a16="http://schemas.microsoft.com/office/drawing/2014/main" id="{53B7C8B6-2702-4B32-8472-E6619FAE90D9}"/>
              </a:ext>
            </a:extLst>
          </p:cNvPr>
          <p:cNvSpPr>
            <a:spLocks xmlns:a="http://schemas.openxmlformats.org/drawingml/2006/main" noGrp="1"/>
          </p:cNvSpPr>
          <p:nvPr/>
        </p:nvSpPr>
        <p:spPr>
          <a:xfrm xmlns:a="http://schemas.openxmlformats.org/drawingml/2006/main">
            <a:off x="609600" y="31337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defRPr sz="1950" b="1">
                <a:solidFill>
                  <a:srgbClr val="A4DDCA"/>
                </a:solidFill>
                <a:latin typeface="Noto Sans KR"/>
                <a:ea typeface="Noto Sans KR"/>
                <a:cs typeface="Noto Sans KR"/>
              </a:defRPr>
            </a:lvl1pPr>
            <a:lvl2pPr>
              <a:defRPr sz="1950" b="1">
                <a:solidFill>
                  <a:srgbClr val="A4DDCA"/>
                </a:solidFill>
                <a:latin typeface="Noto Sans KR"/>
                <a:ea typeface="Noto Sans KR"/>
                <a:cs typeface="Noto Sans KR"/>
              </a:defRPr>
            </a:lvl2pPr>
            <a:lvl3pPr>
              <a:defRPr sz="1950" b="1">
                <a:solidFill>
                  <a:srgbClr val="A4DDCA"/>
                </a:solidFill>
                <a:latin typeface="Noto Sans KR"/>
                <a:ea typeface="Noto Sans KR"/>
                <a:cs typeface="Noto Sans KR"/>
              </a:defRPr>
            </a:lvl3pPr>
            <a:lvl4pPr>
              <a:defRPr sz="1950" b="1">
                <a:solidFill>
                  <a:srgbClr val="A4DDCA"/>
                </a:solidFill>
                <a:latin typeface="Noto Sans KR"/>
                <a:ea typeface="Noto Sans KR"/>
                <a:cs typeface="Noto Sans KR"/>
              </a:defRPr>
            </a:lvl4pPr>
            <a:lvl5pPr>
              <a:defRPr sz="1950" b="1">
                <a:solidFill>
                  <a:srgbClr val="A4DDCA"/>
                </a:solidFill>
                <a:latin typeface="Noto Sans KR"/>
                <a:ea typeface="Noto Sans KR"/>
                <a:cs typeface="Noto Sans KR"/>
              </a:defRPr>
            </a:lvl5pPr>
            <a:lvl6pPr>
              <a:defRPr sz="1950" b="1">
                <a:solidFill>
                  <a:srgbClr val="A4DDCA"/>
                </a:solidFill>
                <a:latin typeface="Noto Sans KR"/>
                <a:ea typeface="Noto Sans KR"/>
                <a:cs typeface="Noto Sans KR"/>
              </a:defRPr>
            </a:lvl6pPr>
            <a:lvl7pPr>
              <a:defRPr sz="1950" b="1">
                <a:solidFill>
                  <a:srgbClr val="A4DDCA"/>
                </a:solidFill>
                <a:latin typeface="Noto Sans KR"/>
                <a:ea typeface="Noto Sans KR"/>
                <a:cs typeface="Noto Sans KR"/>
              </a:defRPr>
            </a:lvl7pPr>
            <a:lvl8pPr>
              <a:defRPr sz="1950" b="1">
                <a:solidFill>
                  <a:srgbClr val="A4DDCA"/>
                </a:solidFill>
                <a:latin typeface="Noto Sans KR"/>
                <a:ea typeface="Noto Sans KR"/>
                <a:cs typeface="Noto Sans KR"/>
              </a:defRPr>
            </a:lvl8pPr>
            <a:lvl9pPr>
              <a:defRPr sz="1950" b="1">
                <a:solidFill>
                  <a:srgbClr val="A4DDCA"/>
                </a:solidFill>
                <a:latin typeface="Noto Sans KR"/>
                <a:ea typeface="Noto Sans KR"/>
                <a:cs typeface="Noto Sans KR"/>
              </a:defRPr>
            </a:lvl9pPr>
          </a:lstStyle>
          <a:p xmlns:a="http://schemas.openxmlformats.org/drawingml/2006/main">
            <a:pPr>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미리 준비하는 일</a:t>
            </a:r>
          </a:p>
        </p:txBody>
      </p:sp>
      <p:sp>
        <p:nvSpPr>
          <p:cNvPr id="6" name="body-1">
            <a:extLst xmlns:a="http://schemas.openxmlformats.org/drawingml/2006/main">
              <a:ext uri="{FF2B5EF4-FFF2-40B4-BE49-F238E27FC236}">
                <a16:creationId xmlns:a16="http://schemas.microsoft.com/office/drawing/2014/main" id="{B3FED6AE-C63F-4BAC-A974-390148A33BC0}"/>
              </a:ext>
            </a:extLst>
          </p:cNvPr>
          <p:cNvSpPr>
            <a:spLocks xmlns:a="http://schemas.openxmlformats.org/drawingml/2006/main" noGrp="1"/>
          </p:cNvSpPr>
          <p:nvPr/>
        </p:nvSpPr>
        <p:spPr>
          <a:xfrm xmlns:a="http://schemas.openxmlformats.org/drawingml/2006/main">
            <a:off x="3190875" y="31337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defRPr sz="2025" b="0">
                <a:solidFill>
                  <a:srgbClr val="E4EFEC"/>
                </a:solidFill>
                <a:latin typeface="Noto Sans KR"/>
                <a:ea typeface="Noto Sans KR"/>
                <a:cs typeface="Noto Sans KR"/>
              </a:defRPr>
            </a:lvl1pPr>
            <a:lvl2pPr>
              <a:defRPr sz="2025" b="0">
                <a:solidFill>
                  <a:srgbClr val="E4EFEC"/>
                </a:solidFill>
                <a:latin typeface="Noto Sans KR"/>
                <a:ea typeface="Noto Sans KR"/>
                <a:cs typeface="Noto Sans KR"/>
              </a:defRPr>
            </a:lvl2pPr>
            <a:lvl3pPr>
              <a:defRPr sz="2025" b="0">
                <a:solidFill>
                  <a:srgbClr val="E4EFEC"/>
                </a:solidFill>
                <a:latin typeface="Noto Sans KR"/>
                <a:ea typeface="Noto Sans KR"/>
                <a:cs typeface="Noto Sans KR"/>
              </a:defRPr>
            </a:lvl3pPr>
            <a:lvl4pPr>
              <a:defRPr sz="2025" b="0">
                <a:solidFill>
                  <a:srgbClr val="E4EFEC"/>
                </a:solidFill>
                <a:latin typeface="Noto Sans KR"/>
                <a:ea typeface="Noto Sans KR"/>
                <a:cs typeface="Noto Sans KR"/>
              </a:defRPr>
            </a:lvl4pPr>
            <a:lvl5pPr>
              <a:defRPr sz="2025" b="0">
                <a:solidFill>
                  <a:srgbClr val="E4EFEC"/>
                </a:solidFill>
                <a:latin typeface="Noto Sans KR"/>
                <a:ea typeface="Noto Sans KR"/>
                <a:cs typeface="Noto Sans KR"/>
              </a:defRPr>
            </a:lvl5pPr>
            <a:lvl6pPr>
              <a:defRPr sz="2025" b="0">
                <a:solidFill>
                  <a:srgbClr val="E4EFEC"/>
                </a:solidFill>
                <a:latin typeface="Noto Sans KR"/>
                <a:ea typeface="Noto Sans KR"/>
                <a:cs typeface="Noto Sans KR"/>
              </a:defRPr>
            </a:lvl6pPr>
            <a:lvl7pPr>
              <a:defRPr sz="2025" b="0">
                <a:solidFill>
                  <a:srgbClr val="E4EFEC"/>
                </a:solidFill>
                <a:latin typeface="Noto Sans KR"/>
                <a:ea typeface="Noto Sans KR"/>
                <a:cs typeface="Noto Sans KR"/>
              </a:defRPr>
            </a:lvl7pPr>
            <a:lvl8pPr>
              <a:defRPr sz="2025" b="0">
                <a:solidFill>
                  <a:srgbClr val="E4EFEC"/>
                </a:solidFill>
                <a:latin typeface="Noto Sans KR"/>
                <a:ea typeface="Noto Sans KR"/>
                <a:cs typeface="Noto Sans KR"/>
              </a:defRPr>
            </a:lvl8pPr>
            <a:lvl9pPr>
              <a:defRPr sz="2025" b="0">
                <a:solidFill>
                  <a:srgbClr val="E4EFEC"/>
                </a:solidFill>
                <a:latin typeface="Noto Sans KR"/>
                <a:ea typeface="Noto Sans KR"/>
                <a:cs typeface="Noto Sans KR"/>
              </a:defRPr>
            </a:lvl9pPr>
          </a:lstStyle>
          <a:p xmlns:a="http://schemas.openxmlformats.org/drawingml/2006/main">
            <a:pPr>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개체와 관계를 뽑고, 촘촘하게 연결된 그룹마다 보고서를 만듭니다.</a:t>
            </a:r>
          </a:p>
        </p:txBody>
      </p:sp>
      <p:sp>
        <p:nvSpPr>
          <p:cNvPr id="7" name="label-2">
            <a:extLst xmlns:a="http://schemas.openxmlformats.org/drawingml/2006/main">
              <a:ext uri="{FF2B5EF4-FFF2-40B4-BE49-F238E27FC236}">
                <a16:creationId xmlns:a16="http://schemas.microsoft.com/office/drawing/2014/main" id="{2FE8174B-37FE-4146-A25F-BFC6F7F8E0C1}"/>
              </a:ext>
            </a:extLst>
          </p:cNvPr>
          <p:cNvSpPr>
            <a:spLocks xmlns:a="http://schemas.openxmlformats.org/drawingml/2006/main" noGrp="1"/>
          </p:cNvSpPr>
          <p:nvPr/>
        </p:nvSpPr>
        <p:spPr>
          <a:xfrm xmlns:a="http://schemas.openxmlformats.org/drawingml/2006/main">
            <a:off x="609600" y="44005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defRPr sz="1950" b="1">
                <a:solidFill>
                  <a:srgbClr val="A4DDCA"/>
                </a:solidFill>
                <a:latin typeface="Noto Sans KR"/>
                <a:ea typeface="Noto Sans KR"/>
                <a:cs typeface="Noto Sans KR"/>
              </a:defRPr>
            </a:lvl1pPr>
            <a:lvl2pPr>
              <a:defRPr sz="1950" b="1">
                <a:solidFill>
                  <a:srgbClr val="A4DDCA"/>
                </a:solidFill>
                <a:latin typeface="Noto Sans KR"/>
                <a:ea typeface="Noto Sans KR"/>
                <a:cs typeface="Noto Sans KR"/>
              </a:defRPr>
            </a:lvl2pPr>
            <a:lvl3pPr>
              <a:defRPr sz="1950" b="1">
                <a:solidFill>
                  <a:srgbClr val="A4DDCA"/>
                </a:solidFill>
                <a:latin typeface="Noto Sans KR"/>
                <a:ea typeface="Noto Sans KR"/>
                <a:cs typeface="Noto Sans KR"/>
              </a:defRPr>
            </a:lvl3pPr>
            <a:lvl4pPr>
              <a:defRPr sz="1950" b="1">
                <a:solidFill>
                  <a:srgbClr val="A4DDCA"/>
                </a:solidFill>
                <a:latin typeface="Noto Sans KR"/>
                <a:ea typeface="Noto Sans KR"/>
                <a:cs typeface="Noto Sans KR"/>
              </a:defRPr>
            </a:lvl4pPr>
            <a:lvl5pPr>
              <a:defRPr sz="1950" b="1">
                <a:solidFill>
                  <a:srgbClr val="A4DDCA"/>
                </a:solidFill>
                <a:latin typeface="Noto Sans KR"/>
                <a:ea typeface="Noto Sans KR"/>
                <a:cs typeface="Noto Sans KR"/>
              </a:defRPr>
            </a:lvl5pPr>
            <a:lvl6pPr>
              <a:defRPr sz="1950" b="1">
                <a:solidFill>
                  <a:srgbClr val="A4DDCA"/>
                </a:solidFill>
                <a:latin typeface="Noto Sans KR"/>
                <a:ea typeface="Noto Sans KR"/>
                <a:cs typeface="Noto Sans KR"/>
              </a:defRPr>
            </a:lvl6pPr>
            <a:lvl7pPr>
              <a:defRPr sz="1950" b="1">
                <a:solidFill>
                  <a:srgbClr val="A4DDCA"/>
                </a:solidFill>
                <a:latin typeface="Noto Sans KR"/>
                <a:ea typeface="Noto Sans KR"/>
                <a:cs typeface="Noto Sans KR"/>
              </a:defRPr>
            </a:lvl7pPr>
            <a:lvl8pPr>
              <a:defRPr sz="1950" b="1">
                <a:solidFill>
                  <a:srgbClr val="A4DDCA"/>
                </a:solidFill>
                <a:latin typeface="Noto Sans KR"/>
                <a:ea typeface="Noto Sans KR"/>
                <a:cs typeface="Noto Sans KR"/>
              </a:defRPr>
            </a:lvl8pPr>
            <a:lvl9pPr>
              <a:defRPr sz="1950" b="1">
                <a:solidFill>
                  <a:srgbClr val="A4DDCA"/>
                </a:solidFill>
                <a:latin typeface="Noto Sans KR"/>
                <a:ea typeface="Noto Sans KR"/>
                <a:cs typeface="Noto Sans KR"/>
              </a:defRPr>
            </a:lvl9pPr>
          </a:lstStyle>
          <a:p xmlns:a="http://schemas.openxmlformats.org/drawingml/2006/main">
            <a:pPr>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질문이 오면 하는 일</a:t>
            </a:r>
          </a:p>
        </p:txBody>
      </p:sp>
      <p:sp>
        <p:nvSpPr>
          <p:cNvPr id="8" name="body-2">
            <a:extLst xmlns:a="http://schemas.openxmlformats.org/drawingml/2006/main">
              <a:ext uri="{FF2B5EF4-FFF2-40B4-BE49-F238E27FC236}">
                <a16:creationId xmlns:a16="http://schemas.microsoft.com/office/drawing/2014/main" id="{9DAD0E35-CC34-48B9-A621-DC4EB0C47583}"/>
              </a:ext>
            </a:extLst>
          </p:cNvPr>
          <p:cNvSpPr>
            <a:spLocks xmlns:a="http://schemas.openxmlformats.org/drawingml/2006/main" noGrp="1"/>
          </p:cNvSpPr>
          <p:nvPr/>
        </p:nvSpPr>
        <p:spPr>
          <a:xfrm xmlns:a="http://schemas.openxmlformats.org/drawingml/2006/main">
            <a:off x="3190875" y="44005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defRPr sz="2025" b="0">
                <a:solidFill>
                  <a:srgbClr val="E4EFEC"/>
                </a:solidFill>
                <a:latin typeface="Noto Sans KR"/>
                <a:ea typeface="Noto Sans KR"/>
                <a:cs typeface="Noto Sans KR"/>
              </a:defRPr>
            </a:lvl1pPr>
            <a:lvl2pPr>
              <a:defRPr sz="2025" b="0">
                <a:solidFill>
                  <a:srgbClr val="E4EFEC"/>
                </a:solidFill>
                <a:latin typeface="Noto Sans KR"/>
                <a:ea typeface="Noto Sans KR"/>
                <a:cs typeface="Noto Sans KR"/>
              </a:defRPr>
            </a:lvl2pPr>
            <a:lvl3pPr>
              <a:defRPr sz="2025" b="0">
                <a:solidFill>
                  <a:srgbClr val="E4EFEC"/>
                </a:solidFill>
                <a:latin typeface="Noto Sans KR"/>
                <a:ea typeface="Noto Sans KR"/>
                <a:cs typeface="Noto Sans KR"/>
              </a:defRPr>
            </a:lvl3pPr>
            <a:lvl4pPr>
              <a:defRPr sz="2025" b="0">
                <a:solidFill>
                  <a:srgbClr val="E4EFEC"/>
                </a:solidFill>
                <a:latin typeface="Noto Sans KR"/>
                <a:ea typeface="Noto Sans KR"/>
                <a:cs typeface="Noto Sans KR"/>
              </a:defRPr>
            </a:lvl4pPr>
            <a:lvl5pPr>
              <a:defRPr sz="2025" b="0">
                <a:solidFill>
                  <a:srgbClr val="E4EFEC"/>
                </a:solidFill>
                <a:latin typeface="Noto Sans KR"/>
                <a:ea typeface="Noto Sans KR"/>
                <a:cs typeface="Noto Sans KR"/>
              </a:defRPr>
            </a:lvl5pPr>
            <a:lvl6pPr>
              <a:defRPr sz="2025" b="0">
                <a:solidFill>
                  <a:srgbClr val="E4EFEC"/>
                </a:solidFill>
                <a:latin typeface="Noto Sans KR"/>
                <a:ea typeface="Noto Sans KR"/>
                <a:cs typeface="Noto Sans KR"/>
              </a:defRPr>
            </a:lvl6pPr>
            <a:lvl7pPr>
              <a:defRPr sz="2025" b="0">
                <a:solidFill>
                  <a:srgbClr val="E4EFEC"/>
                </a:solidFill>
                <a:latin typeface="Noto Sans KR"/>
                <a:ea typeface="Noto Sans KR"/>
                <a:cs typeface="Noto Sans KR"/>
              </a:defRPr>
            </a:lvl7pPr>
            <a:lvl8pPr>
              <a:defRPr sz="2025" b="0">
                <a:solidFill>
                  <a:srgbClr val="E4EFEC"/>
                </a:solidFill>
                <a:latin typeface="Noto Sans KR"/>
                <a:ea typeface="Noto Sans KR"/>
                <a:cs typeface="Noto Sans KR"/>
              </a:defRPr>
            </a:lvl8pPr>
            <a:lvl9pPr>
              <a:defRPr sz="2025" b="0">
                <a:solidFill>
                  <a:srgbClr val="E4EFEC"/>
                </a:solidFill>
                <a:latin typeface="Noto Sans KR"/>
                <a:ea typeface="Noto Sans KR"/>
                <a:cs typeface="Noto Sans KR"/>
              </a:defRPr>
            </a:lvl9pPr>
          </a:lstStyle>
          <a:p xmlns:a="http://schemas.openxmlformats.org/drawingml/2006/main">
            <a:pPr>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전체 질문은 그룹별 답을 합치고, 특정 대상 질문은 주변 근거를 찾습니다.</a:t>
            </a:r>
          </a:p>
        </p:txBody>
      </p:sp>
      <p:sp>
        <p:nvSpPr>
          <p:cNvPr id="9" name="page">
            <a:extLst xmlns:a="http://schemas.openxmlformats.org/drawingml/2006/main">
              <a:ext uri="{FF2B5EF4-FFF2-40B4-BE49-F238E27FC236}">
                <a16:creationId xmlns:a16="http://schemas.microsoft.com/office/drawing/2014/main" id="{601D48BC-F30C-4CDE-9786-8B966214655B}"/>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defRPr sz="1125" b="0">
                <a:solidFill>
                  <a:srgbClr val="8EABB7"/>
                </a:solidFill>
                <a:latin typeface="Noto Sans KR"/>
                <a:ea typeface="Noto Sans KR"/>
                <a:cs typeface="Noto Sans KR"/>
              </a:defRPr>
            </a:lvl1pPr>
            <a:lvl2pPr>
              <a:defRPr sz="1125" b="0">
                <a:solidFill>
                  <a:srgbClr val="8EABB7"/>
                </a:solidFill>
                <a:latin typeface="Noto Sans KR"/>
                <a:ea typeface="Noto Sans KR"/>
                <a:cs typeface="Noto Sans KR"/>
              </a:defRPr>
            </a:lvl2pPr>
            <a:lvl3pPr>
              <a:defRPr sz="1125" b="0">
                <a:solidFill>
                  <a:srgbClr val="8EABB7"/>
                </a:solidFill>
                <a:latin typeface="Noto Sans KR"/>
                <a:ea typeface="Noto Sans KR"/>
                <a:cs typeface="Noto Sans KR"/>
              </a:defRPr>
            </a:lvl3pPr>
            <a:lvl4pPr>
              <a:defRPr sz="1125" b="0">
                <a:solidFill>
                  <a:srgbClr val="8EABB7"/>
                </a:solidFill>
                <a:latin typeface="Noto Sans KR"/>
                <a:ea typeface="Noto Sans KR"/>
                <a:cs typeface="Noto Sans KR"/>
              </a:defRPr>
            </a:lvl4pPr>
            <a:lvl5pPr>
              <a:defRPr sz="1125" b="0">
                <a:solidFill>
                  <a:srgbClr val="8EABB7"/>
                </a:solidFill>
                <a:latin typeface="Noto Sans KR"/>
                <a:ea typeface="Noto Sans KR"/>
                <a:cs typeface="Noto Sans KR"/>
              </a:defRPr>
            </a:lvl5pPr>
            <a:lvl6pPr>
              <a:defRPr sz="1125" b="0">
                <a:solidFill>
                  <a:srgbClr val="8EABB7"/>
                </a:solidFill>
                <a:latin typeface="Noto Sans KR"/>
                <a:ea typeface="Noto Sans KR"/>
                <a:cs typeface="Noto Sans KR"/>
              </a:defRPr>
            </a:lvl6pPr>
            <a:lvl7pPr>
              <a:defRPr sz="1125" b="0">
                <a:solidFill>
                  <a:srgbClr val="8EABB7"/>
                </a:solidFill>
                <a:latin typeface="Noto Sans KR"/>
                <a:ea typeface="Noto Sans KR"/>
                <a:cs typeface="Noto Sans KR"/>
              </a:defRPr>
            </a:lvl7pPr>
            <a:lvl8pPr>
              <a:defRPr sz="1125" b="0">
                <a:solidFill>
                  <a:srgbClr val="8EABB7"/>
                </a:solidFill>
                <a:latin typeface="Noto Sans KR"/>
                <a:ea typeface="Noto Sans KR"/>
                <a:cs typeface="Noto Sans KR"/>
              </a:defRPr>
            </a:lvl8pPr>
            <a:lvl9pPr>
              <a:defRPr sz="1125" b="0">
                <a:solidFill>
                  <a:srgbClr val="8EABB7"/>
                </a:solidFill>
                <a:latin typeface="Noto Sans KR"/>
                <a:ea typeface="Noto Sans KR"/>
                <a:cs typeface="Noto Sans KR"/>
              </a:defRPr>
            </a:lvl9pPr>
          </a:lstStyle>
          <a:p xmlns:a="http://schemas.openxmlformats.org/drawingml/2006/main">
            <a:pPr>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20</a:t>
            </a:r>
          </a:p>
        </p:txBody>
      </p:sp>
    </p:spTree>
    <p:extLst>
      <p:ext uri="{BB962C8B-B14F-4D97-AF65-F5344CB8AC3E}">
        <p14:creationId xmlns:p14="http://schemas.microsoft.com/office/powerpoint/2010/main" val="161227505"/>
      </p:ext>
    </p:extLst>
  </p:cSld>
</p:sld>
</file>

<file path=ppt/slides/slide21.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0" name="section">
            <a:extLst xmlns:a="http://schemas.openxmlformats.org/drawingml/2006/main">
              <a:ext uri="{FF2B5EF4-FFF2-40B4-BE49-F238E27FC236}">
                <a16:creationId xmlns:a16="http://schemas.microsoft.com/office/drawing/2014/main" id="{C86D4BF7-113D-4445-8D92-F61AC7107933}"/>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defRPr sz="1125" b="1">
                <a:solidFill>
                  <a:srgbClr val="A4DDCA"/>
                </a:solidFill>
                <a:latin typeface="Noto Sans KR"/>
                <a:ea typeface="Noto Sans KR"/>
                <a:cs typeface="Noto Sans KR"/>
              </a:defRPr>
            </a:lvl1pPr>
            <a:lvl2pPr>
              <a:defRPr sz="1125" b="1">
                <a:solidFill>
                  <a:srgbClr val="A4DDCA"/>
                </a:solidFill>
                <a:latin typeface="Noto Sans KR"/>
                <a:ea typeface="Noto Sans KR"/>
                <a:cs typeface="Noto Sans KR"/>
              </a:defRPr>
            </a:lvl2pPr>
            <a:lvl3pPr>
              <a:defRPr sz="1125" b="1">
                <a:solidFill>
                  <a:srgbClr val="A4DDCA"/>
                </a:solidFill>
                <a:latin typeface="Noto Sans KR"/>
                <a:ea typeface="Noto Sans KR"/>
                <a:cs typeface="Noto Sans KR"/>
              </a:defRPr>
            </a:lvl3pPr>
            <a:lvl4pPr>
              <a:defRPr sz="1125" b="1">
                <a:solidFill>
                  <a:srgbClr val="A4DDCA"/>
                </a:solidFill>
                <a:latin typeface="Noto Sans KR"/>
                <a:ea typeface="Noto Sans KR"/>
                <a:cs typeface="Noto Sans KR"/>
              </a:defRPr>
            </a:lvl4pPr>
            <a:lvl5pPr>
              <a:defRPr sz="1125" b="1">
                <a:solidFill>
                  <a:srgbClr val="A4DDCA"/>
                </a:solidFill>
                <a:latin typeface="Noto Sans KR"/>
                <a:ea typeface="Noto Sans KR"/>
                <a:cs typeface="Noto Sans KR"/>
              </a:defRPr>
            </a:lvl5pPr>
            <a:lvl6pPr>
              <a:defRPr sz="1125" b="1">
                <a:solidFill>
                  <a:srgbClr val="A4DDCA"/>
                </a:solidFill>
                <a:latin typeface="Noto Sans KR"/>
                <a:ea typeface="Noto Sans KR"/>
                <a:cs typeface="Noto Sans KR"/>
              </a:defRPr>
            </a:lvl6pPr>
            <a:lvl7pPr>
              <a:defRPr sz="1125" b="1">
                <a:solidFill>
                  <a:srgbClr val="A4DDCA"/>
                </a:solidFill>
                <a:latin typeface="Noto Sans KR"/>
                <a:ea typeface="Noto Sans KR"/>
                <a:cs typeface="Noto Sans KR"/>
              </a:defRPr>
            </a:lvl7pPr>
            <a:lvl8pPr>
              <a:defRPr sz="1125" b="1">
                <a:solidFill>
                  <a:srgbClr val="A4DDCA"/>
                </a:solidFill>
                <a:latin typeface="Noto Sans KR"/>
                <a:ea typeface="Noto Sans KR"/>
                <a:cs typeface="Noto Sans KR"/>
              </a:defRPr>
            </a:lvl8pPr>
            <a:lvl9pPr>
              <a:defRPr sz="1125" b="1">
                <a:solidFill>
                  <a:srgbClr val="A4DDCA"/>
                </a:solidFill>
                <a:latin typeface="Noto Sans KR"/>
                <a:ea typeface="Noto Sans KR"/>
                <a:cs typeface="Noto Sans KR"/>
              </a:defRPr>
            </a:lvl9pPr>
          </a:lstStyle>
          <a:p xmlns:a="http://schemas.openxmlformats.org/drawingml/2006/main">
            <a:pPr>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50336C0D-35B5-41EA-8239-2A0466BE8C1A}"/>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defRPr sz="3000" b="1">
                <a:solidFill>
                  <a:srgbClr val="E4EFEC"/>
                </a:solidFill>
                <a:latin typeface="Noto Sans KR"/>
                <a:ea typeface="Noto Sans KR"/>
                <a:cs typeface="Noto Sans KR"/>
              </a:defRPr>
            </a:lvl1pPr>
            <a:lvl2pPr>
              <a:defRPr sz="3000" b="1">
                <a:solidFill>
                  <a:srgbClr val="E4EFEC"/>
                </a:solidFill>
                <a:latin typeface="Noto Sans KR"/>
                <a:ea typeface="Noto Sans KR"/>
                <a:cs typeface="Noto Sans KR"/>
              </a:defRPr>
            </a:lvl2pPr>
            <a:lvl3pPr>
              <a:defRPr sz="3000" b="1">
                <a:solidFill>
                  <a:srgbClr val="E4EFEC"/>
                </a:solidFill>
                <a:latin typeface="Noto Sans KR"/>
                <a:ea typeface="Noto Sans KR"/>
                <a:cs typeface="Noto Sans KR"/>
              </a:defRPr>
            </a:lvl3pPr>
            <a:lvl4pPr>
              <a:defRPr sz="3000" b="1">
                <a:solidFill>
                  <a:srgbClr val="E4EFEC"/>
                </a:solidFill>
                <a:latin typeface="Noto Sans KR"/>
                <a:ea typeface="Noto Sans KR"/>
                <a:cs typeface="Noto Sans KR"/>
              </a:defRPr>
            </a:lvl4pPr>
            <a:lvl5pPr>
              <a:defRPr sz="3000" b="1">
                <a:solidFill>
                  <a:srgbClr val="E4EFEC"/>
                </a:solidFill>
                <a:latin typeface="Noto Sans KR"/>
                <a:ea typeface="Noto Sans KR"/>
                <a:cs typeface="Noto Sans KR"/>
              </a:defRPr>
            </a:lvl5pPr>
            <a:lvl6pPr>
              <a:defRPr sz="3000" b="1">
                <a:solidFill>
                  <a:srgbClr val="E4EFEC"/>
                </a:solidFill>
                <a:latin typeface="Noto Sans KR"/>
                <a:ea typeface="Noto Sans KR"/>
                <a:cs typeface="Noto Sans KR"/>
              </a:defRPr>
            </a:lvl6pPr>
            <a:lvl7pPr>
              <a:defRPr sz="3000" b="1">
                <a:solidFill>
                  <a:srgbClr val="E4EFEC"/>
                </a:solidFill>
                <a:latin typeface="Noto Sans KR"/>
                <a:ea typeface="Noto Sans KR"/>
                <a:cs typeface="Noto Sans KR"/>
              </a:defRPr>
            </a:lvl7pPr>
            <a:lvl8pPr>
              <a:defRPr sz="3000" b="1">
                <a:solidFill>
                  <a:srgbClr val="E4EFEC"/>
                </a:solidFill>
                <a:latin typeface="Noto Sans KR"/>
                <a:ea typeface="Noto Sans KR"/>
                <a:cs typeface="Noto Sans KR"/>
              </a:defRPr>
            </a:lvl8pPr>
            <a:lvl9pPr>
              <a:defRPr sz="3000" b="1">
                <a:solidFill>
                  <a:srgbClr val="E4EFEC"/>
                </a:solidFill>
                <a:latin typeface="Noto Sans KR"/>
                <a:ea typeface="Noto Sans KR"/>
                <a:cs typeface="Noto Sans KR"/>
              </a:defRPr>
            </a:lvl9pPr>
          </a:lstStyle>
          <a:p xmlns:a="http://schemas.openxmlformats.org/drawingml/2006/main">
            <a:pPr>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Microsoft GraphRAG를 질문에 대입하면</a:t>
            </a:r>
          </a:p>
        </p:txBody>
      </p:sp>
      <p:sp>
        <p:nvSpPr>
          <p:cNvPr id="3" name="label-0">
            <a:extLst xmlns:a="http://schemas.openxmlformats.org/drawingml/2006/main">
              <a:ext uri="{FF2B5EF4-FFF2-40B4-BE49-F238E27FC236}">
                <a16:creationId xmlns:a16="http://schemas.microsoft.com/office/drawing/2014/main" id="{9399E194-A316-43DB-9BFE-CE8B334E9999}"/>
              </a:ext>
            </a:extLst>
          </p:cNvPr>
          <p:cNvSpPr>
            <a:spLocks xmlns:a="http://schemas.openxmlformats.org/drawingml/2006/main" noGrp="1"/>
          </p:cNvSpPr>
          <p:nvPr/>
        </p:nvSpPr>
        <p:spPr>
          <a:xfrm xmlns:a="http://schemas.openxmlformats.org/drawingml/2006/main">
            <a:off x="609600" y="186690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defRPr sz="1950" b="1">
                <a:solidFill>
                  <a:srgbClr val="A4DDCA"/>
                </a:solidFill>
                <a:latin typeface="Noto Sans KR"/>
                <a:ea typeface="Noto Sans KR"/>
                <a:cs typeface="Noto Sans KR"/>
              </a:defRPr>
            </a:lvl1pPr>
            <a:lvl2pPr>
              <a:defRPr sz="1950" b="1">
                <a:solidFill>
                  <a:srgbClr val="A4DDCA"/>
                </a:solidFill>
                <a:latin typeface="Noto Sans KR"/>
                <a:ea typeface="Noto Sans KR"/>
                <a:cs typeface="Noto Sans KR"/>
              </a:defRPr>
            </a:lvl2pPr>
            <a:lvl3pPr>
              <a:defRPr sz="1950" b="1">
                <a:solidFill>
                  <a:srgbClr val="A4DDCA"/>
                </a:solidFill>
                <a:latin typeface="Noto Sans KR"/>
                <a:ea typeface="Noto Sans KR"/>
                <a:cs typeface="Noto Sans KR"/>
              </a:defRPr>
            </a:lvl3pPr>
            <a:lvl4pPr>
              <a:defRPr sz="1950" b="1">
                <a:solidFill>
                  <a:srgbClr val="A4DDCA"/>
                </a:solidFill>
                <a:latin typeface="Noto Sans KR"/>
                <a:ea typeface="Noto Sans KR"/>
                <a:cs typeface="Noto Sans KR"/>
              </a:defRPr>
            </a:lvl4pPr>
            <a:lvl5pPr>
              <a:defRPr sz="1950" b="1">
                <a:solidFill>
                  <a:srgbClr val="A4DDCA"/>
                </a:solidFill>
                <a:latin typeface="Noto Sans KR"/>
                <a:ea typeface="Noto Sans KR"/>
                <a:cs typeface="Noto Sans KR"/>
              </a:defRPr>
            </a:lvl5pPr>
            <a:lvl6pPr>
              <a:defRPr sz="1950" b="1">
                <a:solidFill>
                  <a:srgbClr val="A4DDCA"/>
                </a:solidFill>
                <a:latin typeface="Noto Sans KR"/>
                <a:ea typeface="Noto Sans KR"/>
                <a:cs typeface="Noto Sans KR"/>
              </a:defRPr>
            </a:lvl6pPr>
            <a:lvl7pPr>
              <a:defRPr sz="1950" b="1">
                <a:solidFill>
                  <a:srgbClr val="A4DDCA"/>
                </a:solidFill>
                <a:latin typeface="Noto Sans KR"/>
                <a:ea typeface="Noto Sans KR"/>
                <a:cs typeface="Noto Sans KR"/>
              </a:defRPr>
            </a:lvl7pPr>
            <a:lvl8pPr>
              <a:defRPr sz="1950" b="1">
                <a:solidFill>
                  <a:srgbClr val="A4DDCA"/>
                </a:solidFill>
                <a:latin typeface="Noto Sans KR"/>
                <a:ea typeface="Noto Sans KR"/>
                <a:cs typeface="Noto Sans KR"/>
              </a:defRPr>
            </a:lvl8pPr>
            <a:lvl9pPr>
              <a:defRPr sz="1950" b="1">
                <a:solidFill>
                  <a:srgbClr val="A4DDCA"/>
                </a:solidFill>
                <a:latin typeface="Noto Sans KR"/>
                <a:ea typeface="Noto Sans KR"/>
                <a:cs typeface="Noto Sans KR"/>
              </a:defRPr>
            </a:lvl9pPr>
          </a:lstStyle>
          <a:p xmlns:a="http://schemas.openxmlformats.org/drawingml/2006/main">
            <a:pPr>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예시 질문</a:t>
            </a:r>
          </a:p>
        </p:txBody>
      </p:sp>
      <p:sp>
        <p:nvSpPr>
          <p:cNvPr id="4" name="body-0">
            <a:extLst xmlns:a="http://schemas.openxmlformats.org/drawingml/2006/main">
              <a:ext uri="{FF2B5EF4-FFF2-40B4-BE49-F238E27FC236}">
                <a16:creationId xmlns:a16="http://schemas.microsoft.com/office/drawing/2014/main" id="{0DC9810D-78BA-43D5-85D1-5905B97ABA9C}"/>
              </a:ext>
            </a:extLst>
          </p:cNvPr>
          <p:cNvSpPr>
            <a:spLocks xmlns:a="http://schemas.openxmlformats.org/drawingml/2006/main" noGrp="1"/>
          </p:cNvSpPr>
          <p:nvPr/>
        </p:nvSpPr>
        <p:spPr>
          <a:xfrm xmlns:a="http://schemas.openxmlformats.org/drawingml/2006/main">
            <a:off x="3190875" y="186690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defRPr sz="2025" b="0">
                <a:solidFill>
                  <a:srgbClr val="E4EFEC"/>
                </a:solidFill>
                <a:latin typeface="Noto Sans KR"/>
                <a:ea typeface="Noto Sans KR"/>
                <a:cs typeface="Noto Sans KR"/>
              </a:defRPr>
            </a:lvl1pPr>
            <a:lvl2pPr>
              <a:defRPr sz="2025" b="0">
                <a:solidFill>
                  <a:srgbClr val="E4EFEC"/>
                </a:solidFill>
                <a:latin typeface="Noto Sans KR"/>
                <a:ea typeface="Noto Sans KR"/>
                <a:cs typeface="Noto Sans KR"/>
              </a:defRPr>
            </a:lvl2pPr>
            <a:lvl3pPr>
              <a:defRPr sz="2025" b="0">
                <a:solidFill>
                  <a:srgbClr val="E4EFEC"/>
                </a:solidFill>
                <a:latin typeface="Noto Sans KR"/>
                <a:ea typeface="Noto Sans KR"/>
                <a:cs typeface="Noto Sans KR"/>
              </a:defRPr>
            </a:lvl3pPr>
            <a:lvl4pPr>
              <a:defRPr sz="2025" b="0">
                <a:solidFill>
                  <a:srgbClr val="E4EFEC"/>
                </a:solidFill>
                <a:latin typeface="Noto Sans KR"/>
                <a:ea typeface="Noto Sans KR"/>
                <a:cs typeface="Noto Sans KR"/>
              </a:defRPr>
            </a:lvl4pPr>
            <a:lvl5pPr>
              <a:defRPr sz="2025" b="0">
                <a:solidFill>
                  <a:srgbClr val="E4EFEC"/>
                </a:solidFill>
                <a:latin typeface="Noto Sans KR"/>
                <a:ea typeface="Noto Sans KR"/>
                <a:cs typeface="Noto Sans KR"/>
              </a:defRPr>
            </a:lvl5pPr>
            <a:lvl6pPr>
              <a:defRPr sz="2025" b="0">
                <a:solidFill>
                  <a:srgbClr val="E4EFEC"/>
                </a:solidFill>
                <a:latin typeface="Noto Sans KR"/>
                <a:ea typeface="Noto Sans KR"/>
                <a:cs typeface="Noto Sans KR"/>
              </a:defRPr>
            </a:lvl6pPr>
            <a:lvl7pPr>
              <a:defRPr sz="2025" b="0">
                <a:solidFill>
                  <a:srgbClr val="E4EFEC"/>
                </a:solidFill>
                <a:latin typeface="Noto Sans KR"/>
                <a:ea typeface="Noto Sans KR"/>
                <a:cs typeface="Noto Sans KR"/>
              </a:defRPr>
            </a:lvl7pPr>
            <a:lvl8pPr>
              <a:defRPr sz="2025" b="0">
                <a:solidFill>
                  <a:srgbClr val="E4EFEC"/>
                </a:solidFill>
                <a:latin typeface="Noto Sans KR"/>
                <a:ea typeface="Noto Sans KR"/>
                <a:cs typeface="Noto Sans KR"/>
              </a:defRPr>
            </a:lvl8pPr>
            <a:lvl9pPr>
              <a:defRPr sz="2025" b="0">
                <a:solidFill>
                  <a:srgbClr val="E4EFEC"/>
                </a:solidFill>
                <a:latin typeface="Noto Sans KR"/>
                <a:ea typeface="Noto Sans KR"/>
                <a:cs typeface="Noto Sans KR"/>
              </a:defRPr>
            </a:lvl9pPr>
          </a:lstStyle>
          <a:p xmlns:a="http://schemas.openxmlformats.org/drawingml/2006/main">
            <a:pPr>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전체 운영 문서에서 공통으로 드러나는 위험은 무엇인가요?</a:t>
            </a:r>
          </a:p>
        </p:txBody>
      </p:sp>
      <p:sp>
        <p:nvSpPr>
          <p:cNvPr id="5" name="label-1">
            <a:extLst xmlns:a="http://schemas.openxmlformats.org/drawingml/2006/main">
              <a:ext uri="{FF2B5EF4-FFF2-40B4-BE49-F238E27FC236}">
                <a16:creationId xmlns:a16="http://schemas.microsoft.com/office/drawing/2014/main" id="{0DA32453-2D0C-47EB-BA37-8591B372F3EF}"/>
              </a:ext>
            </a:extLst>
          </p:cNvPr>
          <p:cNvSpPr>
            <a:spLocks xmlns:a="http://schemas.openxmlformats.org/drawingml/2006/main" noGrp="1"/>
          </p:cNvSpPr>
          <p:nvPr/>
        </p:nvSpPr>
        <p:spPr>
          <a:xfrm xmlns:a="http://schemas.openxmlformats.org/drawingml/2006/main">
            <a:off x="609600" y="31337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defRPr sz="1950" b="1">
                <a:solidFill>
                  <a:srgbClr val="A4DDCA"/>
                </a:solidFill>
                <a:latin typeface="Noto Sans KR"/>
                <a:ea typeface="Noto Sans KR"/>
                <a:cs typeface="Noto Sans KR"/>
              </a:defRPr>
            </a:lvl1pPr>
            <a:lvl2pPr>
              <a:defRPr sz="1950" b="1">
                <a:solidFill>
                  <a:srgbClr val="A4DDCA"/>
                </a:solidFill>
                <a:latin typeface="Noto Sans KR"/>
                <a:ea typeface="Noto Sans KR"/>
                <a:cs typeface="Noto Sans KR"/>
              </a:defRPr>
            </a:lvl2pPr>
            <a:lvl3pPr>
              <a:defRPr sz="1950" b="1">
                <a:solidFill>
                  <a:srgbClr val="A4DDCA"/>
                </a:solidFill>
                <a:latin typeface="Noto Sans KR"/>
                <a:ea typeface="Noto Sans KR"/>
                <a:cs typeface="Noto Sans KR"/>
              </a:defRPr>
            </a:lvl3pPr>
            <a:lvl4pPr>
              <a:defRPr sz="1950" b="1">
                <a:solidFill>
                  <a:srgbClr val="A4DDCA"/>
                </a:solidFill>
                <a:latin typeface="Noto Sans KR"/>
                <a:ea typeface="Noto Sans KR"/>
                <a:cs typeface="Noto Sans KR"/>
              </a:defRPr>
            </a:lvl4pPr>
            <a:lvl5pPr>
              <a:defRPr sz="1950" b="1">
                <a:solidFill>
                  <a:srgbClr val="A4DDCA"/>
                </a:solidFill>
                <a:latin typeface="Noto Sans KR"/>
                <a:ea typeface="Noto Sans KR"/>
                <a:cs typeface="Noto Sans KR"/>
              </a:defRPr>
            </a:lvl5pPr>
            <a:lvl6pPr>
              <a:defRPr sz="1950" b="1">
                <a:solidFill>
                  <a:srgbClr val="A4DDCA"/>
                </a:solidFill>
                <a:latin typeface="Noto Sans KR"/>
                <a:ea typeface="Noto Sans KR"/>
                <a:cs typeface="Noto Sans KR"/>
              </a:defRPr>
            </a:lvl6pPr>
            <a:lvl7pPr>
              <a:defRPr sz="1950" b="1">
                <a:solidFill>
                  <a:srgbClr val="A4DDCA"/>
                </a:solidFill>
                <a:latin typeface="Noto Sans KR"/>
                <a:ea typeface="Noto Sans KR"/>
                <a:cs typeface="Noto Sans KR"/>
              </a:defRPr>
            </a:lvl7pPr>
            <a:lvl8pPr>
              <a:defRPr sz="1950" b="1">
                <a:solidFill>
                  <a:srgbClr val="A4DDCA"/>
                </a:solidFill>
                <a:latin typeface="Noto Sans KR"/>
                <a:ea typeface="Noto Sans KR"/>
                <a:cs typeface="Noto Sans KR"/>
              </a:defRPr>
            </a:lvl8pPr>
            <a:lvl9pPr>
              <a:defRPr sz="1950" b="1">
                <a:solidFill>
                  <a:srgbClr val="A4DDCA"/>
                </a:solidFill>
                <a:latin typeface="Noto Sans KR"/>
                <a:ea typeface="Noto Sans KR"/>
                <a:cs typeface="Noto Sans KR"/>
              </a:defRPr>
            </a:lvl9pPr>
          </a:lstStyle>
          <a:p xmlns:a="http://schemas.openxmlformats.org/drawingml/2006/main">
            <a:pPr>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모을 근거</a:t>
            </a:r>
          </a:p>
        </p:txBody>
      </p:sp>
      <p:sp>
        <p:nvSpPr>
          <p:cNvPr id="6" name="body-1">
            <a:extLst xmlns:a="http://schemas.openxmlformats.org/drawingml/2006/main">
              <a:ext uri="{FF2B5EF4-FFF2-40B4-BE49-F238E27FC236}">
                <a16:creationId xmlns:a16="http://schemas.microsoft.com/office/drawing/2014/main" id="{AB7A11D5-3A73-4469-85AC-8818E37EEEC7}"/>
              </a:ext>
            </a:extLst>
          </p:cNvPr>
          <p:cNvSpPr>
            <a:spLocks xmlns:a="http://schemas.openxmlformats.org/drawingml/2006/main" noGrp="1"/>
          </p:cNvSpPr>
          <p:nvPr/>
        </p:nvSpPr>
        <p:spPr>
          <a:xfrm xmlns:a="http://schemas.openxmlformats.org/drawingml/2006/main">
            <a:off x="3190875" y="31337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defRPr sz="2025" b="0">
                <a:solidFill>
                  <a:srgbClr val="E4EFEC"/>
                </a:solidFill>
                <a:latin typeface="Noto Sans KR"/>
                <a:ea typeface="Noto Sans KR"/>
                <a:cs typeface="Noto Sans KR"/>
              </a:defRPr>
            </a:lvl1pPr>
            <a:lvl2pPr>
              <a:defRPr sz="2025" b="0">
                <a:solidFill>
                  <a:srgbClr val="E4EFEC"/>
                </a:solidFill>
                <a:latin typeface="Noto Sans KR"/>
                <a:ea typeface="Noto Sans KR"/>
                <a:cs typeface="Noto Sans KR"/>
              </a:defRPr>
            </a:lvl2pPr>
            <a:lvl3pPr>
              <a:defRPr sz="2025" b="0">
                <a:solidFill>
                  <a:srgbClr val="E4EFEC"/>
                </a:solidFill>
                <a:latin typeface="Noto Sans KR"/>
                <a:ea typeface="Noto Sans KR"/>
                <a:cs typeface="Noto Sans KR"/>
              </a:defRPr>
            </a:lvl3pPr>
            <a:lvl4pPr>
              <a:defRPr sz="2025" b="0">
                <a:solidFill>
                  <a:srgbClr val="E4EFEC"/>
                </a:solidFill>
                <a:latin typeface="Noto Sans KR"/>
                <a:ea typeface="Noto Sans KR"/>
                <a:cs typeface="Noto Sans KR"/>
              </a:defRPr>
            </a:lvl4pPr>
            <a:lvl5pPr>
              <a:defRPr sz="2025" b="0">
                <a:solidFill>
                  <a:srgbClr val="E4EFEC"/>
                </a:solidFill>
                <a:latin typeface="Noto Sans KR"/>
                <a:ea typeface="Noto Sans KR"/>
                <a:cs typeface="Noto Sans KR"/>
              </a:defRPr>
            </a:lvl5pPr>
            <a:lvl6pPr>
              <a:defRPr sz="2025" b="0">
                <a:solidFill>
                  <a:srgbClr val="E4EFEC"/>
                </a:solidFill>
                <a:latin typeface="Noto Sans KR"/>
                <a:ea typeface="Noto Sans KR"/>
                <a:cs typeface="Noto Sans KR"/>
              </a:defRPr>
            </a:lvl6pPr>
            <a:lvl7pPr>
              <a:defRPr sz="2025" b="0">
                <a:solidFill>
                  <a:srgbClr val="E4EFEC"/>
                </a:solidFill>
                <a:latin typeface="Noto Sans KR"/>
                <a:ea typeface="Noto Sans KR"/>
                <a:cs typeface="Noto Sans KR"/>
              </a:defRPr>
            </a:lvl7pPr>
            <a:lvl8pPr>
              <a:defRPr sz="2025" b="0">
                <a:solidFill>
                  <a:srgbClr val="E4EFEC"/>
                </a:solidFill>
                <a:latin typeface="Noto Sans KR"/>
                <a:ea typeface="Noto Sans KR"/>
                <a:cs typeface="Noto Sans KR"/>
              </a:defRPr>
            </a:lvl8pPr>
            <a:lvl9pPr>
              <a:defRPr sz="2025" b="0">
                <a:solidFill>
                  <a:srgbClr val="E4EFEC"/>
                </a:solidFill>
                <a:latin typeface="Noto Sans KR"/>
                <a:ea typeface="Noto Sans KR"/>
                <a:cs typeface="Noto Sans KR"/>
              </a:defRPr>
            </a:lvl9pPr>
          </a:lstStyle>
          <a:p xmlns:a="http://schemas.openxmlformats.org/drawingml/2006/main">
            <a:pPr>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여러 그룹의 보고서를 읽어 공통 주제를 모읍니다.</a:t>
            </a:r>
          </a:p>
        </p:txBody>
      </p:sp>
      <p:sp>
        <p:nvSpPr>
          <p:cNvPr id="7" name="label-2">
            <a:extLst xmlns:a="http://schemas.openxmlformats.org/drawingml/2006/main">
              <a:ext uri="{FF2B5EF4-FFF2-40B4-BE49-F238E27FC236}">
                <a16:creationId xmlns:a16="http://schemas.microsoft.com/office/drawing/2014/main" id="{E7E46BD9-32EF-4977-9441-447CA91260EF}"/>
              </a:ext>
            </a:extLst>
          </p:cNvPr>
          <p:cNvSpPr>
            <a:spLocks xmlns:a="http://schemas.openxmlformats.org/drawingml/2006/main" noGrp="1"/>
          </p:cNvSpPr>
          <p:nvPr/>
        </p:nvSpPr>
        <p:spPr>
          <a:xfrm xmlns:a="http://schemas.openxmlformats.org/drawingml/2006/main">
            <a:off x="609600" y="44005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defRPr sz="1950" b="1">
                <a:solidFill>
                  <a:srgbClr val="A4DDCA"/>
                </a:solidFill>
                <a:latin typeface="Noto Sans KR"/>
                <a:ea typeface="Noto Sans KR"/>
                <a:cs typeface="Noto Sans KR"/>
              </a:defRPr>
            </a:lvl1pPr>
            <a:lvl2pPr>
              <a:defRPr sz="1950" b="1">
                <a:solidFill>
                  <a:srgbClr val="A4DDCA"/>
                </a:solidFill>
                <a:latin typeface="Noto Sans KR"/>
                <a:ea typeface="Noto Sans KR"/>
                <a:cs typeface="Noto Sans KR"/>
              </a:defRPr>
            </a:lvl2pPr>
            <a:lvl3pPr>
              <a:defRPr sz="1950" b="1">
                <a:solidFill>
                  <a:srgbClr val="A4DDCA"/>
                </a:solidFill>
                <a:latin typeface="Noto Sans KR"/>
                <a:ea typeface="Noto Sans KR"/>
                <a:cs typeface="Noto Sans KR"/>
              </a:defRPr>
            </a:lvl3pPr>
            <a:lvl4pPr>
              <a:defRPr sz="1950" b="1">
                <a:solidFill>
                  <a:srgbClr val="A4DDCA"/>
                </a:solidFill>
                <a:latin typeface="Noto Sans KR"/>
                <a:ea typeface="Noto Sans KR"/>
                <a:cs typeface="Noto Sans KR"/>
              </a:defRPr>
            </a:lvl4pPr>
            <a:lvl5pPr>
              <a:defRPr sz="1950" b="1">
                <a:solidFill>
                  <a:srgbClr val="A4DDCA"/>
                </a:solidFill>
                <a:latin typeface="Noto Sans KR"/>
                <a:ea typeface="Noto Sans KR"/>
                <a:cs typeface="Noto Sans KR"/>
              </a:defRPr>
            </a:lvl5pPr>
            <a:lvl6pPr>
              <a:defRPr sz="1950" b="1">
                <a:solidFill>
                  <a:srgbClr val="A4DDCA"/>
                </a:solidFill>
                <a:latin typeface="Noto Sans KR"/>
                <a:ea typeface="Noto Sans KR"/>
                <a:cs typeface="Noto Sans KR"/>
              </a:defRPr>
            </a:lvl6pPr>
            <a:lvl7pPr>
              <a:defRPr sz="1950" b="1">
                <a:solidFill>
                  <a:srgbClr val="A4DDCA"/>
                </a:solidFill>
                <a:latin typeface="Noto Sans KR"/>
                <a:ea typeface="Noto Sans KR"/>
                <a:cs typeface="Noto Sans KR"/>
              </a:defRPr>
            </a:lvl7pPr>
            <a:lvl8pPr>
              <a:defRPr sz="1950" b="1">
                <a:solidFill>
                  <a:srgbClr val="A4DDCA"/>
                </a:solidFill>
                <a:latin typeface="Noto Sans KR"/>
                <a:ea typeface="Noto Sans KR"/>
                <a:cs typeface="Noto Sans KR"/>
              </a:defRPr>
            </a:lvl8pPr>
            <a:lvl9pPr>
              <a:defRPr sz="1950" b="1">
                <a:solidFill>
                  <a:srgbClr val="A4DDCA"/>
                </a:solidFill>
                <a:latin typeface="Noto Sans KR"/>
                <a:ea typeface="Noto Sans KR"/>
                <a:cs typeface="Noto Sans KR"/>
              </a:defRPr>
            </a:lvl9pPr>
          </a:lstStyle>
          <a:p xmlns:a="http://schemas.openxmlformats.org/drawingml/2006/main">
            <a:pPr>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주의할 점</a:t>
            </a:r>
          </a:p>
        </p:txBody>
      </p:sp>
      <p:sp>
        <p:nvSpPr>
          <p:cNvPr id="8" name="body-2">
            <a:extLst xmlns:a="http://schemas.openxmlformats.org/drawingml/2006/main">
              <a:ext uri="{FF2B5EF4-FFF2-40B4-BE49-F238E27FC236}">
                <a16:creationId xmlns:a16="http://schemas.microsoft.com/office/drawing/2014/main" id="{AFC9DD27-78BB-4EBD-A68F-CAC1857B0902}"/>
              </a:ext>
            </a:extLst>
          </p:cNvPr>
          <p:cNvSpPr>
            <a:spLocks xmlns:a="http://schemas.openxmlformats.org/drawingml/2006/main" noGrp="1"/>
          </p:cNvSpPr>
          <p:nvPr/>
        </p:nvSpPr>
        <p:spPr>
          <a:xfrm xmlns:a="http://schemas.openxmlformats.org/drawingml/2006/main">
            <a:off x="3190875" y="44005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defRPr sz="2025" b="0">
                <a:solidFill>
                  <a:srgbClr val="E4EFEC"/>
                </a:solidFill>
                <a:latin typeface="Noto Sans KR"/>
                <a:ea typeface="Noto Sans KR"/>
                <a:cs typeface="Noto Sans KR"/>
              </a:defRPr>
            </a:lvl1pPr>
            <a:lvl2pPr>
              <a:defRPr sz="2025" b="0">
                <a:solidFill>
                  <a:srgbClr val="E4EFEC"/>
                </a:solidFill>
                <a:latin typeface="Noto Sans KR"/>
                <a:ea typeface="Noto Sans KR"/>
                <a:cs typeface="Noto Sans KR"/>
              </a:defRPr>
            </a:lvl2pPr>
            <a:lvl3pPr>
              <a:defRPr sz="2025" b="0">
                <a:solidFill>
                  <a:srgbClr val="E4EFEC"/>
                </a:solidFill>
                <a:latin typeface="Noto Sans KR"/>
                <a:ea typeface="Noto Sans KR"/>
                <a:cs typeface="Noto Sans KR"/>
              </a:defRPr>
            </a:lvl3pPr>
            <a:lvl4pPr>
              <a:defRPr sz="2025" b="0">
                <a:solidFill>
                  <a:srgbClr val="E4EFEC"/>
                </a:solidFill>
                <a:latin typeface="Noto Sans KR"/>
                <a:ea typeface="Noto Sans KR"/>
                <a:cs typeface="Noto Sans KR"/>
              </a:defRPr>
            </a:lvl4pPr>
            <a:lvl5pPr>
              <a:defRPr sz="2025" b="0">
                <a:solidFill>
                  <a:srgbClr val="E4EFEC"/>
                </a:solidFill>
                <a:latin typeface="Noto Sans KR"/>
                <a:ea typeface="Noto Sans KR"/>
                <a:cs typeface="Noto Sans KR"/>
              </a:defRPr>
            </a:lvl5pPr>
            <a:lvl6pPr>
              <a:defRPr sz="2025" b="0">
                <a:solidFill>
                  <a:srgbClr val="E4EFEC"/>
                </a:solidFill>
                <a:latin typeface="Noto Sans KR"/>
                <a:ea typeface="Noto Sans KR"/>
                <a:cs typeface="Noto Sans KR"/>
              </a:defRPr>
            </a:lvl6pPr>
            <a:lvl7pPr>
              <a:defRPr sz="2025" b="0">
                <a:solidFill>
                  <a:srgbClr val="E4EFEC"/>
                </a:solidFill>
                <a:latin typeface="Noto Sans KR"/>
                <a:ea typeface="Noto Sans KR"/>
                <a:cs typeface="Noto Sans KR"/>
              </a:defRPr>
            </a:lvl7pPr>
            <a:lvl8pPr>
              <a:defRPr sz="2025" b="0">
                <a:solidFill>
                  <a:srgbClr val="E4EFEC"/>
                </a:solidFill>
                <a:latin typeface="Noto Sans KR"/>
                <a:ea typeface="Noto Sans KR"/>
                <a:cs typeface="Noto Sans KR"/>
              </a:defRPr>
            </a:lvl8pPr>
            <a:lvl9pPr>
              <a:defRPr sz="2025" b="0">
                <a:solidFill>
                  <a:srgbClr val="E4EFEC"/>
                </a:solidFill>
                <a:latin typeface="Noto Sans KR"/>
                <a:ea typeface="Noto Sans KR"/>
                <a:cs typeface="Noto Sans KR"/>
              </a:defRPr>
            </a:lvl9pPr>
          </a:lstStyle>
          <a:p xmlns:a="http://schemas.openxmlformats.org/drawingml/2006/main">
            <a:pPr>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그룹 보고서를 만드는 비용과 개별 사실의 원문 확인이 필요합니다.</a:t>
            </a:r>
          </a:p>
        </p:txBody>
      </p:sp>
      <p:sp>
        <p:nvSpPr>
          <p:cNvPr id="9" name="page">
            <a:extLst xmlns:a="http://schemas.openxmlformats.org/drawingml/2006/main">
              <a:ext uri="{FF2B5EF4-FFF2-40B4-BE49-F238E27FC236}">
                <a16:creationId xmlns:a16="http://schemas.microsoft.com/office/drawing/2014/main" id="{CDEBEB17-0010-4941-91F5-E9CD3577F272}"/>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defRPr sz="1125" b="0">
                <a:solidFill>
                  <a:srgbClr val="8EABB7"/>
                </a:solidFill>
                <a:latin typeface="Noto Sans KR"/>
                <a:ea typeface="Noto Sans KR"/>
                <a:cs typeface="Noto Sans KR"/>
              </a:defRPr>
            </a:lvl1pPr>
            <a:lvl2pPr>
              <a:defRPr sz="1125" b="0">
                <a:solidFill>
                  <a:srgbClr val="8EABB7"/>
                </a:solidFill>
                <a:latin typeface="Noto Sans KR"/>
                <a:ea typeface="Noto Sans KR"/>
                <a:cs typeface="Noto Sans KR"/>
              </a:defRPr>
            </a:lvl2pPr>
            <a:lvl3pPr>
              <a:defRPr sz="1125" b="0">
                <a:solidFill>
                  <a:srgbClr val="8EABB7"/>
                </a:solidFill>
                <a:latin typeface="Noto Sans KR"/>
                <a:ea typeface="Noto Sans KR"/>
                <a:cs typeface="Noto Sans KR"/>
              </a:defRPr>
            </a:lvl3pPr>
            <a:lvl4pPr>
              <a:defRPr sz="1125" b="0">
                <a:solidFill>
                  <a:srgbClr val="8EABB7"/>
                </a:solidFill>
                <a:latin typeface="Noto Sans KR"/>
                <a:ea typeface="Noto Sans KR"/>
                <a:cs typeface="Noto Sans KR"/>
              </a:defRPr>
            </a:lvl4pPr>
            <a:lvl5pPr>
              <a:defRPr sz="1125" b="0">
                <a:solidFill>
                  <a:srgbClr val="8EABB7"/>
                </a:solidFill>
                <a:latin typeface="Noto Sans KR"/>
                <a:ea typeface="Noto Sans KR"/>
                <a:cs typeface="Noto Sans KR"/>
              </a:defRPr>
            </a:lvl5pPr>
            <a:lvl6pPr>
              <a:defRPr sz="1125" b="0">
                <a:solidFill>
                  <a:srgbClr val="8EABB7"/>
                </a:solidFill>
                <a:latin typeface="Noto Sans KR"/>
                <a:ea typeface="Noto Sans KR"/>
                <a:cs typeface="Noto Sans KR"/>
              </a:defRPr>
            </a:lvl6pPr>
            <a:lvl7pPr>
              <a:defRPr sz="1125" b="0">
                <a:solidFill>
                  <a:srgbClr val="8EABB7"/>
                </a:solidFill>
                <a:latin typeface="Noto Sans KR"/>
                <a:ea typeface="Noto Sans KR"/>
                <a:cs typeface="Noto Sans KR"/>
              </a:defRPr>
            </a:lvl7pPr>
            <a:lvl8pPr>
              <a:defRPr sz="1125" b="0">
                <a:solidFill>
                  <a:srgbClr val="8EABB7"/>
                </a:solidFill>
                <a:latin typeface="Noto Sans KR"/>
                <a:ea typeface="Noto Sans KR"/>
                <a:cs typeface="Noto Sans KR"/>
              </a:defRPr>
            </a:lvl8pPr>
            <a:lvl9pPr>
              <a:defRPr sz="1125" b="0">
                <a:solidFill>
                  <a:srgbClr val="8EABB7"/>
                </a:solidFill>
                <a:latin typeface="Noto Sans KR"/>
                <a:ea typeface="Noto Sans KR"/>
                <a:cs typeface="Noto Sans KR"/>
              </a:defRPr>
            </a:lvl9pPr>
          </a:lstStyle>
          <a:p xmlns:a="http://schemas.openxmlformats.org/drawingml/2006/main">
            <a:pPr>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21</a:t>
            </a:r>
          </a:p>
        </p:txBody>
      </p:sp>
    </p:spTree>
    <p:extLst>
      <p:ext uri="{BB962C8B-B14F-4D97-AF65-F5344CB8AC3E}">
        <p14:creationId xmlns:p14="http://schemas.microsoft.com/office/powerpoint/2010/main" val="175959782"/>
      </p:ext>
    </p:extLst>
  </p:cSld>
</p:sld>
</file>

<file path=ppt/slides/slide22.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0" name="section">
            <a:extLst xmlns:a="http://schemas.openxmlformats.org/drawingml/2006/main">
              <a:ext uri="{FF2B5EF4-FFF2-40B4-BE49-F238E27FC236}">
                <a16:creationId xmlns:a16="http://schemas.microsoft.com/office/drawing/2014/main" id="{6A48F453-70A9-4B35-AAF6-7A73D1578C7B}"/>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defRPr sz="1125" b="1">
                <a:solidFill>
                  <a:srgbClr val="A4DDCA"/>
                </a:solidFill>
                <a:latin typeface="Noto Sans KR"/>
                <a:ea typeface="Noto Sans KR"/>
                <a:cs typeface="Noto Sans KR"/>
              </a:defRPr>
            </a:lvl1pPr>
            <a:lvl2pPr>
              <a:defRPr sz="1125" b="1">
                <a:solidFill>
                  <a:srgbClr val="A4DDCA"/>
                </a:solidFill>
                <a:latin typeface="Noto Sans KR"/>
                <a:ea typeface="Noto Sans KR"/>
                <a:cs typeface="Noto Sans KR"/>
              </a:defRPr>
            </a:lvl2pPr>
            <a:lvl3pPr>
              <a:defRPr sz="1125" b="1">
                <a:solidFill>
                  <a:srgbClr val="A4DDCA"/>
                </a:solidFill>
                <a:latin typeface="Noto Sans KR"/>
                <a:ea typeface="Noto Sans KR"/>
                <a:cs typeface="Noto Sans KR"/>
              </a:defRPr>
            </a:lvl3pPr>
            <a:lvl4pPr>
              <a:defRPr sz="1125" b="1">
                <a:solidFill>
                  <a:srgbClr val="A4DDCA"/>
                </a:solidFill>
                <a:latin typeface="Noto Sans KR"/>
                <a:ea typeface="Noto Sans KR"/>
                <a:cs typeface="Noto Sans KR"/>
              </a:defRPr>
            </a:lvl4pPr>
            <a:lvl5pPr>
              <a:defRPr sz="1125" b="1">
                <a:solidFill>
                  <a:srgbClr val="A4DDCA"/>
                </a:solidFill>
                <a:latin typeface="Noto Sans KR"/>
                <a:ea typeface="Noto Sans KR"/>
                <a:cs typeface="Noto Sans KR"/>
              </a:defRPr>
            </a:lvl5pPr>
            <a:lvl6pPr>
              <a:defRPr sz="1125" b="1">
                <a:solidFill>
                  <a:srgbClr val="A4DDCA"/>
                </a:solidFill>
                <a:latin typeface="Noto Sans KR"/>
                <a:ea typeface="Noto Sans KR"/>
                <a:cs typeface="Noto Sans KR"/>
              </a:defRPr>
            </a:lvl6pPr>
            <a:lvl7pPr>
              <a:defRPr sz="1125" b="1">
                <a:solidFill>
                  <a:srgbClr val="A4DDCA"/>
                </a:solidFill>
                <a:latin typeface="Noto Sans KR"/>
                <a:ea typeface="Noto Sans KR"/>
                <a:cs typeface="Noto Sans KR"/>
              </a:defRPr>
            </a:lvl7pPr>
            <a:lvl8pPr>
              <a:defRPr sz="1125" b="1">
                <a:solidFill>
                  <a:srgbClr val="A4DDCA"/>
                </a:solidFill>
                <a:latin typeface="Noto Sans KR"/>
                <a:ea typeface="Noto Sans KR"/>
                <a:cs typeface="Noto Sans KR"/>
              </a:defRPr>
            </a:lvl8pPr>
            <a:lvl9pPr>
              <a:defRPr sz="1125" b="1">
                <a:solidFill>
                  <a:srgbClr val="A4DDCA"/>
                </a:solidFill>
                <a:latin typeface="Noto Sans KR"/>
                <a:ea typeface="Noto Sans KR"/>
                <a:cs typeface="Noto Sans KR"/>
              </a:defRPr>
            </a:lvl9pPr>
          </a:lstStyle>
          <a:p xmlns:a="http://schemas.openxmlformats.org/drawingml/2006/main">
            <a:pPr>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85AADB55-2362-4A32-9E3C-837DB6B4D2A2}"/>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defRPr sz="3000" b="1">
                <a:solidFill>
                  <a:srgbClr val="E4EFEC"/>
                </a:solidFill>
                <a:latin typeface="Noto Sans KR"/>
                <a:ea typeface="Noto Sans KR"/>
                <a:cs typeface="Noto Sans KR"/>
              </a:defRPr>
            </a:lvl1pPr>
            <a:lvl2pPr>
              <a:defRPr sz="3000" b="1">
                <a:solidFill>
                  <a:srgbClr val="E4EFEC"/>
                </a:solidFill>
                <a:latin typeface="Noto Sans KR"/>
                <a:ea typeface="Noto Sans KR"/>
                <a:cs typeface="Noto Sans KR"/>
              </a:defRPr>
            </a:lvl2pPr>
            <a:lvl3pPr>
              <a:defRPr sz="3000" b="1">
                <a:solidFill>
                  <a:srgbClr val="E4EFEC"/>
                </a:solidFill>
                <a:latin typeface="Noto Sans KR"/>
                <a:ea typeface="Noto Sans KR"/>
                <a:cs typeface="Noto Sans KR"/>
              </a:defRPr>
            </a:lvl3pPr>
            <a:lvl4pPr>
              <a:defRPr sz="3000" b="1">
                <a:solidFill>
                  <a:srgbClr val="E4EFEC"/>
                </a:solidFill>
                <a:latin typeface="Noto Sans KR"/>
                <a:ea typeface="Noto Sans KR"/>
                <a:cs typeface="Noto Sans KR"/>
              </a:defRPr>
            </a:lvl4pPr>
            <a:lvl5pPr>
              <a:defRPr sz="3000" b="1">
                <a:solidFill>
                  <a:srgbClr val="E4EFEC"/>
                </a:solidFill>
                <a:latin typeface="Noto Sans KR"/>
                <a:ea typeface="Noto Sans KR"/>
                <a:cs typeface="Noto Sans KR"/>
              </a:defRPr>
            </a:lvl5pPr>
            <a:lvl6pPr>
              <a:defRPr sz="3000" b="1">
                <a:solidFill>
                  <a:srgbClr val="E4EFEC"/>
                </a:solidFill>
                <a:latin typeface="Noto Sans KR"/>
                <a:ea typeface="Noto Sans KR"/>
                <a:cs typeface="Noto Sans KR"/>
              </a:defRPr>
            </a:lvl6pPr>
            <a:lvl7pPr>
              <a:defRPr sz="3000" b="1">
                <a:solidFill>
                  <a:srgbClr val="E4EFEC"/>
                </a:solidFill>
                <a:latin typeface="Noto Sans KR"/>
                <a:ea typeface="Noto Sans KR"/>
                <a:cs typeface="Noto Sans KR"/>
              </a:defRPr>
            </a:lvl7pPr>
            <a:lvl8pPr>
              <a:defRPr sz="3000" b="1">
                <a:solidFill>
                  <a:srgbClr val="E4EFEC"/>
                </a:solidFill>
                <a:latin typeface="Noto Sans KR"/>
                <a:ea typeface="Noto Sans KR"/>
                <a:cs typeface="Noto Sans KR"/>
              </a:defRPr>
            </a:lvl8pPr>
            <a:lvl9pPr>
              <a:defRPr sz="3000" b="1">
                <a:solidFill>
                  <a:srgbClr val="E4EFEC"/>
                </a:solidFill>
                <a:latin typeface="Noto Sans KR"/>
                <a:ea typeface="Noto Sans KR"/>
                <a:cs typeface="Noto Sans KR"/>
              </a:defRPr>
            </a:lvl9pPr>
          </a:lstStyle>
          <a:p xmlns:a="http://schemas.openxmlformats.org/drawingml/2006/main">
            <a:pPr>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LightRAG: 개체와 관계를 나눠 검색</a:t>
            </a:r>
          </a:p>
        </p:txBody>
      </p:sp>
      <p:sp>
        <p:nvSpPr>
          <p:cNvPr id="3" name="label-0">
            <a:extLst xmlns:a="http://schemas.openxmlformats.org/drawingml/2006/main">
              <a:ext uri="{FF2B5EF4-FFF2-40B4-BE49-F238E27FC236}">
                <a16:creationId xmlns:a16="http://schemas.microsoft.com/office/drawing/2014/main" id="{C574E557-36B3-4A51-B9B2-D868EA110CC1}"/>
              </a:ext>
            </a:extLst>
          </p:cNvPr>
          <p:cNvSpPr>
            <a:spLocks xmlns:a="http://schemas.openxmlformats.org/drawingml/2006/main" noGrp="1"/>
          </p:cNvSpPr>
          <p:nvPr/>
        </p:nvSpPr>
        <p:spPr>
          <a:xfrm xmlns:a="http://schemas.openxmlformats.org/drawingml/2006/main">
            <a:off x="609600" y="186690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defRPr sz="1950" b="1">
                <a:solidFill>
                  <a:srgbClr val="A4DDCA"/>
                </a:solidFill>
                <a:latin typeface="Noto Sans KR"/>
                <a:ea typeface="Noto Sans KR"/>
                <a:cs typeface="Noto Sans KR"/>
              </a:defRPr>
            </a:lvl1pPr>
            <a:lvl2pPr>
              <a:defRPr sz="1950" b="1">
                <a:solidFill>
                  <a:srgbClr val="A4DDCA"/>
                </a:solidFill>
                <a:latin typeface="Noto Sans KR"/>
                <a:ea typeface="Noto Sans KR"/>
                <a:cs typeface="Noto Sans KR"/>
              </a:defRPr>
            </a:lvl2pPr>
            <a:lvl3pPr>
              <a:defRPr sz="1950" b="1">
                <a:solidFill>
                  <a:srgbClr val="A4DDCA"/>
                </a:solidFill>
                <a:latin typeface="Noto Sans KR"/>
                <a:ea typeface="Noto Sans KR"/>
                <a:cs typeface="Noto Sans KR"/>
              </a:defRPr>
            </a:lvl3pPr>
            <a:lvl4pPr>
              <a:defRPr sz="1950" b="1">
                <a:solidFill>
                  <a:srgbClr val="A4DDCA"/>
                </a:solidFill>
                <a:latin typeface="Noto Sans KR"/>
                <a:ea typeface="Noto Sans KR"/>
                <a:cs typeface="Noto Sans KR"/>
              </a:defRPr>
            </a:lvl4pPr>
            <a:lvl5pPr>
              <a:defRPr sz="1950" b="1">
                <a:solidFill>
                  <a:srgbClr val="A4DDCA"/>
                </a:solidFill>
                <a:latin typeface="Noto Sans KR"/>
                <a:ea typeface="Noto Sans KR"/>
                <a:cs typeface="Noto Sans KR"/>
              </a:defRPr>
            </a:lvl5pPr>
            <a:lvl6pPr>
              <a:defRPr sz="1950" b="1">
                <a:solidFill>
                  <a:srgbClr val="A4DDCA"/>
                </a:solidFill>
                <a:latin typeface="Noto Sans KR"/>
                <a:ea typeface="Noto Sans KR"/>
                <a:cs typeface="Noto Sans KR"/>
              </a:defRPr>
            </a:lvl6pPr>
            <a:lvl7pPr>
              <a:defRPr sz="1950" b="1">
                <a:solidFill>
                  <a:srgbClr val="A4DDCA"/>
                </a:solidFill>
                <a:latin typeface="Noto Sans KR"/>
                <a:ea typeface="Noto Sans KR"/>
                <a:cs typeface="Noto Sans KR"/>
              </a:defRPr>
            </a:lvl7pPr>
            <a:lvl8pPr>
              <a:defRPr sz="1950" b="1">
                <a:solidFill>
                  <a:srgbClr val="A4DDCA"/>
                </a:solidFill>
                <a:latin typeface="Noto Sans KR"/>
                <a:ea typeface="Noto Sans KR"/>
                <a:cs typeface="Noto Sans KR"/>
              </a:defRPr>
            </a:lvl8pPr>
            <a:lvl9pPr>
              <a:defRPr sz="1950" b="1">
                <a:solidFill>
                  <a:srgbClr val="A4DDCA"/>
                </a:solidFill>
                <a:latin typeface="Noto Sans KR"/>
                <a:ea typeface="Noto Sans KR"/>
                <a:cs typeface="Noto Sans KR"/>
              </a:defRPr>
            </a:lvl9pPr>
          </a:lstStyle>
          <a:p xmlns:a="http://schemas.openxmlformats.org/drawingml/2006/main">
            <a:pPr>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저장하는 것</a:t>
            </a:r>
          </a:p>
        </p:txBody>
      </p:sp>
      <p:sp>
        <p:nvSpPr>
          <p:cNvPr id="4" name="body-0">
            <a:extLst xmlns:a="http://schemas.openxmlformats.org/drawingml/2006/main">
              <a:ext uri="{FF2B5EF4-FFF2-40B4-BE49-F238E27FC236}">
                <a16:creationId xmlns:a16="http://schemas.microsoft.com/office/drawing/2014/main" id="{F5B683B4-65B6-4EA7-8029-699EFC9BEA2D}"/>
              </a:ext>
            </a:extLst>
          </p:cNvPr>
          <p:cNvSpPr>
            <a:spLocks xmlns:a="http://schemas.openxmlformats.org/drawingml/2006/main" noGrp="1"/>
          </p:cNvSpPr>
          <p:nvPr/>
        </p:nvSpPr>
        <p:spPr>
          <a:xfrm xmlns:a="http://schemas.openxmlformats.org/drawingml/2006/main">
            <a:off x="3190875" y="186690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defRPr sz="2025" b="0">
                <a:solidFill>
                  <a:srgbClr val="E4EFEC"/>
                </a:solidFill>
                <a:latin typeface="Noto Sans KR"/>
                <a:ea typeface="Noto Sans KR"/>
                <a:cs typeface="Noto Sans KR"/>
              </a:defRPr>
            </a:lvl1pPr>
            <a:lvl2pPr>
              <a:defRPr sz="2025" b="0">
                <a:solidFill>
                  <a:srgbClr val="E4EFEC"/>
                </a:solidFill>
                <a:latin typeface="Noto Sans KR"/>
                <a:ea typeface="Noto Sans KR"/>
                <a:cs typeface="Noto Sans KR"/>
              </a:defRPr>
            </a:lvl2pPr>
            <a:lvl3pPr>
              <a:defRPr sz="2025" b="0">
                <a:solidFill>
                  <a:srgbClr val="E4EFEC"/>
                </a:solidFill>
                <a:latin typeface="Noto Sans KR"/>
                <a:ea typeface="Noto Sans KR"/>
                <a:cs typeface="Noto Sans KR"/>
              </a:defRPr>
            </a:lvl3pPr>
            <a:lvl4pPr>
              <a:defRPr sz="2025" b="0">
                <a:solidFill>
                  <a:srgbClr val="E4EFEC"/>
                </a:solidFill>
                <a:latin typeface="Noto Sans KR"/>
                <a:ea typeface="Noto Sans KR"/>
                <a:cs typeface="Noto Sans KR"/>
              </a:defRPr>
            </a:lvl4pPr>
            <a:lvl5pPr>
              <a:defRPr sz="2025" b="0">
                <a:solidFill>
                  <a:srgbClr val="E4EFEC"/>
                </a:solidFill>
                <a:latin typeface="Noto Sans KR"/>
                <a:ea typeface="Noto Sans KR"/>
                <a:cs typeface="Noto Sans KR"/>
              </a:defRPr>
            </a:lvl5pPr>
            <a:lvl6pPr>
              <a:defRPr sz="2025" b="0">
                <a:solidFill>
                  <a:srgbClr val="E4EFEC"/>
                </a:solidFill>
                <a:latin typeface="Noto Sans KR"/>
                <a:ea typeface="Noto Sans KR"/>
                <a:cs typeface="Noto Sans KR"/>
              </a:defRPr>
            </a:lvl6pPr>
            <a:lvl7pPr>
              <a:defRPr sz="2025" b="0">
                <a:solidFill>
                  <a:srgbClr val="E4EFEC"/>
                </a:solidFill>
                <a:latin typeface="Noto Sans KR"/>
                <a:ea typeface="Noto Sans KR"/>
                <a:cs typeface="Noto Sans KR"/>
              </a:defRPr>
            </a:lvl7pPr>
            <a:lvl8pPr>
              <a:defRPr sz="2025" b="0">
                <a:solidFill>
                  <a:srgbClr val="E4EFEC"/>
                </a:solidFill>
                <a:latin typeface="Noto Sans KR"/>
                <a:ea typeface="Noto Sans KR"/>
                <a:cs typeface="Noto Sans KR"/>
              </a:defRPr>
            </a:lvl8pPr>
            <a:lvl9pPr>
              <a:defRPr sz="2025" b="0">
                <a:solidFill>
                  <a:srgbClr val="E4EFEC"/>
                </a:solidFill>
                <a:latin typeface="Noto Sans KR"/>
                <a:ea typeface="Noto Sans KR"/>
                <a:cs typeface="Noto Sans KR"/>
              </a:defRPr>
            </a:lvl9pPr>
          </a:lstStyle>
          <a:p xmlns:a="http://schemas.openxmlformats.org/drawingml/2006/main">
            <a:pPr>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개체 설명, 관계 설명, 연결된 원문</a:t>
            </a:r>
          </a:p>
        </p:txBody>
      </p:sp>
      <p:sp>
        <p:nvSpPr>
          <p:cNvPr id="5" name="label-1">
            <a:extLst xmlns:a="http://schemas.openxmlformats.org/drawingml/2006/main">
              <a:ext uri="{FF2B5EF4-FFF2-40B4-BE49-F238E27FC236}">
                <a16:creationId xmlns:a16="http://schemas.microsoft.com/office/drawing/2014/main" id="{309BA61A-2208-455E-A3E7-FE4288A860C0}"/>
              </a:ext>
            </a:extLst>
          </p:cNvPr>
          <p:cNvSpPr>
            <a:spLocks xmlns:a="http://schemas.openxmlformats.org/drawingml/2006/main" noGrp="1"/>
          </p:cNvSpPr>
          <p:nvPr/>
        </p:nvSpPr>
        <p:spPr>
          <a:xfrm xmlns:a="http://schemas.openxmlformats.org/drawingml/2006/main">
            <a:off x="609600" y="31337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defRPr sz="1950" b="1">
                <a:solidFill>
                  <a:srgbClr val="A4DDCA"/>
                </a:solidFill>
                <a:latin typeface="Noto Sans KR"/>
                <a:ea typeface="Noto Sans KR"/>
                <a:cs typeface="Noto Sans KR"/>
              </a:defRPr>
            </a:lvl1pPr>
            <a:lvl2pPr>
              <a:defRPr sz="1950" b="1">
                <a:solidFill>
                  <a:srgbClr val="A4DDCA"/>
                </a:solidFill>
                <a:latin typeface="Noto Sans KR"/>
                <a:ea typeface="Noto Sans KR"/>
                <a:cs typeface="Noto Sans KR"/>
              </a:defRPr>
            </a:lvl2pPr>
            <a:lvl3pPr>
              <a:defRPr sz="1950" b="1">
                <a:solidFill>
                  <a:srgbClr val="A4DDCA"/>
                </a:solidFill>
                <a:latin typeface="Noto Sans KR"/>
                <a:ea typeface="Noto Sans KR"/>
                <a:cs typeface="Noto Sans KR"/>
              </a:defRPr>
            </a:lvl3pPr>
            <a:lvl4pPr>
              <a:defRPr sz="1950" b="1">
                <a:solidFill>
                  <a:srgbClr val="A4DDCA"/>
                </a:solidFill>
                <a:latin typeface="Noto Sans KR"/>
                <a:ea typeface="Noto Sans KR"/>
                <a:cs typeface="Noto Sans KR"/>
              </a:defRPr>
            </a:lvl4pPr>
            <a:lvl5pPr>
              <a:defRPr sz="1950" b="1">
                <a:solidFill>
                  <a:srgbClr val="A4DDCA"/>
                </a:solidFill>
                <a:latin typeface="Noto Sans KR"/>
                <a:ea typeface="Noto Sans KR"/>
                <a:cs typeface="Noto Sans KR"/>
              </a:defRPr>
            </a:lvl5pPr>
            <a:lvl6pPr>
              <a:defRPr sz="1950" b="1">
                <a:solidFill>
                  <a:srgbClr val="A4DDCA"/>
                </a:solidFill>
                <a:latin typeface="Noto Sans KR"/>
                <a:ea typeface="Noto Sans KR"/>
                <a:cs typeface="Noto Sans KR"/>
              </a:defRPr>
            </a:lvl6pPr>
            <a:lvl7pPr>
              <a:defRPr sz="1950" b="1">
                <a:solidFill>
                  <a:srgbClr val="A4DDCA"/>
                </a:solidFill>
                <a:latin typeface="Noto Sans KR"/>
                <a:ea typeface="Noto Sans KR"/>
                <a:cs typeface="Noto Sans KR"/>
              </a:defRPr>
            </a:lvl7pPr>
            <a:lvl8pPr>
              <a:defRPr sz="1950" b="1">
                <a:solidFill>
                  <a:srgbClr val="A4DDCA"/>
                </a:solidFill>
                <a:latin typeface="Noto Sans KR"/>
                <a:ea typeface="Noto Sans KR"/>
                <a:cs typeface="Noto Sans KR"/>
              </a:defRPr>
            </a:lvl8pPr>
            <a:lvl9pPr>
              <a:defRPr sz="1950" b="1">
                <a:solidFill>
                  <a:srgbClr val="A4DDCA"/>
                </a:solidFill>
                <a:latin typeface="Noto Sans KR"/>
                <a:ea typeface="Noto Sans KR"/>
                <a:cs typeface="Noto Sans KR"/>
              </a:defRPr>
            </a:lvl9pPr>
          </a:lstStyle>
          <a:p xmlns:a="http://schemas.openxmlformats.org/drawingml/2006/main">
            <a:pPr>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미리 준비하는 일</a:t>
            </a:r>
          </a:p>
        </p:txBody>
      </p:sp>
      <p:sp>
        <p:nvSpPr>
          <p:cNvPr id="6" name="body-1">
            <a:extLst xmlns:a="http://schemas.openxmlformats.org/drawingml/2006/main">
              <a:ext uri="{FF2B5EF4-FFF2-40B4-BE49-F238E27FC236}">
                <a16:creationId xmlns:a16="http://schemas.microsoft.com/office/drawing/2014/main" id="{A3D6B0FF-6A06-487A-9C04-5E18CBE01046}"/>
              </a:ext>
            </a:extLst>
          </p:cNvPr>
          <p:cNvSpPr>
            <a:spLocks xmlns:a="http://schemas.openxmlformats.org/drawingml/2006/main" noGrp="1"/>
          </p:cNvSpPr>
          <p:nvPr/>
        </p:nvSpPr>
        <p:spPr>
          <a:xfrm xmlns:a="http://schemas.openxmlformats.org/drawingml/2006/main">
            <a:off x="3190875" y="31337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defRPr sz="2025" b="0">
                <a:solidFill>
                  <a:srgbClr val="E4EFEC"/>
                </a:solidFill>
                <a:latin typeface="Noto Sans KR"/>
                <a:ea typeface="Noto Sans KR"/>
                <a:cs typeface="Noto Sans KR"/>
              </a:defRPr>
            </a:lvl1pPr>
            <a:lvl2pPr>
              <a:defRPr sz="2025" b="0">
                <a:solidFill>
                  <a:srgbClr val="E4EFEC"/>
                </a:solidFill>
                <a:latin typeface="Noto Sans KR"/>
                <a:ea typeface="Noto Sans KR"/>
                <a:cs typeface="Noto Sans KR"/>
              </a:defRPr>
            </a:lvl2pPr>
            <a:lvl3pPr>
              <a:defRPr sz="2025" b="0">
                <a:solidFill>
                  <a:srgbClr val="E4EFEC"/>
                </a:solidFill>
                <a:latin typeface="Noto Sans KR"/>
                <a:ea typeface="Noto Sans KR"/>
                <a:cs typeface="Noto Sans KR"/>
              </a:defRPr>
            </a:lvl3pPr>
            <a:lvl4pPr>
              <a:defRPr sz="2025" b="0">
                <a:solidFill>
                  <a:srgbClr val="E4EFEC"/>
                </a:solidFill>
                <a:latin typeface="Noto Sans KR"/>
                <a:ea typeface="Noto Sans KR"/>
                <a:cs typeface="Noto Sans KR"/>
              </a:defRPr>
            </a:lvl4pPr>
            <a:lvl5pPr>
              <a:defRPr sz="2025" b="0">
                <a:solidFill>
                  <a:srgbClr val="E4EFEC"/>
                </a:solidFill>
                <a:latin typeface="Noto Sans KR"/>
                <a:ea typeface="Noto Sans KR"/>
                <a:cs typeface="Noto Sans KR"/>
              </a:defRPr>
            </a:lvl5pPr>
            <a:lvl6pPr>
              <a:defRPr sz="2025" b="0">
                <a:solidFill>
                  <a:srgbClr val="E4EFEC"/>
                </a:solidFill>
                <a:latin typeface="Noto Sans KR"/>
                <a:ea typeface="Noto Sans KR"/>
                <a:cs typeface="Noto Sans KR"/>
              </a:defRPr>
            </a:lvl6pPr>
            <a:lvl7pPr>
              <a:defRPr sz="2025" b="0">
                <a:solidFill>
                  <a:srgbClr val="E4EFEC"/>
                </a:solidFill>
                <a:latin typeface="Noto Sans KR"/>
                <a:ea typeface="Noto Sans KR"/>
                <a:cs typeface="Noto Sans KR"/>
              </a:defRPr>
            </a:lvl7pPr>
            <a:lvl8pPr>
              <a:defRPr sz="2025" b="0">
                <a:solidFill>
                  <a:srgbClr val="E4EFEC"/>
                </a:solidFill>
                <a:latin typeface="Noto Sans KR"/>
                <a:ea typeface="Noto Sans KR"/>
                <a:cs typeface="Noto Sans KR"/>
              </a:defRPr>
            </a:lvl8pPr>
            <a:lvl9pPr>
              <a:defRPr sz="2025" b="0">
                <a:solidFill>
                  <a:srgbClr val="E4EFEC"/>
                </a:solidFill>
                <a:latin typeface="Noto Sans KR"/>
                <a:ea typeface="Noto Sans KR"/>
                <a:cs typeface="Noto Sans KR"/>
              </a:defRPr>
            </a:lvl9pPr>
          </a:lstStyle>
          <a:p xmlns:a="http://schemas.openxmlformats.org/drawingml/2006/main">
            <a:pPr>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같은 개체와 관계의 설명을 합치고 원문 위치를 저장합니다.</a:t>
            </a:r>
          </a:p>
        </p:txBody>
      </p:sp>
      <p:sp>
        <p:nvSpPr>
          <p:cNvPr id="7" name="label-2">
            <a:extLst xmlns:a="http://schemas.openxmlformats.org/drawingml/2006/main">
              <a:ext uri="{FF2B5EF4-FFF2-40B4-BE49-F238E27FC236}">
                <a16:creationId xmlns:a16="http://schemas.microsoft.com/office/drawing/2014/main" id="{90ED19D8-7D68-4494-AD19-E6916558B7C6}"/>
              </a:ext>
            </a:extLst>
          </p:cNvPr>
          <p:cNvSpPr>
            <a:spLocks xmlns:a="http://schemas.openxmlformats.org/drawingml/2006/main" noGrp="1"/>
          </p:cNvSpPr>
          <p:nvPr/>
        </p:nvSpPr>
        <p:spPr>
          <a:xfrm xmlns:a="http://schemas.openxmlformats.org/drawingml/2006/main">
            <a:off x="609600" y="44005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defRPr sz="1950" b="1">
                <a:solidFill>
                  <a:srgbClr val="A4DDCA"/>
                </a:solidFill>
                <a:latin typeface="Noto Sans KR"/>
                <a:ea typeface="Noto Sans KR"/>
                <a:cs typeface="Noto Sans KR"/>
              </a:defRPr>
            </a:lvl1pPr>
            <a:lvl2pPr>
              <a:defRPr sz="1950" b="1">
                <a:solidFill>
                  <a:srgbClr val="A4DDCA"/>
                </a:solidFill>
                <a:latin typeface="Noto Sans KR"/>
                <a:ea typeface="Noto Sans KR"/>
                <a:cs typeface="Noto Sans KR"/>
              </a:defRPr>
            </a:lvl2pPr>
            <a:lvl3pPr>
              <a:defRPr sz="1950" b="1">
                <a:solidFill>
                  <a:srgbClr val="A4DDCA"/>
                </a:solidFill>
                <a:latin typeface="Noto Sans KR"/>
                <a:ea typeface="Noto Sans KR"/>
                <a:cs typeface="Noto Sans KR"/>
              </a:defRPr>
            </a:lvl3pPr>
            <a:lvl4pPr>
              <a:defRPr sz="1950" b="1">
                <a:solidFill>
                  <a:srgbClr val="A4DDCA"/>
                </a:solidFill>
                <a:latin typeface="Noto Sans KR"/>
                <a:ea typeface="Noto Sans KR"/>
                <a:cs typeface="Noto Sans KR"/>
              </a:defRPr>
            </a:lvl4pPr>
            <a:lvl5pPr>
              <a:defRPr sz="1950" b="1">
                <a:solidFill>
                  <a:srgbClr val="A4DDCA"/>
                </a:solidFill>
                <a:latin typeface="Noto Sans KR"/>
                <a:ea typeface="Noto Sans KR"/>
                <a:cs typeface="Noto Sans KR"/>
              </a:defRPr>
            </a:lvl5pPr>
            <a:lvl6pPr>
              <a:defRPr sz="1950" b="1">
                <a:solidFill>
                  <a:srgbClr val="A4DDCA"/>
                </a:solidFill>
                <a:latin typeface="Noto Sans KR"/>
                <a:ea typeface="Noto Sans KR"/>
                <a:cs typeface="Noto Sans KR"/>
              </a:defRPr>
            </a:lvl6pPr>
            <a:lvl7pPr>
              <a:defRPr sz="1950" b="1">
                <a:solidFill>
                  <a:srgbClr val="A4DDCA"/>
                </a:solidFill>
                <a:latin typeface="Noto Sans KR"/>
                <a:ea typeface="Noto Sans KR"/>
                <a:cs typeface="Noto Sans KR"/>
              </a:defRPr>
            </a:lvl7pPr>
            <a:lvl8pPr>
              <a:defRPr sz="1950" b="1">
                <a:solidFill>
                  <a:srgbClr val="A4DDCA"/>
                </a:solidFill>
                <a:latin typeface="Noto Sans KR"/>
                <a:ea typeface="Noto Sans KR"/>
                <a:cs typeface="Noto Sans KR"/>
              </a:defRPr>
            </a:lvl8pPr>
            <a:lvl9pPr>
              <a:defRPr sz="1950" b="1">
                <a:solidFill>
                  <a:srgbClr val="A4DDCA"/>
                </a:solidFill>
                <a:latin typeface="Noto Sans KR"/>
                <a:ea typeface="Noto Sans KR"/>
                <a:cs typeface="Noto Sans KR"/>
              </a:defRPr>
            </a:lvl9pPr>
          </a:lstStyle>
          <a:p xmlns:a="http://schemas.openxmlformats.org/drawingml/2006/main">
            <a:pPr>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질문이 오면 하는 일</a:t>
            </a:r>
          </a:p>
        </p:txBody>
      </p:sp>
      <p:sp>
        <p:nvSpPr>
          <p:cNvPr id="8" name="body-2">
            <a:extLst xmlns:a="http://schemas.openxmlformats.org/drawingml/2006/main">
              <a:ext uri="{FF2B5EF4-FFF2-40B4-BE49-F238E27FC236}">
                <a16:creationId xmlns:a16="http://schemas.microsoft.com/office/drawing/2014/main" id="{6D273132-0009-4F56-9802-21663F7338B4}"/>
              </a:ext>
            </a:extLst>
          </p:cNvPr>
          <p:cNvSpPr>
            <a:spLocks xmlns:a="http://schemas.openxmlformats.org/drawingml/2006/main" noGrp="1"/>
          </p:cNvSpPr>
          <p:nvPr/>
        </p:nvSpPr>
        <p:spPr>
          <a:xfrm xmlns:a="http://schemas.openxmlformats.org/drawingml/2006/main">
            <a:off x="3190875" y="44005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defRPr sz="2025" b="0">
                <a:solidFill>
                  <a:srgbClr val="E4EFEC"/>
                </a:solidFill>
                <a:latin typeface="Noto Sans KR"/>
                <a:ea typeface="Noto Sans KR"/>
                <a:cs typeface="Noto Sans KR"/>
              </a:defRPr>
            </a:lvl1pPr>
            <a:lvl2pPr>
              <a:defRPr sz="2025" b="0">
                <a:solidFill>
                  <a:srgbClr val="E4EFEC"/>
                </a:solidFill>
                <a:latin typeface="Noto Sans KR"/>
                <a:ea typeface="Noto Sans KR"/>
                <a:cs typeface="Noto Sans KR"/>
              </a:defRPr>
            </a:lvl2pPr>
            <a:lvl3pPr>
              <a:defRPr sz="2025" b="0">
                <a:solidFill>
                  <a:srgbClr val="E4EFEC"/>
                </a:solidFill>
                <a:latin typeface="Noto Sans KR"/>
                <a:ea typeface="Noto Sans KR"/>
                <a:cs typeface="Noto Sans KR"/>
              </a:defRPr>
            </a:lvl3pPr>
            <a:lvl4pPr>
              <a:defRPr sz="2025" b="0">
                <a:solidFill>
                  <a:srgbClr val="E4EFEC"/>
                </a:solidFill>
                <a:latin typeface="Noto Sans KR"/>
                <a:ea typeface="Noto Sans KR"/>
                <a:cs typeface="Noto Sans KR"/>
              </a:defRPr>
            </a:lvl4pPr>
            <a:lvl5pPr>
              <a:defRPr sz="2025" b="0">
                <a:solidFill>
                  <a:srgbClr val="E4EFEC"/>
                </a:solidFill>
                <a:latin typeface="Noto Sans KR"/>
                <a:ea typeface="Noto Sans KR"/>
                <a:cs typeface="Noto Sans KR"/>
              </a:defRPr>
            </a:lvl5pPr>
            <a:lvl6pPr>
              <a:defRPr sz="2025" b="0">
                <a:solidFill>
                  <a:srgbClr val="E4EFEC"/>
                </a:solidFill>
                <a:latin typeface="Noto Sans KR"/>
                <a:ea typeface="Noto Sans KR"/>
                <a:cs typeface="Noto Sans KR"/>
              </a:defRPr>
            </a:lvl6pPr>
            <a:lvl7pPr>
              <a:defRPr sz="2025" b="0">
                <a:solidFill>
                  <a:srgbClr val="E4EFEC"/>
                </a:solidFill>
                <a:latin typeface="Noto Sans KR"/>
                <a:ea typeface="Noto Sans KR"/>
                <a:cs typeface="Noto Sans KR"/>
              </a:defRPr>
            </a:lvl7pPr>
            <a:lvl8pPr>
              <a:defRPr sz="2025" b="0">
                <a:solidFill>
                  <a:srgbClr val="E4EFEC"/>
                </a:solidFill>
                <a:latin typeface="Noto Sans KR"/>
                <a:ea typeface="Noto Sans KR"/>
                <a:cs typeface="Noto Sans KR"/>
              </a:defRPr>
            </a:lvl8pPr>
            <a:lvl9pPr>
              <a:defRPr sz="2025" b="0">
                <a:solidFill>
                  <a:srgbClr val="E4EFEC"/>
                </a:solidFill>
                <a:latin typeface="Noto Sans KR"/>
                <a:ea typeface="Noto Sans KR"/>
                <a:cs typeface="Noto Sans KR"/>
              </a:defRPr>
            </a:lvl9pPr>
          </a:lstStyle>
          <a:p xmlns:a="http://schemas.openxmlformats.org/drawingml/2006/main">
            <a:pPr>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구체적인 대상 키워드와 넓은 주제 키워드로 근거를 찾습니다.</a:t>
            </a:r>
          </a:p>
        </p:txBody>
      </p:sp>
      <p:sp>
        <p:nvSpPr>
          <p:cNvPr id="9" name="page">
            <a:extLst xmlns:a="http://schemas.openxmlformats.org/drawingml/2006/main">
              <a:ext uri="{FF2B5EF4-FFF2-40B4-BE49-F238E27FC236}">
                <a16:creationId xmlns:a16="http://schemas.microsoft.com/office/drawing/2014/main" id="{E408FA10-7F39-4B91-9EE8-3C0EC328DF1F}"/>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defRPr sz="1125" b="0">
                <a:solidFill>
                  <a:srgbClr val="8EABB7"/>
                </a:solidFill>
                <a:latin typeface="Noto Sans KR"/>
                <a:ea typeface="Noto Sans KR"/>
                <a:cs typeface="Noto Sans KR"/>
              </a:defRPr>
            </a:lvl1pPr>
            <a:lvl2pPr>
              <a:defRPr sz="1125" b="0">
                <a:solidFill>
                  <a:srgbClr val="8EABB7"/>
                </a:solidFill>
                <a:latin typeface="Noto Sans KR"/>
                <a:ea typeface="Noto Sans KR"/>
                <a:cs typeface="Noto Sans KR"/>
              </a:defRPr>
            </a:lvl2pPr>
            <a:lvl3pPr>
              <a:defRPr sz="1125" b="0">
                <a:solidFill>
                  <a:srgbClr val="8EABB7"/>
                </a:solidFill>
                <a:latin typeface="Noto Sans KR"/>
                <a:ea typeface="Noto Sans KR"/>
                <a:cs typeface="Noto Sans KR"/>
              </a:defRPr>
            </a:lvl3pPr>
            <a:lvl4pPr>
              <a:defRPr sz="1125" b="0">
                <a:solidFill>
                  <a:srgbClr val="8EABB7"/>
                </a:solidFill>
                <a:latin typeface="Noto Sans KR"/>
                <a:ea typeface="Noto Sans KR"/>
                <a:cs typeface="Noto Sans KR"/>
              </a:defRPr>
            </a:lvl4pPr>
            <a:lvl5pPr>
              <a:defRPr sz="1125" b="0">
                <a:solidFill>
                  <a:srgbClr val="8EABB7"/>
                </a:solidFill>
                <a:latin typeface="Noto Sans KR"/>
                <a:ea typeface="Noto Sans KR"/>
                <a:cs typeface="Noto Sans KR"/>
              </a:defRPr>
            </a:lvl5pPr>
            <a:lvl6pPr>
              <a:defRPr sz="1125" b="0">
                <a:solidFill>
                  <a:srgbClr val="8EABB7"/>
                </a:solidFill>
                <a:latin typeface="Noto Sans KR"/>
                <a:ea typeface="Noto Sans KR"/>
                <a:cs typeface="Noto Sans KR"/>
              </a:defRPr>
            </a:lvl6pPr>
            <a:lvl7pPr>
              <a:defRPr sz="1125" b="0">
                <a:solidFill>
                  <a:srgbClr val="8EABB7"/>
                </a:solidFill>
                <a:latin typeface="Noto Sans KR"/>
                <a:ea typeface="Noto Sans KR"/>
                <a:cs typeface="Noto Sans KR"/>
              </a:defRPr>
            </a:lvl7pPr>
            <a:lvl8pPr>
              <a:defRPr sz="1125" b="0">
                <a:solidFill>
                  <a:srgbClr val="8EABB7"/>
                </a:solidFill>
                <a:latin typeface="Noto Sans KR"/>
                <a:ea typeface="Noto Sans KR"/>
                <a:cs typeface="Noto Sans KR"/>
              </a:defRPr>
            </a:lvl8pPr>
            <a:lvl9pPr>
              <a:defRPr sz="1125" b="0">
                <a:solidFill>
                  <a:srgbClr val="8EABB7"/>
                </a:solidFill>
                <a:latin typeface="Noto Sans KR"/>
                <a:ea typeface="Noto Sans KR"/>
                <a:cs typeface="Noto Sans KR"/>
              </a:defRPr>
            </a:lvl9pPr>
          </a:lstStyle>
          <a:p xmlns:a="http://schemas.openxmlformats.org/drawingml/2006/main">
            <a:pPr>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22</a:t>
            </a:r>
          </a:p>
        </p:txBody>
      </p:sp>
    </p:spTree>
    <p:extLst>
      <p:ext uri="{BB962C8B-B14F-4D97-AF65-F5344CB8AC3E}">
        <p14:creationId xmlns:p14="http://schemas.microsoft.com/office/powerpoint/2010/main" val="2077996527"/>
      </p:ext>
    </p:extLst>
  </p:cSld>
</p:sld>
</file>

<file path=ppt/slides/slide23.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0" name="section">
            <a:extLst xmlns:a="http://schemas.openxmlformats.org/drawingml/2006/main">
              <a:ext uri="{FF2B5EF4-FFF2-40B4-BE49-F238E27FC236}">
                <a16:creationId xmlns:a16="http://schemas.microsoft.com/office/drawing/2014/main" id="{51523124-8744-47A2-A59E-E7709790C55C}"/>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defRPr sz="1125" b="1">
                <a:solidFill>
                  <a:srgbClr val="A4DDCA"/>
                </a:solidFill>
                <a:latin typeface="Noto Sans KR"/>
                <a:ea typeface="Noto Sans KR"/>
                <a:cs typeface="Noto Sans KR"/>
              </a:defRPr>
            </a:lvl1pPr>
            <a:lvl2pPr>
              <a:defRPr sz="1125" b="1">
                <a:solidFill>
                  <a:srgbClr val="A4DDCA"/>
                </a:solidFill>
                <a:latin typeface="Noto Sans KR"/>
                <a:ea typeface="Noto Sans KR"/>
                <a:cs typeface="Noto Sans KR"/>
              </a:defRPr>
            </a:lvl2pPr>
            <a:lvl3pPr>
              <a:defRPr sz="1125" b="1">
                <a:solidFill>
                  <a:srgbClr val="A4DDCA"/>
                </a:solidFill>
                <a:latin typeface="Noto Sans KR"/>
                <a:ea typeface="Noto Sans KR"/>
                <a:cs typeface="Noto Sans KR"/>
              </a:defRPr>
            </a:lvl3pPr>
            <a:lvl4pPr>
              <a:defRPr sz="1125" b="1">
                <a:solidFill>
                  <a:srgbClr val="A4DDCA"/>
                </a:solidFill>
                <a:latin typeface="Noto Sans KR"/>
                <a:ea typeface="Noto Sans KR"/>
                <a:cs typeface="Noto Sans KR"/>
              </a:defRPr>
            </a:lvl4pPr>
            <a:lvl5pPr>
              <a:defRPr sz="1125" b="1">
                <a:solidFill>
                  <a:srgbClr val="A4DDCA"/>
                </a:solidFill>
                <a:latin typeface="Noto Sans KR"/>
                <a:ea typeface="Noto Sans KR"/>
                <a:cs typeface="Noto Sans KR"/>
              </a:defRPr>
            </a:lvl5pPr>
            <a:lvl6pPr>
              <a:defRPr sz="1125" b="1">
                <a:solidFill>
                  <a:srgbClr val="A4DDCA"/>
                </a:solidFill>
                <a:latin typeface="Noto Sans KR"/>
                <a:ea typeface="Noto Sans KR"/>
                <a:cs typeface="Noto Sans KR"/>
              </a:defRPr>
            </a:lvl6pPr>
            <a:lvl7pPr>
              <a:defRPr sz="1125" b="1">
                <a:solidFill>
                  <a:srgbClr val="A4DDCA"/>
                </a:solidFill>
                <a:latin typeface="Noto Sans KR"/>
                <a:ea typeface="Noto Sans KR"/>
                <a:cs typeface="Noto Sans KR"/>
              </a:defRPr>
            </a:lvl7pPr>
            <a:lvl8pPr>
              <a:defRPr sz="1125" b="1">
                <a:solidFill>
                  <a:srgbClr val="A4DDCA"/>
                </a:solidFill>
                <a:latin typeface="Noto Sans KR"/>
                <a:ea typeface="Noto Sans KR"/>
                <a:cs typeface="Noto Sans KR"/>
              </a:defRPr>
            </a:lvl8pPr>
            <a:lvl9pPr>
              <a:defRPr sz="1125" b="1">
                <a:solidFill>
                  <a:srgbClr val="A4DDCA"/>
                </a:solidFill>
                <a:latin typeface="Noto Sans KR"/>
                <a:ea typeface="Noto Sans KR"/>
                <a:cs typeface="Noto Sans KR"/>
              </a:defRPr>
            </a:lvl9pPr>
          </a:lstStyle>
          <a:p xmlns:a="http://schemas.openxmlformats.org/drawingml/2006/main">
            <a:pPr>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4844884F-2C62-4714-B62E-B3639E3F36AC}"/>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defRPr sz="3000" b="1">
                <a:solidFill>
                  <a:srgbClr val="E4EFEC"/>
                </a:solidFill>
                <a:latin typeface="Noto Sans KR"/>
                <a:ea typeface="Noto Sans KR"/>
                <a:cs typeface="Noto Sans KR"/>
              </a:defRPr>
            </a:lvl1pPr>
            <a:lvl2pPr>
              <a:defRPr sz="3000" b="1">
                <a:solidFill>
                  <a:srgbClr val="E4EFEC"/>
                </a:solidFill>
                <a:latin typeface="Noto Sans KR"/>
                <a:ea typeface="Noto Sans KR"/>
                <a:cs typeface="Noto Sans KR"/>
              </a:defRPr>
            </a:lvl2pPr>
            <a:lvl3pPr>
              <a:defRPr sz="3000" b="1">
                <a:solidFill>
                  <a:srgbClr val="E4EFEC"/>
                </a:solidFill>
                <a:latin typeface="Noto Sans KR"/>
                <a:ea typeface="Noto Sans KR"/>
                <a:cs typeface="Noto Sans KR"/>
              </a:defRPr>
            </a:lvl3pPr>
            <a:lvl4pPr>
              <a:defRPr sz="3000" b="1">
                <a:solidFill>
                  <a:srgbClr val="E4EFEC"/>
                </a:solidFill>
                <a:latin typeface="Noto Sans KR"/>
                <a:ea typeface="Noto Sans KR"/>
                <a:cs typeface="Noto Sans KR"/>
              </a:defRPr>
            </a:lvl4pPr>
            <a:lvl5pPr>
              <a:defRPr sz="3000" b="1">
                <a:solidFill>
                  <a:srgbClr val="E4EFEC"/>
                </a:solidFill>
                <a:latin typeface="Noto Sans KR"/>
                <a:ea typeface="Noto Sans KR"/>
                <a:cs typeface="Noto Sans KR"/>
              </a:defRPr>
            </a:lvl5pPr>
            <a:lvl6pPr>
              <a:defRPr sz="3000" b="1">
                <a:solidFill>
                  <a:srgbClr val="E4EFEC"/>
                </a:solidFill>
                <a:latin typeface="Noto Sans KR"/>
                <a:ea typeface="Noto Sans KR"/>
                <a:cs typeface="Noto Sans KR"/>
              </a:defRPr>
            </a:lvl6pPr>
            <a:lvl7pPr>
              <a:defRPr sz="3000" b="1">
                <a:solidFill>
                  <a:srgbClr val="E4EFEC"/>
                </a:solidFill>
                <a:latin typeface="Noto Sans KR"/>
                <a:ea typeface="Noto Sans KR"/>
                <a:cs typeface="Noto Sans KR"/>
              </a:defRPr>
            </a:lvl7pPr>
            <a:lvl8pPr>
              <a:defRPr sz="3000" b="1">
                <a:solidFill>
                  <a:srgbClr val="E4EFEC"/>
                </a:solidFill>
                <a:latin typeface="Noto Sans KR"/>
                <a:ea typeface="Noto Sans KR"/>
                <a:cs typeface="Noto Sans KR"/>
              </a:defRPr>
            </a:lvl8pPr>
            <a:lvl9pPr>
              <a:defRPr sz="3000" b="1">
                <a:solidFill>
                  <a:srgbClr val="E4EFEC"/>
                </a:solidFill>
                <a:latin typeface="Noto Sans KR"/>
                <a:ea typeface="Noto Sans KR"/>
                <a:cs typeface="Noto Sans KR"/>
              </a:defRPr>
            </a:lvl9pPr>
          </a:lstStyle>
          <a:p xmlns:a="http://schemas.openxmlformats.org/drawingml/2006/main">
            <a:pPr>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LightRAG를 질문에 대입하면</a:t>
            </a:r>
          </a:p>
        </p:txBody>
      </p:sp>
      <p:sp>
        <p:nvSpPr>
          <p:cNvPr id="3" name="label-0">
            <a:extLst xmlns:a="http://schemas.openxmlformats.org/drawingml/2006/main">
              <a:ext uri="{FF2B5EF4-FFF2-40B4-BE49-F238E27FC236}">
                <a16:creationId xmlns:a16="http://schemas.microsoft.com/office/drawing/2014/main" id="{688754E4-77BD-47FE-9A01-FF8C7CDF2C74}"/>
              </a:ext>
            </a:extLst>
          </p:cNvPr>
          <p:cNvSpPr>
            <a:spLocks xmlns:a="http://schemas.openxmlformats.org/drawingml/2006/main" noGrp="1"/>
          </p:cNvSpPr>
          <p:nvPr/>
        </p:nvSpPr>
        <p:spPr>
          <a:xfrm xmlns:a="http://schemas.openxmlformats.org/drawingml/2006/main">
            <a:off x="609600" y="186690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defRPr sz="1950" b="1">
                <a:solidFill>
                  <a:srgbClr val="A4DDCA"/>
                </a:solidFill>
                <a:latin typeface="Noto Sans KR"/>
                <a:ea typeface="Noto Sans KR"/>
                <a:cs typeface="Noto Sans KR"/>
              </a:defRPr>
            </a:lvl1pPr>
            <a:lvl2pPr>
              <a:defRPr sz="1950" b="1">
                <a:solidFill>
                  <a:srgbClr val="A4DDCA"/>
                </a:solidFill>
                <a:latin typeface="Noto Sans KR"/>
                <a:ea typeface="Noto Sans KR"/>
                <a:cs typeface="Noto Sans KR"/>
              </a:defRPr>
            </a:lvl2pPr>
            <a:lvl3pPr>
              <a:defRPr sz="1950" b="1">
                <a:solidFill>
                  <a:srgbClr val="A4DDCA"/>
                </a:solidFill>
                <a:latin typeface="Noto Sans KR"/>
                <a:ea typeface="Noto Sans KR"/>
                <a:cs typeface="Noto Sans KR"/>
              </a:defRPr>
            </a:lvl3pPr>
            <a:lvl4pPr>
              <a:defRPr sz="1950" b="1">
                <a:solidFill>
                  <a:srgbClr val="A4DDCA"/>
                </a:solidFill>
                <a:latin typeface="Noto Sans KR"/>
                <a:ea typeface="Noto Sans KR"/>
                <a:cs typeface="Noto Sans KR"/>
              </a:defRPr>
            </a:lvl4pPr>
            <a:lvl5pPr>
              <a:defRPr sz="1950" b="1">
                <a:solidFill>
                  <a:srgbClr val="A4DDCA"/>
                </a:solidFill>
                <a:latin typeface="Noto Sans KR"/>
                <a:ea typeface="Noto Sans KR"/>
                <a:cs typeface="Noto Sans KR"/>
              </a:defRPr>
            </a:lvl5pPr>
            <a:lvl6pPr>
              <a:defRPr sz="1950" b="1">
                <a:solidFill>
                  <a:srgbClr val="A4DDCA"/>
                </a:solidFill>
                <a:latin typeface="Noto Sans KR"/>
                <a:ea typeface="Noto Sans KR"/>
                <a:cs typeface="Noto Sans KR"/>
              </a:defRPr>
            </a:lvl6pPr>
            <a:lvl7pPr>
              <a:defRPr sz="1950" b="1">
                <a:solidFill>
                  <a:srgbClr val="A4DDCA"/>
                </a:solidFill>
                <a:latin typeface="Noto Sans KR"/>
                <a:ea typeface="Noto Sans KR"/>
                <a:cs typeface="Noto Sans KR"/>
              </a:defRPr>
            </a:lvl7pPr>
            <a:lvl8pPr>
              <a:defRPr sz="1950" b="1">
                <a:solidFill>
                  <a:srgbClr val="A4DDCA"/>
                </a:solidFill>
                <a:latin typeface="Noto Sans KR"/>
                <a:ea typeface="Noto Sans KR"/>
                <a:cs typeface="Noto Sans KR"/>
              </a:defRPr>
            </a:lvl8pPr>
            <a:lvl9pPr>
              <a:defRPr sz="1950" b="1">
                <a:solidFill>
                  <a:srgbClr val="A4DDCA"/>
                </a:solidFill>
                <a:latin typeface="Noto Sans KR"/>
                <a:ea typeface="Noto Sans KR"/>
                <a:cs typeface="Noto Sans KR"/>
              </a:defRPr>
            </a:lvl9pPr>
          </a:lstStyle>
          <a:p xmlns:a="http://schemas.openxmlformats.org/drawingml/2006/main">
            <a:pPr>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예시 질문</a:t>
            </a:r>
          </a:p>
        </p:txBody>
      </p:sp>
      <p:sp>
        <p:nvSpPr>
          <p:cNvPr id="4" name="body-0">
            <a:extLst xmlns:a="http://schemas.openxmlformats.org/drawingml/2006/main">
              <a:ext uri="{FF2B5EF4-FFF2-40B4-BE49-F238E27FC236}">
                <a16:creationId xmlns:a16="http://schemas.microsoft.com/office/drawing/2014/main" id="{F84458A3-084F-4E1D-90C4-90EF14BA52A6}"/>
              </a:ext>
            </a:extLst>
          </p:cNvPr>
          <p:cNvSpPr>
            <a:spLocks xmlns:a="http://schemas.openxmlformats.org/drawingml/2006/main" noGrp="1"/>
          </p:cNvSpPr>
          <p:nvPr/>
        </p:nvSpPr>
        <p:spPr>
          <a:xfrm xmlns:a="http://schemas.openxmlformats.org/drawingml/2006/main">
            <a:off x="3190875" y="186690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defRPr sz="2025" b="0">
                <a:solidFill>
                  <a:srgbClr val="E4EFEC"/>
                </a:solidFill>
                <a:latin typeface="Noto Sans KR"/>
                <a:ea typeface="Noto Sans KR"/>
                <a:cs typeface="Noto Sans KR"/>
              </a:defRPr>
            </a:lvl1pPr>
            <a:lvl2pPr>
              <a:defRPr sz="2025" b="0">
                <a:solidFill>
                  <a:srgbClr val="E4EFEC"/>
                </a:solidFill>
                <a:latin typeface="Noto Sans KR"/>
                <a:ea typeface="Noto Sans KR"/>
                <a:cs typeface="Noto Sans KR"/>
              </a:defRPr>
            </a:lvl2pPr>
            <a:lvl3pPr>
              <a:defRPr sz="2025" b="0">
                <a:solidFill>
                  <a:srgbClr val="E4EFEC"/>
                </a:solidFill>
                <a:latin typeface="Noto Sans KR"/>
                <a:ea typeface="Noto Sans KR"/>
                <a:cs typeface="Noto Sans KR"/>
              </a:defRPr>
            </a:lvl3pPr>
            <a:lvl4pPr>
              <a:defRPr sz="2025" b="0">
                <a:solidFill>
                  <a:srgbClr val="E4EFEC"/>
                </a:solidFill>
                <a:latin typeface="Noto Sans KR"/>
                <a:ea typeface="Noto Sans KR"/>
                <a:cs typeface="Noto Sans KR"/>
              </a:defRPr>
            </a:lvl4pPr>
            <a:lvl5pPr>
              <a:defRPr sz="2025" b="0">
                <a:solidFill>
                  <a:srgbClr val="E4EFEC"/>
                </a:solidFill>
                <a:latin typeface="Noto Sans KR"/>
                <a:ea typeface="Noto Sans KR"/>
                <a:cs typeface="Noto Sans KR"/>
              </a:defRPr>
            </a:lvl5pPr>
            <a:lvl6pPr>
              <a:defRPr sz="2025" b="0">
                <a:solidFill>
                  <a:srgbClr val="E4EFEC"/>
                </a:solidFill>
                <a:latin typeface="Noto Sans KR"/>
                <a:ea typeface="Noto Sans KR"/>
                <a:cs typeface="Noto Sans KR"/>
              </a:defRPr>
            </a:lvl6pPr>
            <a:lvl7pPr>
              <a:defRPr sz="2025" b="0">
                <a:solidFill>
                  <a:srgbClr val="E4EFEC"/>
                </a:solidFill>
                <a:latin typeface="Noto Sans KR"/>
                <a:ea typeface="Noto Sans KR"/>
                <a:cs typeface="Noto Sans KR"/>
              </a:defRPr>
            </a:lvl7pPr>
            <a:lvl8pPr>
              <a:defRPr sz="2025" b="0">
                <a:solidFill>
                  <a:srgbClr val="E4EFEC"/>
                </a:solidFill>
                <a:latin typeface="Noto Sans KR"/>
                <a:ea typeface="Noto Sans KR"/>
                <a:cs typeface="Noto Sans KR"/>
              </a:defRPr>
            </a:lvl8pPr>
            <a:lvl9pPr>
              <a:defRPr sz="2025" b="0">
                <a:solidFill>
                  <a:srgbClr val="E4EFEC"/>
                </a:solidFill>
                <a:latin typeface="Noto Sans KR"/>
                <a:ea typeface="Noto Sans KR"/>
                <a:cs typeface="Noto Sans KR"/>
              </a:defRPr>
            </a:lvl9pPr>
          </a:lstStyle>
          <a:p xmlns:a="http://schemas.openxmlformats.org/drawingml/2006/main">
            <a:pPr>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배차시스템은 도착예측모델을 어떻게 활용하나요?</a:t>
            </a:r>
          </a:p>
        </p:txBody>
      </p:sp>
      <p:sp>
        <p:nvSpPr>
          <p:cNvPr id="5" name="label-1">
            <a:extLst xmlns:a="http://schemas.openxmlformats.org/drawingml/2006/main">
              <a:ext uri="{FF2B5EF4-FFF2-40B4-BE49-F238E27FC236}">
                <a16:creationId xmlns:a16="http://schemas.microsoft.com/office/drawing/2014/main" id="{F3F8A366-4C83-404B-BF61-668F24FE1D3F}"/>
              </a:ext>
            </a:extLst>
          </p:cNvPr>
          <p:cNvSpPr>
            <a:spLocks xmlns:a="http://schemas.openxmlformats.org/drawingml/2006/main" noGrp="1"/>
          </p:cNvSpPr>
          <p:nvPr/>
        </p:nvSpPr>
        <p:spPr>
          <a:xfrm xmlns:a="http://schemas.openxmlformats.org/drawingml/2006/main">
            <a:off x="609600" y="31337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defRPr sz="1950" b="1">
                <a:solidFill>
                  <a:srgbClr val="A4DDCA"/>
                </a:solidFill>
                <a:latin typeface="Noto Sans KR"/>
                <a:ea typeface="Noto Sans KR"/>
                <a:cs typeface="Noto Sans KR"/>
              </a:defRPr>
            </a:lvl1pPr>
            <a:lvl2pPr>
              <a:defRPr sz="1950" b="1">
                <a:solidFill>
                  <a:srgbClr val="A4DDCA"/>
                </a:solidFill>
                <a:latin typeface="Noto Sans KR"/>
                <a:ea typeface="Noto Sans KR"/>
                <a:cs typeface="Noto Sans KR"/>
              </a:defRPr>
            </a:lvl2pPr>
            <a:lvl3pPr>
              <a:defRPr sz="1950" b="1">
                <a:solidFill>
                  <a:srgbClr val="A4DDCA"/>
                </a:solidFill>
                <a:latin typeface="Noto Sans KR"/>
                <a:ea typeface="Noto Sans KR"/>
                <a:cs typeface="Noto Sans KR"/>
              </a:defRPr>
            </a:lvl3pPr>
            <a:lvl4pPr>
              <a:defRPr sz="1950" b="1">
                <a:solidFill>
                  <a:srgbClr val="A4DDCA"/>
                </a:solidFill>
                <a:latin typeface="Noto Sans KR"/>
                <a:ea typeface="Noto Sans KR"/>
                <a:cs typeface="Noto Sans KR"/>
              </a:defRPr>
            </a:lvl4pPr>
            <a:lvl5pPr>
              <a:defRPr sz="1950" b="1">
                <a:solidFill>
                  <a:srgbClr val="A4DDCA"/>
                </a:solidFill>
                <a:latin typeface="Noto Sans KR"/>
                <a:ea typeface="Noto Sans KR"/>
                <a:cs typeface="Noto Sans KR"/>
              </a:defRPr>
            </a:lvl5pPr>
            <a:lvl6pPr>
              <a:defRPr sz="1950" b="1">
                <a:solidFill>
                  <a:srgbClr val="A4DDCA"/>
                </a:solidFill>
                <a:latin typeface="Noto Sans KR"/>
                <a:ea typeface="Noto Sans KR"/>
                <a:cs typeface="Noto Sans KR"/>
              </a:defRPr>
            </a:lvl6pPr>
            <a:lvl7pPr>
              <a:defRPr sz="1950" b="1">
                <a:solidFill>
                  <a:srgbClr val="A4DDCA"/>
                </a:solidFill>
                <a:latin typeface="Noto Sans KR"/>
                <a:ea typeface="Noto Sans KR"/>
                <a:cs typeface="Noto Sans KR"/>
              </a:defRPr>
            </a:lvl7pPr>
            <a:lvl8pPr>
              <a:defRPr sz="1950" b="1">
                <a:solidFill>
                  <a:srgbClr val="A4DDCA"/>
                </a:solidFill>
                <a:latin typeface="Noto Sans KR"/>
                <a:ea typeface="Noto Sans KR"/>
                <a:cs typeface="Noto Sans KR"/>
              </a:defRPr>
            </a:lvl8pPr>
            <a:lvl9pPr>
              <a:defRPr sz="1950" b="1">
                <a:solidFill>
                  <a:srgbClr val="A4DDCA"/>
                </a:solidFill>
                <a:latin typeface="Noto Sans KR"/>
                <a:ea typeface="Noto Sans KR"/>
                <a:cs typeface="Noto Sans KR"/>
              </a:defRPr>
            </a:lvl9pPr>
          </a:lstStyle>
          <a:p xmlns:a="http://schemas.openxmlformats.org/drawingml/2006/main">
            <a:pPr>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모을 근거</a:t>
            </a:r>
          </a:p>
        </p:txBody>
      </p:sp>
      <p:sp>
        <p:nvSpPr>
          <p:cNvPr id="6" name="body-1">
            <a:extLst xmlns:a="http://schemas.openxmlformats.org/drawingml/2006/main">
              <a:ext uri="{FF2B5EF4-FFF2-40B4-BE49-F238E27FC236}">
                <a16:creationId xmlns:a16="http://schemas.microsoft.com/office/drawing/2014/main" id="{03A4BC0A-FAC3-42E1-8877-5A8E91CB1617}"/>
              </a:ext>
            </a:extLst>
          </p:cNvPr>
          <p:cNvSpPr>
            <a:spLocks xmlns:a="http://schemas.openxmlformats.org/drawingml/2006/main" noGrp="1"/>
          </p:cNvSpPr>
          <p:nvPr/>
        </p:nvSpPr>
        <p:spPr>
          <a:xfrm xmlns:a="http://schemas.openxmlformats.org/drawingml/2006/main">
            <a:off x="3190875" y="31337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defRPr sz="2025" b="0">
                <a:solidFill>
                  <a:srgbClr val="E4EFEC"/>
                </a:solidFill>
                <a:latin typeface="Noto Sans KR"/>
                <a:ea typeface="Noto Sans KR"/>
                <a:cs typeface="Noto Sans KR"/>
              </a:defRPr>
            </a:lvl1pPr>
            <a:lvl2pPr>
              <a:defRPr sz="2025" b="0">
                <a:solidFill>
                  <a:srgbClr val="E4EFEC"/>
                </a:solidFill>
                <a:latin typeface="Noto Sans KR"/>
                <a:ea typeface="Noto Sans KR"/>
                <a:cs typeface="Noto Sans KR"/>
              </a:defRPr>
            </a:lvl2pPr>
            <a:lvl3pPr>
              <a:defRPr sz="2025" b="0">
                <a:solidFill>
                  <a:srgbClr val="E4EFEC"/>
                </a:solidFill>
                <a:latin typeface="Noto Sans KR"/>
                <a:ea typeface="Noto Sans KR"/>
                <a:cs typeface="Noto Sans KR"/>
              </a:defRPr>
            </a:lvl3pPr>
            <a:lvl4pPr>
              <a:defRPr sz="2025" b="0">
                <a:solidFill>
                  <a:srgbClr val="E4EFEC"/>
                </a:solidFill>
                <a:latin typeface="Noto Sans KR"/>
                <a:ea typeface="Noto Sans KR"/>
                <a:cs typeface="Noto Sans KR"/>
              </a:defRPr>
            </a:lvl4pPr>
            <a:lvl5pPr>
              <a:defRPr sz="2025" b="0">
                <a:solidFill>
                  <a:srgbClr val="E4EFEC"/>
                </a:solidFill>
                <a:latin typeface="Noto Sans KR"/>
                <a:ea typeface="Noto Sans KR"/>
                <a:cs typeface="Noto Sans KR"/>
              </a:defRPr>
            </a:lvl5pPr>
            <a:lvl6pPr>
              <a:defRPr sz="2025" b="0">
                <a:solidFill>
                  <a:srgbClr val="E4EFEC"/>
                </a:solidFill>
                <a:latin typeface="Noto Sans KR"/>
                <a:ea typeface="Noto Sans KR"/>
                <a:cs typeface="Noto Sans KR"/>
              </a:defRPr>
            </a:lvl6pPr>
            <a:lvl7pPr>
              <a:defRPr sz="2025" b="0">
                <a:solidFill>
                  <a:srgbClr val="E4EFEC"/>
                </a:solidFill>
                <a:latin typeface="Noto Sans KR"/>
                <a:ea typeface="Noto Sans KR"/>
                <a:cs typeface="Noto Sans KR"/>
              </a:defRPr>
            </a:lvl7pPr>
            <a:lvl8pPr>
              <a:defRPr sz="2025" b="0">
                <a:solidFill>
                  <a:srgbClr val="E4EFEC"/>
                </a:solidFill>
                <a:latin typeface="Noto Sans KR"/>
                <a:ea typeface="Noto Sans KR"/>
                <a:cs typeface="Noto Sans KR"/>
              </a:defRPr>
            </a:lvl8pPr>
            <a:lvl9pPr>
              <a:defRPr sz="2025" b="0">
                <a:solidFill>
                  <a:srgbClr val="E4EFEC"/>
                </a:solidFill>
                <a:latin typeface="Noto Sans KR"/>
                <a:ea typeface="Noto Sans KR"/>
                <a:cs typeface="Noto Sans KR"/>
              </a:defRPr>
            </a:lvl9pPr>
          </a:lstStyle>
          <a:p xmlns:a="http://schemas.openxmlformats.org/drawingml/2006/main">
            <a:pPr>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시스템 설명과 사용 관계를 찾고 연결된 원문을 모읍니다.</a:t>
            </a:r>
          </a:p>
        </p:txBody>
      </p:sp>
      <p:sp>
        <p:nvSpPr>
          <p:cNvPr id="7" name="label-2">
            <a:extLst xmlns:a="http://schemas.openxmlformats.org/drawingml/2006/main">
              <a:ext uri="{FF2B5EF4-FFF2-40B4-BE49-F238E27FC236}">
                <a16:creationId xmlns:a16="http://schemas.microsoft.com/office/drawing/2014/main" id="{C17422C1-3365-44A5-80F6-6CC4D5660C11}"/>
              </a:ext>
            </a:extLst>
          </p:cNvPr>
          <p:cNvSpPr>
            <a:spLocks xmlns:a="http://schemas.openxmlformats.org/drawingml/2006/main" noGrp="1"/>
          </p:cNvSpPr>
          <p:nvPr/>
        </p:nvSpPr>
        <p:spPr>
          <a:xfrm xmlns:a="http://schemas.openxmlformats.org/drawingml/2006/main">
            <a:off x="609600" y="44005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defRPr sz="1950" b="1">
                <a:solidFill>
                  <a:srgbClr val="A4DDCA"/>
                </a:solidFill>
                <a:latin typeface="Noto Sans KR"/>
                <a:ea typeface="Noto Sans KR"/>
                <a:cs typeface="Noto Sans KR"/>
              </a:defRPr>
            </a:lvl1pPr>
            <a:lvl2pPr>
              <a:defRPr sz="1950" b="1">
                <a:solidFill>
                  <a:srgbClr val="A4DDCA"/>
                </a:solidFill>
                <a:latin typeface="Noto Sans KR"/>
                <a:ea typeface="Noto Sans KR"/>
                <a:cs typeface="Noto Sans KR"/>
              </a:defRPr>
            </a:lvl2pPr>
            <a:lvl3pPr>
              <a:defRPr sz="1950" b="1">
                <a:solidFill>
                  <a:srgbClr val="A4DDCA"/>
                </a:solidFill>
                <a:latin typeface="Noto Sans KR"/>
                <a:ea typeface="Noto Sans KR"/>
                <a:cs typeface="Noto Sans KR"/>
              </a:defRPr>
            </a:lvl3pPr>
            <a:lvl4pPr>
              <a:defRPr sz="1950" b="1">
                <a:solidFill>
                  <a:srgbClr val="A4DDCA"/>
                </a:solidFill>
                <a:latin typeface="Noto Sans KR"/>
                <a:ea typeface="Noto Sans KR"/>
                <a:cs typeface="Noto Sans KR"/>
              </a:defRPr>
            </a:lvl4pPr>
            <a:lvl5pPr>
              <a:defRPr sz="1950" b="1">
                <a:solidFill>
                  <a:srgbClr val="A4DDCA"/>
                </a:solidFill>
                <a:latin typeface="Noto Sans KR"/>
                <a:ea typeface="Noto Sans KR"/>
                <a:cs typeface="Noto Sans KR"/>
              </a:defRPr>
            </a:lvl5pPr>
            <a:lvl6pPr>
              <a:defRPr sz="1950" b="1">
                <a:solidFill>
                  <a:srgbClr val="A4DDCA"/>
                </a:solidFill>
                <a:latin typeface="Noto Sans KR"/>
                <a:ea typeface="Noto Sans KR"/>
                <a:cs typeface="Noto Sans KR"/>
              </a:defRPr>
            </a:lvl6pPr>
            <a:lvl7pPr>
              <a:defRPr sz="1950" b="1">
                <a:solidFill>
                  <a:srgbClr val="A4DDCA"/>
                </a:solidFill>
                <a:latin typeface="Noto Sans KR"/>
                <a:ea typeface="Noto Sans KR"/>
                <a:cs typeface="Noto Sans KR"/>
              </a:defRPr>
            </a:lvl7pPr>
            <a:lvl8pPr>
              <a:defRPr sz="1950" b="1">
                <a:solidFill>
                  <a:srgbClr val="A4DDCA"/>
                </a:solidFill>
                <a:latin typeface="Noto Sans KR"/>
                <a:ea typeface="Noto Sans KR"/>
                <a:cs typeface="Noto Sans KR"/>
              </a:defRPr>
            </a:lvl8pPr>
            <a:lvl9pPr>
              <a:defRPr sz="1950" b="1">
                <a:solidFill>
                  <a:srgbClr val="A4DDCA"/>
                </a:solidFill>
                <a:latin typeface="Noto Sans KR"/>
                <a:ea typeface="Noto Sans KR"/>
                <a:cs typeface="Noto Sans KR"/>
              </a:defRPr>
            </a:lvl9pPr>
          </a:lstStyle>
          <a:p xmlns:a="http://schemas.openxmlformats.org/drawingml/2006/main">
            <a:pPr>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주의할 점</a:t>
            </a:r>
          </a:p>
        </p:txBody>
      </p:sp>
      <p:sp>
        <p:nvSpPr>
          <p:cNvPr id="8" name="body-2">
            <a:extLst xmlns:a="http://schemas.openxmlformats.org/drawingml/2006/main">
              <a:ext uri="{FF2B5EF4-FFF2-40B4-BE49-F238E27FC236}">
                <a16:creationId xmlns:a16="http://schemas.microsoft.com/office/drawing/2014/main" id="{1ABB8EFE-5C85-4F84-BCF5-5E827FF09095}"/>
              </a:ext>
            </a:extLst>
          </p:cNvPr>
          <p:cNvSpPr>
            <a:spLocks xmlns:a="http://schemas.openxmlformats.org/drawingml/2006/main" noGrp="1"/>
          </p:cNvSpPr>
          <p:nvPr/>
        </p:nvSpPr>
        <p:spPr>
          <a:xfrm xmlns:a="http://schemas.openxmlformats.org/drawingml/2006/main">
            <a:off x="3190875" y="44005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defRPr sz="2025" b="0">
                <a:solidFill>
                  <a:srgbClr val="E4EFEC"/>
                </a:solidFill>
                <a:latin typeface="Noto Sans KR"/>
                <a:ea typeface="Noto Sans KR"/>
                <a:cs typeface="Noto Sans KR"/>
              </a:defRPr>
            </a:lvl1pPr>
            <a:lvl2pPr>
              <a:defRPr sz="2025" b="0">
                <a:solidFill>
                  <a:srgbClr val="E4EFEC"/>
                </a:solidFill>
                <a:latin typeface="Noto Sans KR"/>
                <a:ea typeface="Noto Sans KR"/>
                <a:cs typeface="Noto Sans KR"/>
              </a:defRPr>
            </a:lvl2pPr>
            <a:lvl3pPr>
              <a:defRPr sz="2025" b="0">
                <a:solidFill>
                  <a:srgbClr val="E4EFEC"/>
                </a:solidFill>
                <a:latin typeface="Noto Sans KR"/>
                <a:ea typeface="Noto Sans KR"/>
                <a:cs typeface="Noto Sans KR"/>
              </a:defRPr>
            </a:lvl3pPr>
            <a:lvl4pPr>
              <a:defRPr sz="2025" b="0">
                <a:solidFill>
                  <a:srgbClr val="E4EFEC"/>
                </a:solidFill>
                <a:latin typeface="Noto Sans KR"/>
                <a:ea typeface="Noto Sans KR"/>
                <a:cs typeface="Noto Sans KR"/>
              </a:defRPr>
            </a:lvl4pPr>
            <a:lvl5pPr>
              <a:defRPr sz="2025" b="0">
                <a:solidFill>
                  <a:srgbClr val="E4EFEC"/>
                </a:solidFill>
                <a:latin typeface="Noto Sans KR"/>
                <a:ea typeface="Noto Sans KR"/>
                <a:cs typeface="Noto Sans KR"/>
              </a:defRPr>
            </a:lvl5pPr>
            <a:lvl6pPr>
              <a:defRPr sz="2025" b="0">
                <a:solidFill>
                  <a:srgbClr val="E4EFEC"/>
                </a:solidFill>
                <a:latin typeface="Noto Sans KR"/>
                <a:ea typeface="Noto Sans KR"/>
                <a:cs typeface="Noto Sans KR"/>
              </a:defRPr>
            </a:lvl6pPr>
            <a:lvl7pPr>
              <a:defRPr sz="2025" b="0">
                <a:solidFill>
                  <a:srgbClr val="E4EFEC"/>
                </a:solidFill>
                <a:latin typeface="Noto Sans KR"/>
                <a:ea typeface="Noto Sans KR"/>
                <a:cs typeface="Noto Sans KR"/>
              </a:defRPr>
            </a:lvl7pPr>
            <a:lvl8pPr>
              <a:defRPr sz="2025" b="0">
                <a:solidFill>
                  <a:srgbClr val="E4EFEC"/>
                </a:solidFill>
                <a:latin typeface="Noto Sans KR"/>
                <a:ea typeface="Noto Sans KR"/>
                <a:cs typeface="Noto Sans KR"/>
              </a:defRPr>
            </a:lvl8pPr>
            <a:lvl9pPr>
              <a:defRPr sz="2025" b="0">
                <a:solidFill>
                  <a:srgbClr val="E4EFEC"/>
                </a:solidFill>
                <a:latin typeface="Noto Sans KR"/>
                <a:ea typeface="Noto Sans KR"/>
                <a:cs typeface="Noto Sans KR"/>
              </a:defRPr>
            </a:lvl9pPr>
          </a:lstStyle>
          <a:p xmlns:a="http://schemas.openxmlformats.org/drawingml/2006/main">
            <a:pPr>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질문 키워드나 추출한 관계가 틀리면 근거도 빗나갈 수 있습니다.</a:t>
            </a:r>
          </a:p>
        </p:txBody>
      </p:sp>
      <p:sp>
        <p:nvSpPr>
          <p:cNvPr id="9" name="page">
            <a:extLst xmlns:a="http://schemas.openxmlformats.org/drawingml/2006/main">
              <a:ext uri="{FF2B5EF4-FFF2-40B4-BE49-F238E27FC236}">
                <a16:creationId xmlns:a16="http://schemas.microsoft.com/office/drawing/2014/main" id="{814803BE-9FC3-434B-B2B9-995A21B225D9}"/>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defRPr sz="1125" b="0">
                <a:solidFill>
                  <a:srgbClr val="8EABB7"/>
                </a:solidFill>
                <a:latin typeface="Noto Sans KR"/>
                <a:ea typeface="Noto Sans KR"/>
                <a:cs typeface="Noto Sans KR"/>
              </a:defRPr>
            </a:lvl1pPr>
            <a:lvl2pPr>
              <a:defRPr sz="1125" b="0">
                <a:solidFill>
                  <a:srgbClr val="8EABB7"/>
                </a:solidFill>
                <a:latin typeface="Noto Sans KR"/>
                <a:ea typeface="Noto Sans KR"/>
                <a:cs typeface="Noto Sans KR"/>
              </a:defRPr>
            </a:lvl2pPr>
            <a:lvl3pPr>
              <a:defRPr sz="1125" b="0">
                <a:solidFill>
                  <a:srgbClr val="8EABB7"/>
                </a:solidFill>
                <a:latin typeface="Noto Sans KR"/>
                <a:ea typeface="Noto Sans KR"/>
                <a:cs typeface="Noto Sans KR"/>
              </a:defRPr>
            </a:lvl3pPr>
            <a:lvl4pPr>
              <a:defRPr sz="1125" b="0">
                <a:solidFill>
                  <a:srgbClr val="8EABB7"/>
                </a:solidFill>
                <a:latin typeface="Noto Sans KR"/>
                <a:ea typeface="Noto Sans KR"/>
                <a:cs typeface="Noto Sans KR"/>
              </a:defRPr>
            </a:lvl4pPr>
            <a:lvl5pPr>
              <a:defRPr sz="1125" b="0">
                <a:solidFill>
                  <a:srgbClr val="8EABB7"/>
                </a:solidFill>
                <a:latin typeface="Noto Sans KR"/>
                <a:ea typeface="Noto Sans KR"/>
                <a:cs typeface="Noto Sans KR"/>
              </a:defRPr>
            </a:lvl5pPr>
            <a:lvl6pPr>
              <a:defRPr sz="1125" b="0">
                <a:solidFill>
                  <a:srgbClr val="8EABB7"/>
                </a:solidFill>
                <a:latin typeface="Noto Sans KR"/>
                <a:ea typeface="Noto Sans KR"/>
                <a:cs typeface="Noto Sans KR"/>
              </a:defRPr>
            </a:lvl6pPr>
            <a:lvl7pPr>
              <a:defRPr sz="1125" b="0">
                <a:solidFill>
                  <a:srgbClr val="8EABB7"/>
                </a:solidFill>
                <a:latin typeface="Noto Sans KR"/>
                <a:ea typeface="Noto Sans KR"/>
                <a:cs typeface="Noto Sans KR"/>
              </a:defRPr>
            </a:lvl7pPr>
            <a:lvl8pPr>
              <a:defRPr sz="1125" b="0">
                <a:solidFill>
                  <a:srgbClr val="8EABB7"/>
                </a:solidFill>
                <a:latin typeface="Noto Sans KR"/>
                <a:ea typeface="Noto Sans KR"/>
                <a:cs typeface="Noto Sans KR"/>
              </a:defRPr>
            </a:lvl8pPr>
            <a:lvl9pPr>
              <a:defRPr sz="1125" b="0">
                <a:solidFill>
                  <a:srgbClr val="8EABB7"/>
                </a:solidFill>
                <a:latin typeface="Noto Sans KR"/>
                <a:ea typeface="Noto Sans KR"/>
                <a:cs typeface="Noto Sans KR"/>
              </a:defRPr>
            </a:lvl9pPr>
          </a:lstStyle>
          <a:p xmlns:a="http://schemas.openxmlformats.org/drawingml/2006/main">
            <a:pPr>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23</a:t>
            </a:r>
          </a:p>
        </p:txBody>
      </p:sp>
    </p:spTree>
    <p:extLst>
      <p:ext uri="{BB962C8B-B14F-4D97-AF65-F5344CB8AC3E}">
        <p14:creationId xmlns:p14="http://schemas.microsoft.com/office/powerpoint/2010/main" val="1451243853"/>
      </p:ext>
    </p:extLst>
  </p:cSld>
</p:sld>
</file>

<file path=ppt/slides/slide24.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0" name="section">
            <a:extLst xmlns:a="http://schemas.openxmlformats.org/drawingml/2006/main">
              <a:ext uri="{FF2B5EF4-FFF2-40B4-BE49-F238E27FC236}">
                <a16:creationId xmlns:a16="http://schemas.microsoft.com/office/drawing/2014/main" id="{DA1C0A8B-2896-46E3-A3D3-0765CE447E5B}"/>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defRPr sz="1125" b="1">
                <a:solidFill>
                  <a:srgbClr val="A4DDCA"/>
                </a:solidFill>
                <a:latin typeface="Noto Sans KR"/>
                <a:ea typeface="Noto Sans KR"/>
                <a:cs typeface="Noto Sans KR"/>
              </a:defRPr>
            </a:lvl1pPr>
            <a:lvl2pPr>
              <a:defRPr sz="1125" b="1">
                <a:solidFill>
                  <a:srgbClr val="A4DDCA"/>
                </a:solidFill>
                <a:latin typeface="Noto Sans KR"/>
                <a:ea typeface="Noto Sans KR"/>
                <a:cs typeface="Noto Sans KR"/>
              </a:defRPr>
            </a:lvl2pPr>
            <a:lvl3pPr>
              <a:defRPr sz="1125" b="1">
                <a:solidFill>
                  <a:srgbClr val="A4DDCA"/>
                </a:solidFill>
                <a:latin typeface="Noto Sans KR"/>
                <a:ea typeface="Noto Sans KR"/>
                <a:cs typeface="Noto Sans KR"/>
              </a:defRPr>
            </a:lvl3pPr>
            <a:lvl4pPr>
              <a:defRPr sz="1125" b="1">
                <a:solidFill>
                  <a:srgbClr val="A4DDCA"/>
                </a:solidFill>
                <a:latin typeface="Noto Sans KR"/>
                <a:ea typeface="Noto Sans KR"/>
                <a:cs typeface="Noto Sans KR"/>
              </a:defRPr>
            </a:lvl4pPr>
            <a:lvl5pPr>
              <a:defRPr sz="1125" b="1">
                <a:solidFill>
                  <a:srgbClr val="A4DDCA"/>
                </a:solidFill>
                <a:latin typeface="Noto Sans KR"/>
                <a:ea typeface="Noto Sans KR"/>
                <a:cs typeface="Noto Sans KR"/>
              </a:defRPr>
            </a:lvl5pPr>
            <a:lvl6pPr>
              <a:defRPr sz="1125" b="1">
                <a:solidFill>
                  <a:srgbClr val="A4DDCA"/>
                </a:solidFill>
                <a:latin typeface="Noto Sans KR"/>
                <a:ea typeface="Noto Sans KR"/>
                <a:cs typeface="Noto Sans KR"/>
              </a:defRPr>
            </a:lvl6pPr>
            <a:lvl7pPr>
              <a:defRPr sz="1125" b="1">
                <a:solidFill>
                  <a:srgbClr val="A4DDCA"/>
                </a:solidFill>
                <a:latin typeface="Noto Sans KR"/>
                <a:ea typeface="Noto Sans KR"/>
                <a:cs typeface="Noto Sans KR"/>
              </a:defRPr>
            </a:lvl7pPr>
            <a:lvl8pPr>
              <a:defRPr sz="1125" b="1">
                <a:solidFill>
                  <a:srgbClr val="A4DDCA"/>
                </a:solidFill>
                <a:latin typeface="Noto Sans KR"/>
                <a:ea typeface="Noto Sans KR"/>
                <a:cs typeface="Noto Sans KR"/>
              </a:defRPr>
            </a:lvl8pPr>
            <a:lvl9pPr>
              <a:defRPr sz="1125" b="1">
                <a:solidFill>
                  <a:srgbClr val="A4DDCA"/>
                </a:solidFill>
                <a:latin typeface="Noto Sans KR"/>
                <a:ea typeface="Noto Sans KR"/>
                <a:cs typeface="Noto Sans KR"/>
              </a:defRPr>
            </a:lvl9pPr>
          </a:lstStyle>
          <a:p xmlns:a="http://schemas.openxmlformats.org/drawingml/2006/main">
            <a:pPr>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E371711B-126F-4C01-8A72-D122A97391EE}"/>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defRPr sz="3000" b="1">
                <a:solidFill>
                  <a:srgbClr val="E4EFEC"/>
                </a:solidFill>
                <a:latin typeface="Noto Sans KR"/>
                <a:ea typeface="Noto Sans KR"/>
                <a:cs typeface="Noto Sans KR"/>
              </a:defRPr>
            </a:lvl1pPr>
            <a:lvl2pPr>
              <a:defRPr sz="3000" b="1">
                <a:solidFill>
                  <a:srgbClr val="E4EFEC"/>
                </a:solidFill>
                <a:latin typeface="Noto Sans KR"/>
                <a:ea typeface="Noto Sans KR"/>
                <a:cs typeface="Noto Sans KR"/>
              </a:defRPr>
            </a:lvl2pPr>
            <a:lvl3pPr>
              <a:defRPr sz="3000" b="1">
                <a:solidFill>
                  <a:srgbClr val="E4EFEC"/>
                </a:solidFill>
                <a:latin typeface="Noto Sans KR"/>
                <a:ea typeface="Noto Sans KR"/>
                <a:cs typeface="Noto Sans KR"/>
              </a:defRPr>
            </a:lvl3pPr>
            <a:lvl4pPr>
              <a:defRPr sz="3000" b="1">
                <a:solidFill>
                  <a:srgbClr val="E4EFEC"/>
                </a:solidFill>
                <a:latin typeface="Noto Sans KR"/>
                <a:ea typeface="Noto Sans KR"/>
                <a:cs typeface="Noto Sans KR"/>
              </a:defRPr>
            </a:lvl4pPr>
            <a:lvl5pPr>
              <a:defRPr sz="3000" b="1">
                <a:solidFill>
                  <a:srgbClr val="E4EFEC"/>
                </a:solidFill>
                <a:latin typeface="Noto Sans KR"/>
                <a:ea typeface="Noto Sans KR"/>
                <a:cs typeface="Noto Sans KR"/>
              </a:defRPr>
            </a:lvl5pPr>
            <a:lvl6pPr>
              <a:defRPr sz="3000" b="1">
                <a:solidFill>
                  <a:srgbClr val="E4EFEC"/>
                </a:solidFill>
                <a:latin typeface="Noto Sans KR"/>
                <a:ea typeface="Noto Sans KR"/>
                <a:cs typeface="Noto Sans KR"/>
              </a:defRPr>
            </a:lvl6pPr>
            <a:lvl7pPr>
              <a:defRPr sz="3000" b="1">
                <a:solidFill>
                  <a:srgbClr val="E4EFEC"/>
                </a:solidFill>
                <a:latin typeface="Noto Sans KR"/>
                <a:ea typeface="Noto Sans KR"/>
                <a:cs typeface="Noto Sans KR"/>
              </a:defRPr>
            </a:lvl7pPr>
            <a:lvl8pPr>
              <a:defRPr sz="3000" b="1">
                <a:solidFill>
                  <a:srgbClr val="E4EFEC"/>
                </a:solidFill>
                <a:latin typeface="Noto Sans KR"/>
                <a:ea typeface="Noto Sans KR"/>
                <a:cs typeface="Noto Sans KR"/>
              </a:defRPr>
            </a:lvl8pPr>
            <a:lvl9pPr>
              <a:defRPr sz="3000" b="1">
                <a:solidFill>
                  <a:srgbClr val="E4EFEC"/>
                </a:solidFill>
                <a:latin typeface="Noto Sans KR"/>
                <a:ea typeface="Noto Sans KR"/>
                <a:cs typeface="Noto Sans KR"/>
              </a:defRPr>
            </a:lvl9pPr>
          </a:lstStyle>
          <a:p xmlns:a="http://schemas.openxmlformats.org/drawingml/2006/main">
            <a:pPr>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HippoRAG: 질문의 단서를 연결망에 퍼뜨리기</a:t>
            </a:r>
          </a:p>
        </p:txBody>
      </p:sp>
      <p:sp>
        <p:nvSpPr>
          <p:cNvPr id="3" name="label-0">
            <a:extLst xmlns:a="http://schemas.openxmlformats.org/drawingml/2006/main">
              <a:ext uri="{FF2B5EF4-FFF2-40B4-BE49-F238E27FC236}">
                <a16:creationId xmlns:a16="http://schemas.microsoft.com/office/drawing/2014/main" id="{7F433B51-1777-4C1F-A96F-124B40EB2914}"/>
              </a:ext>
            </a:extLst>
          </p:cNvPr>
          <p:cNvSpPr>
            <a:spLocks xmlns:a="http://schemas.openxmlformats.org/drawingml/2006/main" noGrp="1"/>
          </p:cNvSpPr>
          <p:nvPr/>
        </p:nvSpPr>
        <p:spPr>
          <a:xfrm xmlns:a="http://schemas.openxmlformats.org/drawingml/2006/main">
            <a:off x="609600" y="186690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defRPr sz="1950" b="1">
                <a:solidFill>
                  <a:srgbClr val="A4DDCA"/>
                </a:solidFill>
                <a:latin typeface="Noto Sans KR"/>
                <a:ea typeface="Noto Sans KR"/>
                <a:cs typeface="Noto Sans KR"/>
              </a:defRPr>
            </a:lvl1pPr>
            <a:lvl2pPr>
              <a:defRPr sz="1950" b="1">
                <a:solidFill>
                  <a:srgbClr val="A4DDCA"/>
                </a:solidFill>
                <a:latin typeface="Noto Sans KR"/>
                <a:ea typeface="Noto Sans KR"/>
                <a:cs typeface="Noto Sans KR"/>
              </a:defRPr>
            </a:lvl2pPr>
            <a:lvl3pPr>
              <a:defRPr sz="1950" b="1">
                <a:solidFill>
                  <a:srgbClr val="A4DDCA"/>
                </a:solidFill>
                <a:latin typeface="Noto Sans KR"/>
                <a:ea typeface="Noto Sans KR"/>
                <a:cs typeface="Noto Sans KR"/>
              </a:defRPr>
            </a:lvl3pPr>
            <a:lvl4pPr>
              <a:defRPr sz="1950" b="1">
                <a:solidFill>
                  <a:srgbClr val="A4DDCA"/>
                </a:solidFill>
                <a:latin typeface="Noto Sans KR"/>
                <a:ea typeface="Noto Sans KR"/>
                <a:cs typeface="Noto Sans KR"/>
              </a:defRPr>
            </a:lvl4pPr>
            <a:lvl5pPr>
              <a:defRPr sz="1950" b="1">
                <a:solidFill>
                  <a:srgbClr val="A4DDCA"/>
                </a:solidFill>
                <a:latin typeface="Noto Sans KR"/>
                <a:ea typeface="Noto Sans KR"/>
                <a:cs typeface="Noto Sans KR"/>
              </a:defRPr>
            </a:lvl5pPr>
            <a:lvl6pPr>
              <a:defRPr sz="1950" b="1">
                <a:solidFill>
                  <a:srgbClr val="A4DDCA"/>
                </a:solidFill>
                <a:latin typeface="Noto Sans KR"/>
                <a:ea typeface="Noto Sans KR"/>
                <a:cs typeface="Noto Sans KR"/>
              </a:defRPr>
            </a:lvl6pPr>
            <a:lvl7pPr>
              <a:defRPr sz="1950" b="1">
                <a:solidFill>
                  <a:srgbClr val="A4DDCA"/>
                </a:solidFill>
                <a:latin typeface="Noto Sans KR"/>
                <a:ea typeface="Noto Sans KR"/>
                <a:cs typeface="Noto Sans KR"/>
              </a:defRPr>
            </a:lvl7pPr>
            <a:lvl8pPr>
              <a:defRPr sz="1950" b="1">
                <a:solidFill>
                  <a:srgbClr val="A4DDCA"/>
                </a:solidFill>
                <a:latin typeface="Noto Sans KR"/>
                <a:ea typeface="Noto Sans KR"/>
                <a:cs typeface="Noto Sans KR"/>
              </a:defRPr>
            </a:lvl8pPr>
            <a:lvl9pPr>
              <a:defRPr sz="1950" b="1">
                <a:solidFill>
                  <a:srgbClr val="A4DDCA"/>
                </a:solidFill>
                <a:latin typeface="Noto Sans KR"/>
                <a:ea typeface="Noto Sans KR"/>
                <a:cs typeface="Noto Sans KR"/>
              </a:defRPr>
            </a:lvl9pPr>
          </a:lstStyle>
          <a:p xmlns:a="http://schemas.openxmlformats.org/drawingml/2006/main">
            <a:pPr>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저장하는 것</a:t>
            </a:r>
          </a:p>
        </p:txBody>
      </p:sp>
      <p:sp>
        <p:nvSpPr>
          <p:cNvPr id="4" name="body-0">
            <a:extLst xmlns:a="http://schemas.openxmlformats.org/drawingml/2006/main">
              <a:ext uri="{FF2B5EF4-FFF2-40B4-BE49-F238E27FC236}">
                <a16:creationId xmlns:a16="http://schemas.microsoft.com/office/drawing/2014/main" id="{EF0AD893-3AAB-4E2C-B4F5-1ED0B3C9321A}"/>
              </a:ext>
            </a:extLst>
          </p:cNvPr>
          <p:cNvSpPr>
            <a:spLocks xmlns:a="http://schemas.openxmlformats.org/drawingml/2006/main" noGrp="1"/>
          </p:cNvSpPr>
          <p:nvPr/>
        </p:nvSpPr>
        <p:spPr>
          <a:xfrm xmlns:a="http://schemas.openxmlformats.org/drawingml/2006/main">
            <a:off x="3190875" y="186690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defRPr sz="2025" b="0">
                <a:solidFill>
                  <a:srgbClr val="E4EFEC"/>
                </a:solidFill>
                <a:latin typeface="Noto Sans KR"/>
                <a:ea typeface="Noto Sans KR"/>
                <a:cs typeface="Noto Sans KR"/>
              </a:defRPr>
            </a:lvl1pPr>
            <a:lvl2pPr>
              <a:defRPr sz="2025" b="0">
                <a:solidFill>
                  <a:srgbClr val="E4EFEC"/>
                </a:solidFill>
                <a:latin typeface="Noto Sans KR"/>
                <a:ea typeface="Noto Sans KR"/>
                <a:cs typeface="Noto Sans KR"/>
              </a:defRPr>
            </a:lvl2pPr>
            <a:lvl3pPr>
              <a:defRPr sz="2025" b="0">
                <a:solidFill>
                  <a:srgbClr val="E4EFEC"/>
                </a:solidFill>
                <a:latin typeface="Noto Sans KR"/>
                <a:ea typeface="Noto Sans KR"/>
                <a:cs typeface="Noto Sans KR"/>
              </a:defRPr>
            </a:lvl3pPr>
            <a:lvl4pPr>
              <a:defRPr sz="2025" b="0">
                <a:solidFill>
                  <a:srgbClr val="E4EFEC"/>
                </a:solidFill>
                <a:latin typeface="Noto Sans KR"/>
                <a:ea typeface="Noto Sans KR"/>
                <a:cs typeface="Noto Sans KR"/>
              </a:defRPr>
            </a:lvl4pPr>
            <a:lvl5pPr>
              <a:defRPr sz="2025" b="0">
                <a:solidFill>
                  <a:srgbClr val="E4EFEC"/>
                </a:solidFill>
                <a:latin typeface="Noto Sans KR"/>
                <a:ea typeface="Noto Sans KR"/>
                <a:cs typeface="Noto Sans KR"/>
              </a:defRPr>
            </a:lvl5pPr>
            <a:lvl6pPr>
              <a:defRPr sz="2025" b="0">
                <a:solidFill>
                  <a:srgbClr val="E4EFEC"/>
                </a:solidFill>
                <a:latin typeface="Noto Sans KR"/>
                <a:ea typeface="Noto Sans KR"/>
                <a:cs typeface="Noto Sans KR"/>
              </a:defRPr>
            </a:lvl6pPr>
            <a:lvl7pPr>
              <a:defRPr sz="2025" b="0">
                <a:solidFill>
                  <a:srgbClr val="E4EFEC"/>
                </a:solidFill>
                <a:latin typeface="Noto Sans KR"/>
                <a:ea typeface="Noto Sans KR"/>
                <a:cs typeface="Noto Sans KR"/>
              </a:defRPr>
            </a:lvl7pPr>
            <a:lvl8pPr>
              <a:defRPr sz="2025" b="0">
                <a:solidFill>
                  <a:srgbClr val="E4EFEC"/>
                </a:solidFill>
                <a:latin typeface="Noto Sans KR"/>
                <a:ea typeface="Noto Sans KR"/>
                <a:cs typeface="Noto Sans KR"/>
              </a:defRPr>
            </a:lvl8pPr>
            <a:lvl9pPr>
              <a:defRPr sz="2025" b="0">
                <a:solidFill>
                  <a:srgbClr val="E4EFEC"/>
                </a:solidFill>
                <a:latin typeface="Noto Sans KR"/>
                <a:ea typeface="Noto Sans KR"/>
                <a:cs typeface="Noto Sans KR"/>
              </a:defRPr>
            </a:lvl9pPr>
          </a:lstStyle>
          <a:p xmlns:a="http://schemas.openxmlformats.org/drawingml/2006/main">
            <a:pPr>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개체 사이의 연결과 원문 위치</a:t>
            </a:r>
          </a:p>
        </p:txBody>
      </p:sp>
      <p:sp>
        <p:nvSpPr>
          <p:cNvPr id="5" name="label-1">
            <a:extLst xmlns:a="http://schemas.openxmlformats.org/drawingml/2006/main">
              <a:ext uri="{FF2B5EF4-FFF2-40B4-BE49-F238E27FC236}">
                <a16:creationId xmlns:a16="http://schemas.microsoft.com/office/drawing/2014/main" id="{6C5D32EC-EC97-445F-AD08-A7102C69BE09}"/>
              </a:ext>
            </a:extLst>
          </p:cNvPr>
          <p:cNvSpPr>
            <a:spLocks xmlns:a="http://schemas.openxmlformats.org/drawingml/2006/main" noGrp="1"/>
          </p:cNvSpPr>
          <p:nvPr/>
        </p:nvSpPr>
        <p:spPr>
          <a:xfrm xmlns:a="http://schemas.openxmlformats.org/drawingml/2006/main">
            <a:off x="609600" y="31337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defRPr sz="1950" b="1">
                <a:solidFill>
                  <a:srgbClr val="A4DDCA"/>
                </a:solidFill>
                <a:latin typeface="Noto Sans KR"/>
                <a:ea typeface="Noto Sans KR"/>
                <a:cs typeface="Noto Sans KR"/>
              </a:defRPr>
            </a:lvl1pPr>
            <a:lvl2pPr>
              <a:defRPr sz="1950" b="1">
                <a:solidFill>
                  <a:srgbClr val="A4DDCA"/>
                </a:solidFill>
                <a:latin typeface="Noto Sans KR"/>
                <a:ea typeface="Noto Sans KR"/>
                <a:cs typeface="Noto Sans KR"/>
              </a:defRPr>
            </a:lvl2pPr>
            <a:lvl3pPr>
              <a:defRPr sz="1950" b="1">
                <a:solidFill>
                  <a:srgbClr val="A4DDCA"/>
                </a:solidFill>
                <a:latin typeface="Noto Sans KR"/>
                <a:ea typeface="Noto Sans KR"/>
                <a:cs typeface="Noto Sans KR"/>
              </a:defRPr>
            </a:lvl3pPr>
            <a:lvl4pPr>
              <a:defRPr sz="1950" b="1">
                <a:solidFill>
                  <a:srgbClr val="A4DDCA"/>
                </a:solidFill>
                <a:latin typeface="Noto Sans KR"/>
                <a:ea typeface="Noto Sans KR"/>
                <a:cs typeface="Noto Sans KR"/>
              </a:defRPr>
            </a:lvl4pPr>
            <a:lvl5pPr>
              <a:defRPr sz="1950" b="1">
                <a:solidFill>
                  <a:srgbClr val="A4DDCA"/>
                </a:solidFill>
                <a:latin typeface="Noto Sans KR"/>
                <a:ea typeface="Noto Sans KR"/>
                <a:cs typeface="Noto Sans KR"/>
              </a:defRPr>
            </a:lvl5pPr>
            <a:lvl6pPr>
              <a:defRPr sz="1950" b="1">
                <a:solidFill>
                  <a:srgbClr val="A4DDCA"/>
                </a:solidFill>
                <a:latin typeface="Noto Sans KR"/>
                <a:ea typeface="Noto Sans KR"/>
                <a:cs typeface="Noto Sans KR"/>
              </a:defRPr>
            </a:lvl6pPr>
            <a:lvl7pPr>
              <a:defRPr sz="1950" b="1">
                <a:solidFill>
                  <a:srgbClr val="A4DDCA"/>
                </a:solidFill>
                <a:latin typeface="Noto Sans KR"/>
                <a:ea typeface="Noto Sans KR"/>
                <a:cs typeface="Noto Sans KR"/>
              </a:defRPr>
            </a:lvl7pPr>
            <a:lvl8pPr>
              <a:defRPr sz="1950" b="1">
                <a:solidFill>
                  <a:srgbClr val="A4DDCA"/>
                </a:solidFill>
                <a:latin typeface="Noto Sans KR"/>
                <a:ea typeface="Noto Sans KR"/>
                <a:cs typeface="Noto Sans KR"/>
              </a:defRPr>
            </a:lvl8pPr>
            <a:lvl9pPr>
              <a:defRPr sz="1950" b="1">
                <a:solidFill>
                  <a:srgbClr val="A4DDCA"/>
                </a:solidFill>
                <a:latin typeface="Noto Sans KR"/>
                <a:ea typeface="Noto Sans KR"/>
                <a:cs typeface="Noto Sans KR"/>
              </a:defRPr>
            </a:lvl9pPr>
          </a:lstStyle>
          <a:p xmlns:a="http://schemas.openxmlformats.org/drawingml/2006/main">
            <a:pPr>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미리 준비하는 일</a:t>
            </a:r>
          </a:p>
        </p:txBody>
      </p:sp>
      <p:sp>
        <p:nvSpPr>
          <p:cNvPr id="6" name="body-1">
            <a:extLst xmlns:a="http://schemas.openxmlformats.org/drawingml/2006/main">
              <a:ext uri="{FF2B5EF4-FFF2-40B4-BE49-F238E27FC236}">
                <a16:creationId xmlns:a16="http://schemas.microsoft.com/office/drawing/2014/main" id="{82C03884-15A4-421F-8529-5AA248D24875}"/>
              </a:ext>
            </a:extLst>
          </p:cNvPr>
          <p:cNvSpPr>
            <a:spLocks xmlns:a="http://schemas.openxmlformats.org/drawingml/2006/main" noGrp="1"/>
          </p:cNvSpPr>
          <p:nvPr/>
        </p:nvSpPr>
        <p:spPr>
          <a:xfrm xmlns:a="http://schemas.openxmlformats.org/drawingml/2006/main">
            <a:off x="3190875" y="31337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defRPr sz="2025" b="0">
                <a:solidFill>
                  <a:srgbClr val="E4EFEC"/>
                </a:solidFill>
                <a:latin typeface="Noto Sans KR"/>
                <a:ea typeface="Noto Sans KR"/>
                <a:cs typeface="Noto Sans KR"/>
              </a:defRPr>
            </a:lvl1pPr>
            <a:lvl2pPr>
              <a:defRPr sz="2025" b="0">
                <a:solidFill>
                  <a:srgbClr val="E4EFEC"/>
                </a:solidFill>
                <a:latin typeface="Noto Sans KR"/>
                <a:ea typeface="Noto Sans KR"/>
                <a:cs typeface="Noto Sans KR"/>
              </a:defRPr>
            </a:lvl2pPr>
            <a:lvl3pPr>
              <a:defRPr sz="2025" b="0">
                <a:solidFill>
                  <a:srgbClr val="E4EFEC"/>
                </a:solidFill>
                <a:latin typeface="Noto Sans KR"/>
                <a:ea typeface="Noto Sans KR"/>
                <a:cs typeface="Noto Sans KR"/>
              </a:defRPr>
            </a:lvl3pPr>
            <a:lvl4pPr>
              <a:defRPr sz="2025" b="0">
                <a:solidFill>
                  <a:srgbClr val="E4EFEC"/>
                </a:solidFill>
                <a:latin typeface="Noto Sans KR"/>
                <a:ea typeface="Noto Sans KR"/>
                <a:cs typeface="Noto Sans KR"/>
              </a:defRPr>
            </a:lvl4pPr>
            <a:lvl5pPr>
              <a:defRPr sz="2025" b="0">
                <a:solidFill>
                  <a:srgbClr val="E4EFEC"/>
                </a:solidFill>
                <a:latin typeface="Noto Sans KR"/>
                <a:ea typeface="Noto Sans KR"/>
                <a:cs typeface="Noto Sans KR"/>
              </a:defRPr>
            </a:lvl5pPr>
            <a:lvl6pPr>
              <a:defRPr sz="2025" b="0">
                <a:solidFill>
                  <a:srgbClr val="E4EFEC"/>
                </a:solidFill>
                <a:latin typeface="Noto Sans KR"/>
                <a:ea typeface="Noto Sans KR"/>
                <a:cs typeface="Noto Sans KR"/>
              </a:defRPr>
            </a:lvl6pPr>
            <a:lvl7pPr>
              <a:defRPr sz="2025" b="0">
                <a:solidFill>
                  <a:srgbClr val="E4EFEC"/>
                </a:solidFill>
                <a:latin typeface="Noto Sans KR"/>
                <a:ea typeface="Noto Sans KR"/>
                <a:cs typeface="Noto Sans KR"/>
              </a:defRPr>
            </a:lvl7pPr>
            <a:lvl8pPr>
              <a:defRPr sz="2025" b="0">
                <a:solidFill>
                  <a:srgbClr val="E4EFEC"/>
                </a:solidFill>
                <a:latin typeface="Noto Sans KR"/>
                <a:ea typeface="Noto Sans KR"/>
                <a:cs typeface="Noto Sans KR"/>
              </a:defRPr>
            </a:lvl8pPr>
            <a:lvl9pPr>
              <a:defRPr sz="2025" b="0">
                <a:solidFill>
                  <a:srgbClr val="E4EFEC"/>
                </a:solidFill>
                <a:latin typeface="Noto Sans KR"/>
                <a:ea typeface="Noto Sans KR"/>
                <a:cs typeface="Noto Sans KR"/>
              </a:defRPr>
            </a:lvl9pPr>
          </a:lstStyle>
          <a:p xmlns:a="http://schemas.openxmlformats.org/drawingml/2006/main">
            <a:pPr>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문장에서 개체와 관계를 뽑고 각 개체를 원문에 연결합니다.</a:t>
            </a:r>
          </a:p>
        </p:txBody>
      </p:sp>
      <p:sp>
        <p:nvSpPr>
          <p:cNvPr id="7" name="label-2">
            <a:extLst xmlns:a="http://schemas.openxmlformats.org/drawingml/2006/main">
              <a:ext uri="{FF2B5EF4-FFF2-40B4-BE49-F238E27FC236}">
                <a16:creationId xmlns:a16="http://schemas.microsoft.com/office/drawing/2014/main" id="{11CDFD45-075F-4015-AC3D-463D56307F49}"/>
              </a:ext>
            </a:extLst>
          </p:cNvPr>
          <p:cNvSpPr>
            <a:spLocks xmlns:a="http://schemas.openxmlformats.org/drawingml/2006/main" noGrp="1"/>
          </p:cNvSpPr>
          <p:nvPr/>
        </p:nvSpPr>
        <p:spPr>
          <a:xfrm xmlns:a="http://schemas.openxmlformats.org/drawingml/2006/main">
            <a:off x="609600" y="44005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defRPr sz="1950" b="1">
                <a:solidFill>
                  <a:srgbClr val="A4DDCA"/>
                </a:solidFill>
                <a:latin typeface="Noto Sans KR"/>
                <a:ea typeface="Noto Sans KR"/>
                <a:cs typeface="Noto Sans KR"/>
              </a:defRPr>
            </a:lvl1pPr>
            <a:lvl2pPr>
              <a:defRPr sz="1950" b="1">
                <a:solidFill>
                  <a:srgbClr val="A4DDCA"/>
                </a:solidFill>
                <a:latin typeface="Noto Sans KR"/>
                <a:ea typeface="Noto Sans KR"/>
                <a:cs typeface="Noto Sans KR"/>
              </a:defRPr>
            </a:lvl2pPr>
            <a:lvl3pPr>
              <a:defRPr sz="1950" b="1">
                <a:solidFill>
                  <a:srgbClr val="A4DDCA"/>
                </a:solidFill>
                <a:latin typeface="Noto Sans KR"/>
                <a:ea typeface="Noto Sans KR"/>
                <a:cs typeface="Noto Sans KR"/>
              </a:defRPr>
            </a:lvl3pPr>
            <a:lvl4pPr>
              <a:defRPr sz="1950" b="1">
                <a:solidFill>
                  <a:srgbClr val="A4DDCA"/>
                </a:solidFill>
                <a:latin typeface="Noto Sans KR"/>
                <a:ea typeface="Noto Sans KR"/>
                <a:cs typeface="Noto Sans KR"/>
              </a:defRPr>
            </a:lvl4pPr>
            <a:lvl5pPr>
              <a:defRPr sz="1950" b="1">
                <a:solidFill>
                  <a:srgbClr val="A4DDCA"/>
                </a:solidFill>
                <a:latin typeface="Noto Sans KR"/>
                <a:ea typeface="Noto Sans KR"/>
                <a:cs typeface="Noto Sans KR"/>
              </a:defRPr>
            </a:lvl5pPr>
            <a:lvl6pPr>
              <a:defRPr sz="1950" b="1">
                <a:solidFill>
                  <a:srgbClr val="A4DDCA"/>
                </a:solidFill>
                <a:latin typeface="Noto Sans KR"/>
                <a:ea typeface="Noto Sans KR"/>
                <a:cs typeface="Noto Sans KR"/>
              </a:defRPr>
            </a:lvl6pPr>
            <a:lvl7pPr>
              <a:defRPr sz="1950" b="1">
                <a:solidFill>
                  <a:srgbClr val="A4DDCA"/>
                </a:solidFill>
                <a:latin typeface="Noto Sans KR"/>
                <a:ea typeface="Noto Sans KR"/>
                <a:cs typeface="Noto Sans KR"/>
              </a:defRPr>
            </a:lvl7pPr>
            <a:lvl8pPr>
              <a:defRPr sz="1950" b="1">
                <a:solidFill>
                  <a:srgbClr val="A4DDCA"/>
                </a:solidFill>
                <a:latin typeface="Noto Sans KR"/>
                <a:ea typeface="Noto Sans KR"/>
                <a:cs typeface="Noto Sans KR"/>
              </a:defRPr>
            </a:lvl8pPr>
            <a:lvl9pPr>
              <a:defRPr sz="1950" b="1">
                <a:solidFill>
                  <a:srgbClr val="A4DDCA"/>
                </a:solidFill>
                <a:latin typeface="Noto Sans KR"/>
                <a:ea typeface="Noto Sans KR"/>
                <a:cs typeface="Noto Sans KR"/>
              </a:defRPr>
            </a:lvl9pPr>
          </a:lstStyle>
          <a:p xmlns:a="http://schemas.openxmlformats.org/drawingml/2006/main">
            <a:pPr>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질문이 오면 하는 일</a:t>
            </a:r>
          </a:p>
        </p:txBody>
      </p:sp>
      <p:sp>
        <p:nvSpPr>
          <p:cNvPr id="8" name="body-2">
            <a:extLst xmlns:a="http://schemas.openxmlformats.org/drawingml/2006/main">
              <a:ext uri="{FF2B5EF4-FFF2-40B4-BE49-F238E27FC236}">
                <a16:creationId xmlns:a16="http://schemas.microsoft.com/office/drawing/2014/main" id="{2C83F568-E7F5-4F50-80D4-42727176B7EC}"/>
              </a:ext>
            </a:extLst>
          </p:cNvPr>
          <p:cNvSpPr>
            <a:spLocks xmlns:a="http://schemas.openxmlformats.org/drawingml/2006/main" noGrp="1"/>
          </p:cNvSpPr>
          <p:nvPr/>
        </p:nvSpPr>
        <p:spPr>
          <a:xfrm xmlns:a="http://schemas.openxmlformats.org/drawingml/2006/main">
            <a:off x="3190875" y="44005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defRPr sz="2025" b="0">
                <a:solidFill>
                  <a:srgbClr val="E4EFEC"/>
                </a:solidFill>
                <a:latin typeface="Noto Sans KR"/>
                <a:ea typeface="Noto Sans KR"/>
                <a:cs typeface="Noto Sans KR"/>
              </a:defRPr>
            </a:lvl1pPr>
            <a:lvl2pPr>
              <a:defRPr sz="2025" b="0">
                <a:solidFill>
                  <a:srgbClr val="E4EFEC"/>
                </a:solidFill>
                <a:latin typeface="Noto Sans KR"/>
                <a:ea typeface="Noto Sans KR"/>
                <a:cs typeface="Noto Sans KR"/>
              </a:defRPr>
            </a:lvl2pPr>
            <a:lvl3pPr>
              <a:defRPr sz="2025" b="0">
                <a:solidFill>
                  <a:srgbClr val="E4EFEC"/>
                </a:solidFill>
                <a:latin typeface="Noto Sans KR"/>
                <a:ea typeface="Noto Sans KR"/>
                <a:cs typeface="Noto Sans KR"/>
              </a:defRPr>
            </a:lvl3pPr>
            <a:lvl4pPr>
              <a:defRPr sz="2025" b="0">
                <a:solidFill>
                  <a:srgbClr val="E4EFEC"/>
                </a:solidFill>
                <a:latin typeface="Noto Sans KR"/>
                <a:ea typeface="Noto Sans KR"/>
                <a:cs typeface="Noto Sans KR"/>
              </a:defRPr>
            </a:lvl4pPr>
            <a:lvl5pPr>
              <a:defRPr sz="2025" b="0">
                <a:solidFill>
                  <a:srgbClr val="E4EFEC"/>
                </a:solidFill>
                <a:latin typeface="Noto Sans KR"/>
                <a:ea typeface="Noto Sans KR"/>
                <a:cs typeface="Noto Sans KR"/>
              </a:defRPr>
            </a:lvl5pPr>
            <a:lvl6pPr>
              <a:defRPr sz="2025" b="0">
                <a:solidFill>
                  <a:srgbClr val="E4EFEC"/>
                </a:solidFill>
                <a:latin typeface="Noto Sans KR"/>
                <a:ea typeface="Noto Sans KR"/>
                <a:cs typeface="Noto Sans KR"/>
              </a:defRPr>
            </a:lvl6pPr>
            <a:lvl7pPr>
              <a:defRPr sz="2025" b="0">
                <a:solidFill>
                  <a:srgbClr val="E4EFEC"/>
                </a:solidFill>
                <a:latin typeface="Noto Sans KR"/>
                <a:ea typeface="Noto Sans KR"/>
                <a:cs typeface="Noto Sans KR"/>
              </a:defRPr>
            </a:lvl7pPr>
            <a:lvl8pPr>
              <a:defRPr sz="2025" b="0">
                <a:solidFill>
                  <a:srgbClr val="E4EFEC"/>
                </a:solidFill>
                <a:latin typeface="Noto Sans KR"/>
                <a:ea typeface="Noto Sans KR"/>
                <a:cs typeface="Noto Sans KR"/>
              </a:defRPr>
            </a:lvl8pPr>
            <a:lvl9pPr>
              <a:defRPr sz="2025" b="0">
                <a:solidFill>
                  <a:srgbClr val="E4EFEC"/>
                </a:solidFill>
                <a:latin typeface="Noto Sans KR"/>
                <a:ea typeface="Noto Sans KR"/>
                <a:cs typeface="Noto Sans KR"/>
              </a:defRPr>
            </a:lvl9pPr>
          </a:lstStyle>
          <a:p xmlns:a="http://schemas.openxmlformats.org/drawingml/2006/main">
            <a:pPr>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질문 속 개체에서 시작해 연결망의 점수를 계산하고 문서를 고릅니다.</a:t>
            </a:r>
          </a:p>
        </p:txBody>
      </p:sp>
      <p:sp>
        <p:nvSpPr>
          <p:cNvPr id="9" name="page">
            <a:extLst xmlns:a="http://schemas.openxmlformats.org/drawingml/2006/main">
              <a:ext uri="{FF2B5EF4-FFF2-40B4-BE49-F238E27FC236}">
                <a16:creationId xmlns:a16="http://schemas.microsoft.com/office/drawing/2014/main" id="{876CF601-98DC-498E-9797-F3048885B5C1}"/>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defRPr sz="1125" b="0">
                <a:solidFill>
                  <a:srgbClr val="8EABB7"/>
                </a:solidFill>
                <a:latin typeface="Noto Sans KR"/>
                <a:ea typeface="Noto Sans KR"/>
                <a:cs typeface="Noto Sans KR"/>
              </a:defRPr>
            </a:lvl1pPr>
            <a:lvl2pPr>
              <a:defRPr sz="1125" b="0">
                <a:solidFill>
                  <a:srgbClr val="8EABB7"/>
                </a:solidFill>
                <a:latin typeface="Noto Sans KR"/>
                <a:ea typeface="Noto Sans KR"/>
                <a:cs typeface="Noto Sans KR"/>
              </a:defRPr>
            </a:lvl2pPr>
            <a:lvl3pPr>
              <a:defRPr sz="1125" b="0">
                <a:solidFill>
                  <a:srgbClr val="8EABB7"/>
                </a:solidFill>
                <a:latin typeface="Noto Sans KR"/>
                <a:ea typeface="Noto Sans KR"/>
                <a:cs typeface="Noto Sans KR"/>
              </a:defRPr>
            </a:lvl3pPr>
            <a:lvl4pPr>
              <a:defRPr sz="1125" b="0">
                <a:solidFill>
                  <a:srgbClr val="8EABB7"/>
                </a:solidFill>
                <a:latin typeface="Noto Sans KR"/>
                <a:ea typeface="Noto Sans KR"/>
                <a:cs typeface="Noto Sans KR"/>
              </a:defRPr>
            </a:lvl4pPr>
            <a:lvl5pPr>
              <a:defRPr sz="1125" b="0">
                <a:solidFill>
                  <a:srgbClr val="8EABB7"/>
                </a:solidFill>
                <a:latin typeface="Noto Sans KR"/>
                <a:ea typeface="Noto Sans KR"/>
                <a:cs typeface="Noto Sans KR"/>
              </a:defRPr>
            </a:lvl5pPr>
            <a:lvl6pPr>
              <a:defRPr sz="1125" b="0">
                <a:solidFill>
                  <a:srgbClr val="8EABB7"/>
                </a:solidFill>
                <a:latin typeface="Noto Sans KR"/>
                <a:ea typeface="Noto Sans KR"/>
                <a:cs typeface="Noto Sans KR"/>
              </a:defRPr>
            </a:lvl6pPr>
            <a:lvl7pPr>
              <a:defRPr sz="1125" b="0">
                <a:solidFill>
                  <a:srgbClr val="8EABB7"/>
                </a:solidFill>
                <a:latin typeface="Noto Sans KR"/>
                <a:ea typeface="Noto Sans KR"/>
                <a:cs typeface="Noto Sans KR"/>
              </a:defRPr>
            </a:lvl7pPr>
            <a:lvl8pPr>
              <a:defRPr sz="1125" b="0">
                <a:solidFill>
                  <a:srgbClr val="8EABB7"/>
                </a:solidFill>
                <a:latin typeface="Noto Sans KR"/>
                <a:ea typeface="Noto Sans KR"/>
                <a:cs typeface="Noto Sans KR"/>
              </a:defRPr>
            </a:lvl8pPr>
            <a:lvl9pPr>
              <a:defRPr sz="1125" b="0">
                <a:solidFill>
                  <a:srgbClr val="8EABB7"/>
                </a:solidFill>
                <a:latin typeface="Noto Sans KR"/>
                <a:ea typeface="Noto Sans KR"/>
                <a:cs typeface="Noto Sans KR"/>
              </a:defRPr>
            </a:lvl9pPr>
          </a:lstStyle>
          <a:p xmlns:a="http://schemas.openxmlformats.org/drawingml/2006/main">
            <a:pPr>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24</a:t>
            </a:r>
          </a:p>
        </p:txBody>
      </p:sp>
    </p:spTree>
    <p:extLst>
      <p:ext uri="{BB962C8B-B14F-4D97-AF65-F5344CB8AC3E}">
        <p14:creationId xmlns:p14="http://schemas.microsoft.com/office/powerpoint/2010/main" val="807075386"/>
      </p:ext>
    </p:extLst>
  </p:cSld>
</p:sld>
</file>

<file path=ppt/slides/slide25.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0" name="section">
            <a:extLst xmlns:a="http://schemas.openxmlformats.org/drawingml/2006/main">
              <a:ext uri="{FF2B5EF4-FFF2-40B4-BE49-F238E27FC236}">
                <a16:creationId xmlns:a16="http://schemas.microsoft.com/office/drawing/2014/main" id="{40E1E588-6022-49E9-9530-AF709A8D21A1}"/>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defRPr sz="1125" b="1">
                <a:solidFill>
                  <a:srgbClr val="A4DDCA"/>
                </a:solidFill>
                <a:latin typeface="Noto Sans KR"/>
                <a:ea typeface="Noto Sans KR"/>
                <a:cs typeface="Noto Sans KR"/>
              </a:defRPr>
            </a:lvl1pPr>
            <a:lvl2pPr>
              <a:defRPr sz="1125" b="1">
                <a:solidFill>
                  <a:srgbClr val="A4DDCA"/>
                </a:solidFill>
                <a:latin typeface="Noto Sans KR"/>
                <a:ea typeface="Noto Sans KR"/>
                <a:cs typeface="Noto Sans KR"/>
              </a:defRPr>
            </a:lvl2pPr>
            <a:lvl3pPr>
              <a:defRPr sz="1125" b="1">
                <a:solidFill>
                  <a:srgbClr val="A4DDCA"/>
                </a:solidFill>
                <a:latin typeface="Noto Sans KR"/>
                <a:ea typeface="Noto Sans KR"/>
                <a:cs typeface="Noto Sans KR"/>
              </a:defRPr>
            </a:lvl3pPr>
            <a:lvl4pPr>
              <a:defRPr sz="1125" b="1">
                <a:solidFill>
                  <a:srgbClr val="A4DDCA"/>
                </a:solidFill>
                <a:latin typeface="Noto Sans KR"/>
                <a:ea typeface="Noto Sans KR"/>
                <a:cs typeface="Noto Sans KR"/>
              </a:defRPr>
            </a:lvl4pPr>
            <a:lvl5pPr>
              <a:defRPr sz="1125" b="1">
                <a:solidFill>
                  <a:srgbClr val="A4DDCA"/>
                </a:solidFill>
                <a:latin typeface="Noto Sans KR"/>
                <a:ea typeface="Noto Sans KR"/>
                <a:cs typeface="Noto Sans KR"/>
              </a:defRPr>
            </a:lvl5pPr>
            <a:lvl6pPr>
              <a:defRPr sz="1125" b="1">
                <a:solidFill>
                  <a:srgbClr val="A4DDCA"/>
                </a:solidFill>
                <a:latin typeface="Noto Sans KR"/>
                <a:ea typeface="Noto Sans KR"/>
                <a:cs typeface="Noto Sans KR"/>
              </a:defRPr>
            </a:lvl6pPr>
            <a:lvl7pPr>
              <a:defRPr sz="1125" b="1">
                <a:solidFill>
                  <a:srgbClr val="A4DDCA"/>
                </a:solidFill>
                <a:latin typeface="Noto Sans KR"/>
                <a:ea typeface="Noto Sans KR"/>
                <a:cs typeface="Noto Sans KR"/>
              </a:defRPr>
            </a:lvl7pPr>
            <a:lvl8pPr>
              <a:defRPr sz="1125" b="1">
                <a:solidFill>
                  <a:srgbClr val="A4DDCA"/>
                </a:solidFill>
                <a:latin typeface="Noto Sans KR"/>
                <a:ea typeface="Noto Sans KR"/>
                <a:cs typeface="Noto Sans KR"/>
              </a:defRPr>
            </a:lvl8pPr>
            <a:lvl9pPr>
              <a:defRPr sz="1125" b="1">
                <a:solidFill>
                  <a:srgbClr val="A4DDCA"/>
                </a:solidFill>
                <a:latin typeface="Noto Sans KR"/>
                <a:ea typeface="Noto Sans KR"/>
                <a:cs typeface="Noto Sans KR"/>
              </a:defRPr>
            </a:lvl9pPr>
          </a:lstStyle>
          <a:p xmlns:a="http://schemas.openxmlformats.org/drawingml/2006/main">
            <a:pPr>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A07C3DB9-5EA4-4FF5-ADFB-E62BFBD3B40E}"/>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defRPr sz="3000" b="1">
                <a:solidFill>
                  <a:srgbClr val="E4EFEC"/>
                </a:solidFill>
                <a:latin typeface="Noto Sans KR"/>
                <a:ea typeface="Noto Sans KR"/>
                <a:cs typeface="Noto Sans KR"/>
              </a:defRPr>
            </a:lvl1pPr>
            <a:lvl2pPr>
              <a:defRPr sz="3000" b="1">
                <a:solidFill>
                  <a:srgbClr val="E4EFEC"/>
                </a:solidFill>
                <a:latin typeface="Noto Sans KR"/>
                <a:ea typeface="Noto Sans KR"/>
                <a:cs typeface="Noto Sans KR"/>
              </a:defRPr>
            </a:lvl2pPr>
            <a:lvl3pPr>
              <a:defRPr sz="3000" b="1">
                <a:solidFill>
                  <a:srgbClr val="E4EFEC"/>
                </a:solidFill>
                <a:latin typeface="Noto Sans KR"/>
                <a:ea typeface="Noto Sans KR"/>
                <a:cs typeface="Noto Sans KR"/>
              </a:defRPr>
            </a:lvl3pPr>
            <a:lvl4pPr>
              <a:defRPr sz="3000" b="1">
                <a:solidFill>
                  <a:srgbClr val="E4EFEC"/>
                </a:solidFill>
                <a:latin typeface="Noto Sans KR"/>
                <a:ea typeface="Noto Sans KR"/>
                <a:cs typeface="Noto Sans KR"/>
              </a:defRPr>
            </a:lvl4pPr>
            <a:lvl5pPr>
              <a:defRPr sz="3000" b="1">
                <a:solidFill>
                  <a:srgbClr val="E4EFEC"/>
                </a:solidFill>
                <a:latin typeface="Noto Sans KR"/>
                <a:ea typeface="Noto Sans KR"/>
                <a:cs typeface="Noto Sans KR"/>
              </a:defRPr>
            </a:lvl5pPr>
            <a:lvl6pPr>
              <a:defRPr sz="3000" b="1">
                <a:solidFill>
                  <a:srgbClr val="E4EFEC"/>
                </a:solidFill>
                <a:latin typeface="Noto Sans KR"/>
                <a:ea typeface="Noto Sans KR"/>
                <a:cs typeface="Noto Sans KR"/>
              </a:defRPr>
            </a:lvl6pPr>
            <a:lvl7pPr>
              <a:defRPr sz="3000" b="1">
                <a:solidFill>
                  <a:srgbClr val="E4EFEC"/>
                </a:solidFill>
                <a:latin typeface="Noto Sans KR"/>
                <a:ea typeface="Noto Sans KR"/>
                <a:cs typeface="Noto Sans KR"/>
              </a:defRPr>
            </a:lvl7pPr>
            <a:lvl8pPr>
              <a:defRPr sz="3000" b="1">
                <a:solidFill>
                  <a:srgbClr val="E4EFEC"/>
                </a:solidFill>
                <a:latin typeface="Noto Sans KR"/>
                <a:ea typeface="Noto Sans KR"/>
                <a:cs typeface="Noto Sans KR"/>
              </a:defRPr>
            </a:lvl8pPr>
            <a:lvl9pPr>
              <a:defRPr sz="3000" b="1">
                <a:solidFill>
                  <a:srgbClr val="E4EFEC"/>
                </a:solidFill>
                <a:latin typeface="Noto Sans KR"/>
                <a:ea typeface="Noto Sans KR"/>
                <a:cs typeface="Noto Sans KR"/>
              </a:defRPr>
            </a:lvl9pPr>
          </a:lstStyle>
          <a:p xmlns:a="http://schemas.openxmlformats.org/drawingml/2006/main">
            <a:pPr>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HippoRAG를 질문에 대입하면</a:t>
            </a:r>
          </a:p>
        </p:txBody>
      </p:sp>
      <p:sp>
        <p:nvSpPr>
          <p:cNvPr id="3" name="label-0">
            <a:extLst xmlns:a="http://schemas.openxmlformats.org/drawingml/2006/main">
              <a:ext uri="{FF2B5EF4-FFF2-40B4-BE49-F238E27FC236}">
                <a16:creationId xmlns:a16="http://schemas.microsoft.com/office/drawing/2014/main" id="{144B2FF2-0F0D-4E58-9BE5-1F9A30ED9539}"/>
              </a:ext>
            </a:extLst>
          </p:cNvPr>
          <p:cNvSpPr>
            <a:spLocks xmlns:a="http://schemas.openxmlformats.org/drawingml/2006/main" noGrp="1"/>
          </p:cNvSpPr>
          <p:nvPr/>
        </p:nvSpPr>
        <p:spPr>
          <a:xfrm xmlns:a="http://schemas.openxmlformats.org/drawingml/2006/main">
            <a:off x="609600" y="186690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defRPr sz="1950" b="1">
                <a:solidFill>
                  <a:srgbClr val="A4DDCA"/>
                </a:solidFill>
                <a:latin typeface="Noto Sans KR"/>
                <a:ea typeface="Noto Sans KR"/>
                <a:cs typeface="Noto Sans KR"/>
              </a:defRPr>
            </a:lvl1pPr>
            <a:lvl2pPr>
              <a:defRPr sz="1950" b="1">
                <a:solidFill>
                  <a:srgbClr val="A4DDCA"/>
                </a:solidFill>
                <a:latin typeface="Noto Sans KR"/>
                <a:ea typeface="Noto Sans KR"/>
                <a:cs typeface="Noto Sans KR"/>
              </a:defRPr>
            </a:lvl2pPr>
            <a:lvl3pPr>
              <a:defRPr sz="1950" b="1">
                <a:solidFill>
                  <a:srgbClr val="A4DDCA"/>
                </a:solidFill>
                <a:latin typeface="Noto Sans KR"/>
                <a:ea typeface="Noto Sans KR"/>
                <a:cs typeface="Noto Sans KR"/>
              </a:defRPr>
            </a:lvl3pPr>
            <a:lvl4pPr>
              <a:defRPr sz="1950" b="1">
                <a:solidFill>
                  <a:srgbClr val="A4DDCA"/>
                </a:solidFill>
                <a:latin typeface="Noto Sans KR"/>
                <a:ea typeface="Noto Sans KR"/>
                <a:cs typeface="Noto Sans KR"/>
              </a:defRPr>
            </a:lvl4pPr>
            <a:lvl5pPr>
              <a:defRPr sz="1950" b="1">
                <a:solidFill>
                  <a:srgbClr val="A4DDCA"/>
                </a:solidFill>
                <a:latin typeface="Noto Sans KR"/>
                <a:ea typeface="Noto Sans KR"/>
                <a:cs typeface="Noto Sans KR"/>
              </a:defRPr>
            </a:lvl5pPr>
            <a:lvl6pPr>
              <a:defRPr sz="1950" b="1">
                <a:solidFill>
                  <a:srgbClr val="A4DDCA"/>
                </a:solidFill>
                <a:latin typeface="Noto Sans KR"/>
                <a:ea typeface="Noto Sans KR"/>
                <a:cs typeface="Noto Sans KR"/>
              </a:defRPr>
            </a:lvl6pPr>
            <a:lvl7pPr>
              <a:defRPr sz="1950" b="1">
                <a:solidFill>
                  <a:srgbClr val="A4DDCA"/>
                </a:solidFill>
                <a:latin typeface="Noto Sans KR"/>
                <a:ea typeface="Noto Sans KR"/>
                <a:cs typeface="Noto Sans KR"/>
              </a:defRPr>
            </a:lvl7pPr>
            <a:lvl8pPr>
              <a:defRPr sz="1950" b="1">
                <a:solidFill>
                  <a:srgbClr val="A4DDCA"/>
                </a:solidFill>
                <a:latin typeface="Noto Sans KR"/>
                <a:ea typeface="Noto Sans KR"/>
                <a:cs typeface="Noto Sans KR"/>
              </a:defRPr>
            </a:lvl8pPr>
            <a:lvl9pPr>
              <a:defRPr sz="1950" b="1">
                <a:solidFill>
                  <a:srgbClr val="A4DDCA"/>
                </a:solidFill>
                <a:latin typeface="Noto Sans KR"/>
                <a:ea typeface="Noto Sans KR"/>
                <a:cs typeface="Noto Sans KR"/>
              </a:defRPr>
            </a:lvl9pPr>
          </a:lstStyle>
          <a:p xmlns:a="http://schemas.openxmlformats.org/drawingml/2006/main">
            <a:pPr>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예시 질문</a:t>
            </a:r>
          </a:p>
        </p:txBody>
      </p:sp>
      <p:sp>
        <p:nvSpPr>
          <p:cNvPr id="4" name="body-0">
            <a:extLst xmlns:a="http://schemas.openxmlformats.org/drawingml/2006/main">
              <a:ext uri="{FF2B5EF4-FFF2-40B4-BE49-F238E27FC236}">
                <a16:creationId xmlns:a16="http://schemas.microsoft.com/office/drawing/2014/main" id="{CADA4068-8DFD-4A5C-9D34-21D579543698}"/>
              </a:ext>
            </a:extLst>
          </p:cNvPr>
          <p:cNvSpPr>
            <a:spLocks xmlns:a="http://schemas.openxmlformats.org/drawingml/2006/main" noGrp="1"/>
          </p:cNvSpPr>
          <p:nvPr/>
        </p:nvSpPr>
        <p:spPr>
          <a:xfrm xmlns:a="http://schemas.openxmlformats.org/drawingml/2006/main">
            <a:off x="3190875" y="186690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defRPr sz="2025" b="0">
                <a:solidFill>
                  <a:srgbClr val="E4EFEC"/>
                </a:solidFill>
                <a:latin typeface="Noto Sans KR"/>
                <a:ea typeface="Noto Sans KR"/>
                <a:cs typeface="Noto Sans KR"/>
              </a:defRPr>
            </a:lvl1pPr>
            <a:lvl2pPr>
              <a:defRPr sz="2025" b="0">
                <a:solidFill>
                  <a:srgbClr val="E4EFEC"/>
                </a:solidFill>
                <a:latin typeface="Noto Sans KR"/>
                <a:ea typeface="Noto Sans KR"/>
                <a:cs typeface="Noto Sans KR"/>
              </a:defRPr>
            </a:lvl2pPr>
            <a:lvl3pPr>
              <a:defRPr sz="2025" b="0">
                <a:solidFill>
                  <a:srgbClr val="E4EFEC"/>
                </a:solidFill>
                <a:latin typeface="Noto Sans KR"/>
                <a:ea typeface="Noto Sans KR"/>
                <a:cs typeface="Noto Sans KR"/>
              </a:defRPr>
            </a:lvl3pPr>
            <a:lvl4pPr>
              <a:defRPr sz="2025" b="0">
                <a:solidFill>
                  <a:srgbClr val="E4EFEC"/>
                </a:solidFill>
                <a:latin typeface="Noto Sans KR"/>
                <a:ea typeface="Noto Sans KR"/>
                <a:cs typeface="Noto Sans KR"/>
              </a:defRPr>
            </a:lvl4pPr>
            <a:lvl5pPr>
              <a:defRPr sz="2025" b="0">
                <a:solidFill>
                  <a:srgbClr val="E4EFEC"/>
                </a:solidFill>
                <a:latin typeface="Noto Sans KR"/>
                <a:ea typeface="Noto Sans KR"/>
                <a:cs typeface="Noto Sans KR"/>
              </a:defRPr>
            </a:lvl5pPr>
            <a:lvl6pPr>
              <a:defRPr sz="2025" b="0">
                <a:solidFill>
                  <a:srgbClr val="E4EFEC"/>
                </a:solidFill>
                <a:latin typeface="Noto Sans KR"/>
                <a:ea typeface="Noto Sans KR"/>
                <a:cs typeface="Noto Sans KR"/>
              </a:defRPr>
            </a:lvl6pPr>
            <a:lvl7pPr>
              <a:defRPr sz="2025" b="0">
                <a:solidFill>
                  <a:srgbClr val="E4EFEC"/>
                </a:solidFill>
                <a:latin typeface="Noto Sans KR"/>
                <a:ea typeface="Noto Sans KR"/>
                <a:cs typeface="Noto Sans KR"/>
              </a:defRPr>
            </a:lvl7pPr>
            <a:lvl8pPr>
              <a:defRPr sz="2025" b="0">
                <a:solidFill>
                  <a:srgbClr val="E4EFEC"/>
                </a:solidFill>
                <a:latin typeface="Noto Sans KR"/>
                <a:ea typeface="Noto Sans KR"/>
                <a:cs typeface="Noto Sans KR"/>
              </a:defRPr>
            </a:lvl8pPr>
            <a:lvl9pPr>
              <a:defRPr sz="2025" b="0">
                <a:solidFill>
                  <a:srgbClr val="E4EFEC"/>
                </a:solidFill>
                <a:latin typeface="Noto Sans KR"/>
                <a:ea typeface="Noto Sans KR"/>
                <a:cs typeface="Noto Sans KR"/>
              </a:defRPr>
            </a:lvl9pPr>
          </a:lstStyle>
          <a:p xmlns:a="http://schemas.openxmlformats.org/drawingml/2006/main">
            <a:pPr>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날씨 정보를 쓰는 시스템을 사용하는 회사는 어디인가요?</a:t>
            </a:r>
          </a:p>
        </p:txBody>
      </p:sp>
      <p:sp>
        <p:nvSpPr>
          <p:cNvPr id="5" name="label-1">
            <a:extLst xmlns:a="http://schemas.openxmlformats.org/drawingml/2006/main">
              <a:ext uri="{FF2B5EF4-FFF2-40B4-BE49-F238E27FC236}">
                <a16:creationId xmlns:a16="http://schemas.microsoft.com/office/drawing/2014/main" id="{DCFE531C-248C-46AC-B3AA-C6BEC5A2F3A3}"/>
              </a:ext>
            </a:extLst>
          </p:cNvPr>
          <p:cNvSpPr>
            <a:spLocks xmlns:a="http://schemas.openxmlformats.org/drawingml/2006/main" noGrp="1"/>
          </p:cNvSpPr>
          <p:nvPr/>
        </p:nvSpPr>
        <p:spPr>
          <a:xfrm xmlns:a="http://schemas.openxmlformats.org/drawingml/2006/main">
            <a:off x="609600" y="31337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defRPr sz="1950" b="1">
                <a:solidFill>
                  <a:srgbClr val="A4DDCA"/>
                </a:solidFill>
                <a:latin typeface="Noto Sans KR"/>
                <a:ea typeface="Noto Sans KR"/>
                <a:cs typeface="Noto Sans KR"/>
              </a:defRPr>
            </a:lvl1pPr>
            <a:lvl2pPr>
              <a:defRPr sz="1950" b="1">
                <a:solidFill>
                  <a:srgbClr val="A4DDCA"/>
                </a:solidFill>
                <a:latin typeface="Noto Sans KR"/>
                <a:ea typeface="Noto Sans KR"/>
                <a:cs typeface="Noto Sans KR"/>
              </a:defRPr>
            </a:lvl2pPr>
            <a:lvl3pPr>
              <a:defRPr sz="1950" b="1">
                <a:solidFill>
                  <a:srgbClr val="A4DDCA"/>
                </a:solidFill>
                <a:latin typeface="Noto Sans KR"/>
                <a:ea typeface="Noto Sans KR"/>
                <a:cs typeface="Noto Sans KR"/>
              </a:defRPr>
            </a:lvl3pPr>
            <a:lvl4pPr>
              <a:defRPr sz="1950" b="1">
                <a:solidFill>
                  <a:srgbClr val="A4DDCA"/>
                </a:solidFill>
                <a:latin typeface="Noto Sans KR"/>
                <a:ea typeface="Noto Sans KR"/>
                <a:cs typeface="Noto Sans KR"/>
              </a:defRPr>
            </a:lvl4pPr>
            <a:lvl5pPr>
              <a:defRPr sz="1950" b="1">
                <a:solidFill>
                  <a:srgbClr val="A4DDCA"/>
                </a:solidFill>
                <a:latin typeface="Noto Sans KR"/>
                <a:ea typeface="Noto Sans KR"/>
                <a:cs typeface="Noto Sans KR"/>
              </a:defRPr>
            </a:lvl5pPr>
            <a:lvl6pPr>
              <a:defRPr sz="1950" b="1">
                <a:solidFill>
                  <a:srgbClr val="A4DDCA"/>
                </a:solidFill>
                <a:latin typeface="Noto Sans KR"/>
                <a:ea typeface="Noto Sans KR"/>
                <a:cs typeface="Noto Sans KR"/>
              </a:defRPr>
            </a:lvl6pPr>
            <a:lvl7pPr>
              <a:defRPr sz="1950" b="1">
                <a:solidFill>
                  <a:srgbClr val="A4DDCA"/>
                </a:solidFill>
                <a:latin typeface="Noto Sans KR"/>
                <a:ea typeface="Noto Sans KR"/>
                <a:cs typeface="Noto Sans KR"/>
              </a:defRPr>
            </a:lvl7pPr>
            <a:lvl8pPr>
              <a:defRPr sz="1950" b="1">
                <a:solidFill>
                  <a:srgbClr val="A4DDCA"/>
                </a:solidFill>
                <a:latin typeface="Noto Sans KR"/>
                <a:ea typeface="Noto Sans KR"/>
                <a:cs typeface="Noto Sans KR"/>
              </a:defRPr>
            </a:lvl8pPr>
            <a:lvl9pPr>
              <a:defRPr sz="1950" b="1">
                <a:solidFill>
                  <a:srgbClr val="A4DDCA"/>
                </a:solidFill>
                <a:latin typeface="Noto Sans KR"/>
                <a:ea typeface="Noto Sans KR"/>
                <a:cs typeface="Noto Sans KR"/>
              </a:defRPr>
            </a:lvl9pPr>
          </a:lstStyle>
          <a:p xmlns:a="http://schemas.openxmlformats.org/drawingml/2006/main">
            <a:pPr>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모을 근거</a:t>
            </a:r>
          </a:p>
        </p:txBody>
      </p:sp>
      <p:sp>
        <p:nvSpPr>
          <p:cNvPr id="6" name="body-1">
            <a:extLst xmlns:a="http://schemas.openxmlformats.org/drawingml/2006/main">
              <a:ext uri="{FF2B5EF4-FFF2-40B4-BE49-F238E27FC236}">
                <a16:creationId xmlns:a16="http://schemas.microsoft.com/office/drawing/2014/main" id="{3B441026-0319-4F3C-BC6C-85A71DAE8442}"/>
              </a:ext>
            </a:extLst>
          </p:cNvPr>
          <p:cNvSpPr>
            <a:spLocks xmlns:a="http://schemas.openxmlformats.org/drawingml/2006/main" noGrp="1"/>
          </p:cNvSpPr>
          <p:nvPr/>
        </p:nvSpPr>
        <p:spPr>
          <a:xfrm xmlns:a="http://schemas.openxmlformats.org/drawingml/2006/main">
            <a:off x="3190875" y="31337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defRPr sz="2025" b="0">
                <a:solidFill>
                  <a:srgbClr val="E4EFEC"/>
                </a:solidFill>
                <a:latin typeface="Noto Sans KR"/>
                <a:ea typeface="Noto Sans KR"/>
                <a:cs typeface="Noto Sans KR"/>
              </a:defRPr>
            </a:lvl1pPr>
            <a:lvl2pPr>
              <a:defRPr sz="2025" b="0">
                <a:solidFill>
                  <a:srgbClr val="E4EFEC"/>
                </a:solidFill>
                <a:latin typeface="Noto Sans KR"/>
                <a:ea typeface="Noto Sans KR"/>
                <a:cs typeface="Noto Sans KR"/>
              </a:defRPr>
            </a:lvl2pPr>
            <a:lvl3pPr>
              <a:defRPr sz="2025" b="0">
                <a:solidFill>
                  <a:srgbClr val="E4EFEC"/>
                </a:solidFill>
                <a:latin typeface="Noto Sans KR"/>
                <a:ea typeface="Noto Sans KR"/>
                <a:cs typeface="Noto Sans KR"/>
              </a:defRPr>
            </a:lvl3pPr>
            <a:lvl4pPr>
              <a:defRPr sz="2025" b="0">
                <a:solidFill>
                  <a:srgbClr val="E4EFEC"/>
                </a:solidFill>
                <a:latin typeface="Noto Sans KR"/>
                <a:ea typeface="Noto Sans KR"/>
                <a:cs typeface="Noto Sans KR"/>
              </a:defRPr>
            </a:lvl4pPr>
            <a:lvl5pPr>
              <a:defRPr sz="2025" b="0">
                <a:solidFill>
                  <a:srgbClr val="E4EFEC"/>
                </a:solidFill>
                <a:latin typeface="Noto Sans KR"/>
                <a:ea typeface="Noto Sans KR"/>
                <a:cs typeface="Noto Sans KR"/>
              </a:defRPr>
            </a:lvl5pPr>
            <a:lvl6pPr>
              <a:defRPr sz="2025" b="0">
                <a:solidFill>
                  <a:srgbClr val="E4EFEC"/>
                </a:solidFill>
                <a:latin typeface="Noto Sans KR"/>
                <a:ea typeface="Noto Sans KR"/>
                <a:cs typeface="Noto Sans KR"/>
              </a:defRPr>
            </a:lvl6pPr>
            <a:lvl7pPr>
              <a:defRPr sz="2025" b="0">
                <a:solidFill>
                  <a:srgbClr val="E4EFEC"/>
                </a:solidFill>
                <a:latin typeface="Noto Sans KR"/>
                <a:ea typeface="Noto Sans KR"/>
                <a:cs typeface="Noto Sans KR"/>
              </a:defRPr>
            </a:lvl7pPr>
            <a:lvl8pPr>
              <a:defRPr sz="2025" b="0">
                <a:solidFill>
                  <a:srgbClr val="E4EFEC"/>
                </a:solidFill>
                <a:latin typeface="Noto Sans KR"/>
                <a:ea typeface="Noto Sans KR"/>
                <a:cs typeface="Noto Sans KR"/>
              </a:defRPr>
            </a:lvl8pPr>
            <a:lvl9pPr>
              <a:defRPr sz="2025" b="0">
                <a:solidFill>
                  <a:srgbClr val="E4EFEC"/>
                </a:solidFill>
                <a:latin typeface="Noto Sans KR"/>
                <a:ea typeface="Noto Sans KR"/>
                <a:cs typeface="Noto Sans KR"/>
              </a:defRPr>
            </a:lvl9pPr>
          </a:lstStyle>
          <a:p xmlns:a="http://schemas.openxmlformats.org/drawingml/2006/main">
            <a:pPr>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날씨API, 모델, 배차시스템, 회사를 연결하는 문서를 모읍니다.</a:t>
            </a:r>
          </a:p>
        </p:txBody>
      </p:sp>
      <p:sp>
        <p:nvSpPr>
          <p:cNvPr id="7" name="label-2">
            <a:extLst xmlns:a="http://schemas.openxmlformats.org/drawingml/2006/main">
              <a:ext uri="{FF2B5EF4-FFF2-40B4-BE49-F238E27FC236}">
                <a16:creationId xmlns:a16="http://schemas.microsoft.com/office/drawing/2014/main" id="{D48888B1-4243-4AA9-B183-E0317D79266D}"/>
              </a:ext>
            </a:extLst>
          </p:cNvPr>
          <p:cNvSpPr>
            <a:spLocks xmlns:a="http://schemas.openxmlformats.org/drawingml/2006/main" noGrp="1"/>
          </p:cNvSpPr>
          <p:nvPr/>
        </p:nvSpPr>
        <p:spPr>
          <a:xfrm xmlns:a="http://schemas.openxmlformats.org/drawingml/2006/main">
            <a:off x="609600" y="44005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defRPr sz="1950" b="1">
                <a:solidFill>
                  <a:srgbClr val="A4DDCA"/>
                </a:solidFill>
                <a:latin typeface="Noto Sans KR"/>
                <a:ea typeface="Noto Sans KR"/>
                <a:cs typeface="Noto Sans KR"/>
              </a:defRPr>
            </a:lvl1pPr>
            <a:lvl2pPr>
              <a:defRPr sz="1950" b="1">
                <a:solidFill>
                  <a:srgbClr val="A4DDCA"/>
                </a:solidFill>
                <a:latin typeface="Noto Sans KR"/>
                <a:ea typeface="Noto Sans KR"/>
                <a:cs typeface="Noto Sans KR"/>
              </a:defRPr>
            </a:lvl2pPr>
            <a:lvl3pPr>
              <a:defRPr sz="1950" b="1">
                <a:solidFill>
                  <a:srgbClr val="A4DDCA"/>
                </a:solidFill>
                <a:latin typeface="Noto Sans KR"/>
                <a:ea typeface="Noto Sans KR"/>
                <a:cs typeface="Noto Sans KR"/>
              </a:defRPr>
            </a:lvl3pPr>
            <a:lvl4pPr>
              <a:defRPr sz="1950" b="1">
                <a:solidFill>
                  <a:srgbClr val="A4DDCA"/>
                </a:solidFill>
                <a:latin typeface="Noto Sans KR"/>
                <a:ea typeface="Noto Sans KR"/>
                <a:cs typeface="Noto Sans KR"/>
              </a:defRPr>
            </a:lvl4pPr>
            <a:lvl5pPr>
              <a:defRPr sz="1950" b="1">
                <a:solidFill>
                  <a:srgbClr val="A4DDCA"/>
                </a:solidFill>
                <a:latin typeface="Noto Sans KR"/>
                <a:ea typeface="Noto Sans KR"/>
                <a:cs typeface="Noto Sans KR"/>
              </a:defRPr>
            </a:lvl5pPr>
            <a:lvl6pPr>
              <a:defRPr sz="1950" b="1">
                <a:solidFill>
                  <a:srgbClr val="A4DDCA"/>
                </a:solidFill>
                <a:latin typeface="Noto Sans KR"/>
                <a:ea typeface="Noto Sans KR"/>
                <a:cs typeface="Noto Sans KR"/>
              </a:defRPr>
            </a:lvl6pPr>
            <a:lvl7pPr>
              <a:defRPr sz="1950" b="1">
                <a:solidFill>
                  <a:srgbClr val="A4DDCA"/>
                </a:solidFill>
                <a:latin typeface="Noto Sans KR"/>
                <a:ea typeface="Noto Sans KR"/>
                <a:cs typeface="Noto Sans KR"/>
              </a:defRPr>
            </a:lvl7pPr>
            <a:lvl8pPr>
              <a:defRPr sz="1950" b="1">
                <a:solidFill>
                  <a:srgbClr val="A4DDCA"/>
                </a:solidFill>
                <a:latin typeface="Noto Sans KR"/>
                <a:ea typeface="Noto Sans KR"/>
                <a:cs typeface="Noto Sans KR"/>
              </a:defRPr>
            </a:lvl8pPr>
            <a:lvl9pPr>
              <a:defRPr sz="1950" b="1">
                <a:solidFill>
                  <a:srgbClr val="A4DDCA"/>
                </a:solidFill>
                <a:latin typeface="Noto Sans KR"/>
                <a:ea typeface="Noto Sans KR"/>
                <a:cs typeface="Noto Sans KR"/>
              </a:defRPr>
            </a:lvl9pPr>
          </a:lstStyle>
          <a:p xmlns:a="http://schemas.openxmlformats.org/drawingml/2006/main">
            <a:pPr>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주의할 점</a:t>
            </a:r>
          </a:p>
        </p:txBody>
      </p:sp>
      <p:sp>
        <p:nvSpPr>
          <p:cNvPr id="8" name="body-2">
            <a:extLst xmlns:a="http://schemas.openxmlformats.org/drawingml/2006/main">
              <a:ext uri="{FF2B5EF4-FFF2-40B4-BE49-F238E27FC236}">
                <a16:creationId xmlns:a16="http://schemas.microsoft.com/office/drawing/2014/main" id="{DEF7F8A6-F77C-40AE-916B-3F1994D2D0DC}"/>
              </a:ext>
            </a:extLst>
          </p:cNvPr>
          <p:cNvSpPr>
            <a:spLocks xmlns:a="http://schemas.openxmlformats.org/drawingml/2006/main" noGrp="1"/>
          </p:cNvSpPr>
          <p:nvPr/>
        </p:nvSpPr>
        <p:spPr>
          <a:xfrm xmlns:a="http://schemas.openxmlformats.org/drawingml/2006/main">
            <a:off x="3190875" y="44005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defRPr sz="2025" b="0">
                <a:solidFill>
                  <a:srgbClr val="E4EFEC"/>
                </a:solidFill>
                <a:latin typeface="Noto Sans KR"/>
                <a:ea typeface="Noto Sans KR"/>
                <a:cs typeface="Noto Sans KR"/>
              </a:defRPr>
            </a:lvl1pPr>
            <a:lvl2pPr>
              <a:defRPr sz="2025" b="0">
                <a:solidFill>
                  <a:srgbClr val="E4EFEC"/>
                </a:solidFill>
                <a:latin typeface="Noto Sans KR"/>
                <a:ea typeface="Noto Sans KR"/>
                <a:cs typeface="Noto Sans KR"/>
              </a:defRPr>
            </a:lvl2pPr>
            <a:lvl3pPr>
              <a:defRPr sz="2025" b="0">
                <a:solidFill>
                  <a:srgbClr val="E4EFEC"/>
                </a:solidFill>
                <a:latin typeface="Noto Sans KR"/>
                <a:ea typeface="Noto Sans KR"/>
                <a:cs typeface="Noto Sans KR"/>
              </a:defRPr>
            </a:lvl3pPr>
            <a:lvl4pPr>
              <a:defRPr sz="2025" b="0">
                <a:solidFill>
                  <a:srgbClr val="E4EFEC"/>
                </a:solidFill>
                <a:latin typeface="Noto Sans KR"/>
                <a:ea typeface="Noto Sans KR"/>
                <a:cs typeface="Noto Sans KR"/>
              </a:defRPr>
            </a:lvl4pPr>
            <a:lvl5pPr>
              <a:defRPr sz="2025" b="0">
                <a:solidFill>
                  <a:srgbClr val="E4EFEC"/>
                </a:solidFill>
                <a:latin typeface="Noto Sans KR"/>
                <a:ea typeface="Noto Sans KR"/>
                <a:cs typeface="Noto Sans KR"/>
              </a:defRPr>
            </a:lvl5pPr>
            <a:lvl6pPr>
              <a:defRPr sz="2025" b="0">
                <a:solidFill>
                  <a:srgbClr val="E4EFEC"/>
                </a:solidFill>
                <a:latin typeface="Noto Sans KR"/>
                <a:ea typeface="Noto Sans KR"/>
                <a:cs typeface="Noto Sans KR"/>
              </a:defRPr>
            </a:lvl6pPr>
            <a:lvl7pPr>
              <a:defRPr sz="2025" b="0">
                <a:solidFill>
                  <a:srgbClr val="E4EFEC"/>
                </a:solidFill>
                <a:latin typeface="Noto Sans KR"/>
                <a:ea typeface="Noto Sans KR"/>
                <a:cs typeface="Noto Sans KR"/>
              </a:defRPr>
            </a:lvl7pPr>
            <a:lvl8pPr>
              <a:defRPr sz="2025" b="0">
                <a:solidFill>
                  <a:srgbClr val="E4EFEC"/>
                </a:solidFill>
                <a:latin typeface="Noto Sans KR"/>
                <a:ea typeface="Noto Sans KR"/>
                <a:cs typeface="Noto Sans KR"/>
              </a:defRPr>
            </a:lvl8pPr>
            <a:lvl9pPr>
              <a:defRPr sz="2025" b="0">
                <a:solidFill>
                  <a:srgbClr val="E4EFEC"/>
                </a:solidFill>
                <a:latin typeface="Noto Sans KR"/>
                <a:ea typeface="Noto Sans KR"/>
                <a:cs typeface="Noto Sans KR"/>
              </a:defRPr>
            </a:lvl9pPr>
          </a:lstStyle>
          <a:p xmlns:a="http://schemas.openxmlformats.org/drawingml/2006/main">
            <a:pPr>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잘못된 연결이나 연결이 많은 대상이 검색 점수를 흔들 수 있습니다.</a:t>
            </a:r>
          </a:p>
        </p:txBody>
      </p:sp>
      <p:sp>
        <p:nvSpPr>
          <p:cNvPr id="9" name="page">
            <a:extLst xmlns:a="http://schemas.openxmlformats.org/drawingml/2006/main">
              <a:ext uri="{FF2B5EF4-FFF2-40B4-BE49-F238E27FC236}">
                <a16:creationId xmlns:a16="http://schemas.microsoft.com/office/drawing/2014/main" id="{7DB711F9-2B56-4BB6-BC0B-DC2B4A71ACE5}"/>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defRPr sz="1125" b="0">
                <a:solidFill>
                  <a:srgbClr val="8EABB7"/>
                </a:solidFill>
                <a:latin typeface="Noto Sans KR"/>
                <a:ea typeface="Noto Sans KR"/>
                <a:cs typeface="Noto Sans KR"/>
              </a:defRPr>
            </a:lvl1pPr>
            <a:lvl2pPr>
              <a:defRPr sz="1125" b="0">
                <a:solidFill>
                  <a:srgbClr val="8EABB7"/>
                </a:solidFill>
                <a:latin typeface="Noto Sans KR"/>
                <a:ea typeface="Noto Sans KR"/>
                <a:cs typeface="Noto Sans KR"/>
              </a:defRPr>
            </a:lvl2pPr>
            <a:lvl3pPr>
              <a:defRPr sz="1125" b="0">
                <a:solidFill>
                  <a:srgbClr val="8EABB7"/>
                </a:solidFill>
                <a:latin typeface="Noto Sans KR"/>
                <a:ea typeface="Noto Sans KR"/>
                <a:cs typeface="Noto Sans KR"/>
              </a:defRPr>
            </a:lvl3pPr>
            <a:lvl4pPr>
              <a:defRPr sz="1125" b="0">
                <a:solidFill>
                  <a:srgbClr val="8EABB7"/>
                </a:solidFill>
                <a:latin typeface="Noto Sans KR"/>
                <a:ea typeface="Noto Sans KR"/>
                <a:cs typeface="Noto Sans KR"/>
              </a:defRPr>
            </a:lvl4pPr>
            <a:lvl5pPr>
              <a:defRPr sz="1125" b="0">
                <a:solidFill>
                  <a:srgbClr val="8EABB7"/>
                </a:solidFill>
                <a:latin typeface="Noto Sans KR"/>
                <a:ea typeface="Noto Sans KR"/>
                <a:cs typeface="Noto Sans KR"/>
              </a:defRPr>
            </a:lvl5pPr>
            <a:lvl6pPr>
              <a:defRPr sz="1125" b="0">
                <a:solidFill>
                  <a:srgbClr val="8EABB7"/>
                </a:solidFill>
                <a:latin typeface="Noto Sans KR"/>
                <a:ea typeface="Noto Sans KR"/>
                <a:cs typeface="Noto Sans KR"/>
              </a:defRPr>
            </a:lvl6pPr>
            <a:lvl7pPr>
              <a:defRPr sz="1125" b="0">
                <a:solidFill>
                  <a:srgbClr val="8EABB7"/>
                </a:solidFill>
                <a:latin typeface="Noto Sans KR"/>
                <a:ea typeface="Noto Sans KR"/>
                <a:cs typeface="Noto Sans KR"/>
              </a:defRPr>
            </a:lvl7pPr>
            <a:lvl8pPr>
              <a:defRPr sz="1125" b="0">
                <a:solidFill>
                  <a:srgbClr val="8EABB7"/>
                </a:solidFill>
                <a:latin typeface="Noto Sans KR"/>
                <a:ea typeface="Noto Sans KR"/>
                <a:cs typeface="Noto Sans KR"/>
              </a:defRPr>
            </a:lvl8pPr>
            <a:lvl9pPr>
              <a:defRPr sz="1125" b="0">
                <a:solidFill>
                  <a:srgbClr val="8EABB7"/>
                </a:solidFill>
                <a:latin typeface="Noto Sans KR"/>
                <a:ea typeface="Noto Sans KR"/>
                <a:cs typeface="Noto Sans KR"/>
              </a:defRPr>
            </a:lvl9pPr>
          </a:lstStyle>
          <a:p xmlns:a="http://schemas.openxmlformats.org/drawingml/2006/main">
            <a:pPr>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25</a:t>
            </a:r>
          </a:p>
        </p:txBody>
      </p:sp>
    </p:spTree>
    <p:extLst>
      <p:ext uri="{BB962C8B-B14F-4D97-AF65-F5344CB8AC3E}">
        <p14:creationId xmlns:p14="http://schemas.microsoft.com/office/powerpoint/2010/main" val="2104326198"/>
      </p:ext>
    </p:extLst>
  </p:cSld>
</p:sld>
</file>

<file path=ppt/slides/slide26.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0" name="section">
            <a:extLst xmlns:a="http://schemas.openxmlformats.org/drawingml/2006/main">
              <a:ext uri="{FF2B5EF4-FFF2-40B4-BE49-F238E27FC236}">
                <a16:creationId xmlns:a16="http://schemas.microsoft.com/office/drawing/2014/main" id="{9D4AD1DC-E17F-429D-A82B-CB65584C343A}"/>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defRPr sz="1125" b="1">
                <a:solidFill>
                  <a:srgbClr val="A4DDCA"/>
                </a:solidFill>
                <a:latin typeface="Noto Sans KR"/>
                <a:ea typeface="Noto Sans KR"/>
                <a:cs typeface="Noto Sans KR"/>
              </a:defRPr>
            </a:lvl1pPr>
            <a:lvl2pPr>
              <a:defRPr sz="1125" b="1">
                <a:solidFill>
                  <a:srgbClr val="A4DDCA"/>
                </a:solidFill>
                <a:latin typeface="Noto Sans KR"/>
                <a:ea typeface="Noto Sans KR"/>
                <a:cs typeface="Noto Sans KR"/>
              </a:defRPr>
            </a:lvl2pPr>
            <a:lvl3pPr>
              <a:defRPr sz="1125" b="1">
                <a:solidFill>
                  <a:srgbClr val="A4DDCA"/>
                </a:solidFill>
                <a:latin typeface="Noto Sans KR"/>
                <a:ea typeface="Noto Sans KR"/>
                <a:cs typeface="Noto Sans KR"/>
              </a:defRPr>
            </a:lvl3pPr>
            <a:lvl4pPr>
              <a:defRPr sz="1125" b="1">
                <a:solidFill>
                  <a:srgbClr val="A4DDCA"/>
                </a:solidFill>
                <a:latin typeface="Noto Sans KR"/>
                <a:ea typeface="Noto Sans KR"/>
                <a:cs typeface="Noto Sans KR"/>
              </a:defRPr>
            </a:lvl4pPr>
            <a:lvl5pPr>
              <a:defRPr sz="1125" b="1">
                <a:solidFill>
                  <a:srgbClr val="A4DDCA"/>
                </a:solidFill>
                <a:latin typeface="Noto Sans KR"/>
                <a:ea typeface="Noto Sans KR"/>
                <a:cs typeface="Noto Sans KR"/>
              </a:defRPr>
            </a:lvl5pPr>
            <a:lvl6pPr>
              <a:defRPr sz="1125" b="1">
                <a:solidFill>
                  <a:srgbClr val="A4DDCA"/>
                </a:solidFill>
                <a:latin typeface="Noto Sans KR"/>
                <a:ea typeface="Noto Sans KR"/>
                <a:cs typeface="Noto Sans KR"/>
              </a:defRPr>
            </a:lvl6pPr>
            <a:lvl7pPr>
              <a:defRPr sz="1125" b="1">
                <a:solidFill>
                  <a:srgbClr val="A4DDCA"/>
                </a:solidFill>
                <a:latin typeface="Noto Sans KR"/>
                <a:ea typeface="Noto Sans KR"/>
                <a:cs typeface="Noto Sans KR"/>
              </a:defRPr>
            </a:lvl7pPr>
            <a:lvl8pPr>
              <a:defRPr sz="1125" b="1">
                <a:solidFill>
                  <a:srgbClr val="A4DDCA"/>
                </a:solidFill>
                <a:latin typeface="Noto Sans KR"/>
                <a:ea typeface="Noto Sans KR"/>
                <a:cs typeface="Noto Sans KR"/>
              </a:defRPr>
            </a:lvl8pPr>
            <a:lvl9pPr>
              <a:defRPr sz="1125" b="1">
                <a:solidFill>
                  <a:srgbClr val="A4DDCA"/>
                </a:solidFill>
                <a:latin typeface="Noto Sans KR"/>
                <a:ea typeface="Noto Sans KR"/>
                <a:cs typeface="Noto Sans KR"/>
              </a:defRPr>
            </a:lvl9pPr>
          </a:lstStyle>
          <a:p xmlns:a="http://schemas.openxmlformats.org/drawingml/2006/main">
            <a:pPr>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F68A33CA-8F47-4905-8A0D-C64E253030E2}"/>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defRPr sz="3000" b="1">
                <a:solidFill>
                  <a:srgbClr val="E4EFEC"/>
                </a:solidFill>
                <a:latin typeface="Noto Sans KR"/>
                <a:ea typeface="Noto Sans KR"/>
                <a:cs typeface="Noto Sans KR"/>
              </a:defRPr>
            </a:lvl1pPr>
            <a:lvl2pPr>
              <a:defRPr sz="3000" b="1">
                <a:solidFill>
                  <a:srgbClr val="E4EFEC"/>
                </a:solidFill>
                <a:latin typeface="Noto Sans KR"/>
                <a:ea typeface="Noto Sans KR"/>
                <a:cs typeface="Noto Sans KR"/>
              </a:defRPr>
            </a:lvl2pPr>
            <a:lvl3pPr>
              <a:defRPr sz="3000" b="1">
                <a:solidFill>
                  <a:srgbClr val="E4EFEC"/>
                </a:solidFill>
                <a:latin typeface="Noto Sans KR"/>
                <a:ea typeface="Noto Sans KR"/>
                <a:cs typeface="Noto Sans KR"/>
              </a:defRPr>
            </a:lvl3pPr>
            <a:lvl4pPr>
              <a:defRPr sz="3000" b="1">
                <a:solidFill>
                  <a:srgbClr val="E4EFEC"/>
                </a:solidFill>
                <a:latin typeface="Noto Sans KR"/>
                <a:ea typeface="Noto Sans KR"/>
                <a:cs typeface="Noto Sans KR"/>
              </a:defRPr>
            </a:lvl4pPr>
            <a:lvl5pPr>
              <a:defRPr sz="3000" b="1">
                <a:solidFill>
                  <a:srgbClr val="E4EFEC"/>
                </a:solidFill>
                <a:latin typeface="Noto Sans KR"/>
                <a:ea typeface="Noto Sans KR"/>
                <a:cs typeface="Noto Sans KR"/>
              </a:defRPr>
            </a:lvl5pPr>
            <a:lvl6pPr>
              <a:defRPr sz="3000" b="1">
                <a:solidFill>
                  <a:srgbClr val="E4EFEC"/>
                </a:solidFill>
                <a:latin typeface="Noto Sans KR"/>
                <a:ea typeface="Noto Sans KR"/>
                <a:cs typeface="Noto Sans KR"/>
              </a:defRPr>
            </a:lvl6pPr>
            <a:lvl7pPr>
              <a:defRPr sz="3000" b="1">
                <a:solidFill>
                  <a:srgbClr val="E4EFEC"/>
                </a:solidFill>
                <a:latin typeface="Noto Sans KR"/>
                <a:ea typeface="Noto Sans KR"/>
                <a:cs typeface="Noto Sans KR"/>
              </a:defRPr>
            </a:lvl7pPr>
            <a:lvl8pPr>
              <a:defRPr sz="3000" b="1">
                <a:solidFill>
                  <a:srgbClr val="E4EFEC"/>
                </a:solidFill>
                <a:latin typeface="Noto Sans KR"/>
                <a:ea typeface="Noto Sans KR"/>
                <a:cs typeface="Noto Sans KR"/>
              </a:defRPr>
            </a:lvl8pPr>
            <a:lvl9pPr>
              <a:defRPr sz="3000" b="1">
                <a:solidFill>
                  <a:srgbClr val="E4EFEC"/>
                </a:solidFill>
                <a:latin typeface="Noto Sans KR"/>
                <a:ea typeface="Noto Sans KR"/>
                <a:cs typeface="Noto Sans KR"/>
              </a:defRPr>
            </a:lvl9pPr>
          </a:lstStyle>
          <a:p xmlns:a="http://schemas.openxmlformats.org/drawingml/2006/main">
            <a:pPr>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HippoRAG 2: 개체 연결과 원문 문맥을 함께 사용</a:t>
            </a:r>
          </a:p>
        </p:txBody>
      </p:sp>
      <p:sp>
        <p:nvSpPr>
          <p:cNvPr id="3" name="label-0">
            <a:extLst xmlns:a="http://schemas.openxmlformats.org/drawingml/2006/main">
              <a:ext uri="{FF2B5EF4-FFF2-40B4-BE49-F238E27FC236}">
                <a16:creationId xmlns:a16="http://schemas.microsoft.com/office/drawing/2014/main" id="{663D957A-5DF0-471F-9DEC-63690DE23016}"/>
              </a:ext>
            </a:extLst>
          </p:cNvPr>
          <p:cNvSpPr>
            <a:spLocks xmlns:a="http://schemas.openxmlformats.org/drawingml/2006/main" noGrp="1"/>
          </p:cNvSpPr>
          <p:nvPr/>
        </p:nvSpPr>
        <p:spPr>
          <a:xfrm xmlns:a="http://schemas.openxmlformats.org/drawingml/2006/main">
            <a:off x="609600" y="186690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defRPr sz="1950" b="1">
                <a:solidFill>
                  <a:srgbClr val="A4DDCA"/>
                </a:solidFill>
                <a:latin typeface="Noto Sans KR"/>
                <a:ea typeface="Noto Sans KR"/>
                <a:cs typeface="Noto Sans KR"/>
              </a:defRPr>
            </a:lvl1pPr>
            <a:lvl2pPr>
              <a:defRPr sz="1950" b="1">
                <a:solidFill>
                  <a:srgbClr val="A4DDCA"/>
                </a:solidFill>
                <a:latin typeface="Noto Sans KR"/>
                <a:ea typeface="Noto Sans KR"/>
                <a:cs typeface="Noto Sans KR"/>
              </a:defRPr>
            </a:lvl2pPr>
            <a:lvl3pPr>
              <a:defRPr sz="1950" b="1">
                <a:solidFill>
                  <a:srgbClr val="A4DDCA"/>
                </a:solidFill>
                <a:latin typeface="Noto Sans KR"/>
                <a:ea typeface="Noto Sans KR"/>
                <a:cs typeface="Noto Sans KR"/>
              </a:defRPr>
            </a:lvl3pPr>
            <a:lvl4pPr>
              <a:defRPr sz="1950" b="1">
                <a:solidFill>
                  <a:srgbClr val="A4DDCA"/>
                </a:solidFill>
                <a:latin typeface="Noto Sans KR"/>
                <a:ea typeface="Noto Sans KR"/>
                <a:cs typeface="Noto Sans KR"/>
              </a:defRPr>
            </a:lvl4pPr>
            <a:lvl5pPr>
              <a:defRPr sz="1950" b="1">
                <a:solidFill>
                  <a:srgbClr val="A4DDCA"/>
                </a:solidFill>
                <a:latin typeface="Noto Sans KR"/>
                <a:ea typeface="Noto Sans KR"/>
                <a:cs typeface="Noto Sans KR"/>
              </a:defRPr>
            </a:lvl5pPr>
            <a:lvl6pPr>
              <a:defRPr sz="1950" b="1">
                <a:solidFill>
                  <a:srgbClr val="A4DDCA"/>
                </a:solidFill>
                <a:latin typeface="Noto Sans KR"/>
                <a:ea typeface="Noto Sans KR"/>
                <a:cs typeface="Noto Sans KR"/>
              </a:defRPr>
            </a:lvl6pPr>
            <a:lvl7pPr>
              <a:defRPr sz="1950" b="1">
                <a:solidFill>
                  <a:srgbClr val="A4DDCA"/>
                </a:solidFill>
                <a:latin typeface="Noto Sans KR"/>
                <a:ea typeface="Noto Sans KR"/>
                <a:cs typeface="Noto Sans KR"/>
              </a:defRPr>
            </a:lvl7pPr>
            <a:lvl8pPr>
              <a:defRPr sz="1950" b="1">
                <a:solidFill>
                  <a:srgbClr val="A4DDCA"/>
                </a:solidFill>
                <a:latin typeface="Noto Sans KR"/>
                <a:ea typeface="Noto Sans KR"/>
                <a:cs typeface="Noto Sans KR"/>
              </a:defRPr>
            </a:lvl8pPr>
            <a:lvl9pPr>
              <a:defRPr sz="1950" b="1">
                <a:solidFill>
                  <a:srgbClr val="A4DDCA"/>
                </a:solidFill>
                <a:latin typeface="Noto Sans KR"/>
                <a:ea typeface="Noto Sans KR"/>
                <a:cs typeface="Noto Sans KR"/>
              </a:defRPr>
            </a:lvl9pPr>
          </a:lstStyle>
          <a:p xmlns:a="http://schemas.openxmlformats.org/drawingml/2006/main">
            <a:pPr>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저장하는 것</a:t>
            </a:r>
          </a:p>
        </p:txBody>
      </p:sp>
      <p:sp>
        <p:nvSpPr>
          <p:cNvPr id="4" name="body-0">
            <a:extLst xmlns:a="http://schemas.openxmlformats.org/drawingml/2006/main">
              <a:ext uri="{FF2B5EF4-FFF2-40B4-BE49-F238E27FC236}">
                <a16:creationId xmlns:a16="http://schemas.microsoft.com/office/drawing/2014/main" id="{1F7D8A56-DB4C-4C4A-9B6B-86BBDB5F8240}"/>
              </a:ext>
            </a:extLst>
          </p:cNvPr>
          <p:cNvSpPr>
            <a:spLocks xmlns:a="http://schemas.openxmlformats.org/drawingml/2006/main" noGrp="1"/>
          </p:cNvSpPr>
          <p:nvPr/>
        </p:nvSpPr>
        <p:spPr>
          <a:xfrm xmlns:a="http://schemas.openxmlformats.org/drawingml/2006/main">
            <a:off x="3190875" y="186690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defRPr sz="2025" b="0">
                <a:solidFill>
                  <a:srgbClr val="E4EFEC"/>
                </a:solidFill>
                <a:latin typeface="Noto Sans KR"/>
                <a:ea typeface="Noto Sans KR"/>
                <a:cs typeface="Noto Sans KR"/>
              </a:defRPr>
            </a:lvl1pPr>
            <a:lvl2pPr>
              <a:defRPr sz="2025" b="0">
                <a:solidFill>
                  <a:srgbClr val="E4EFEC"/>
                </a:solidFill>
                <a:latin typeface="Noto Sans KR"/>
                <a:ea typeface="Noto Sans KR"/>
                <a:cs typeface="Noto Sans KR"/>
              </a:defRPr>
            </a:lvl2pPr>
            <a:lvl3pPr>
              <a:defRPr sz="2025" b="0">
                <a:solidFill>
                  <a:srgbClr val="E4EFEC"/>
                </a:solidFill>
                <a:latin typeface="Noto Sans KR"/>
                <a:ea typeface="Noto Sans KR"/>
                <a:cs typeface="Noto Sans KR"/>
              </a:defRPr>
            </a:lvl3pPr>
            <a:lvl4pPr>
              <a:defRPr sz="2025" b="0">
                <a:solidFill>
                  <a:srgbClr val="E4EFEC"/>
                </a:solidFill>
                <a:latin typeface="Noto Sans KR"/>
                <a:ea typeface="Noto Sans KR"/>
                <a:cs typeface="Noto Sans KR"/>
              </a:defRPr>
            </a:lvl4pPr>
            <a:lvl5pPr>
              <a:defRPr sz="2025" b="0">
                <a:solidFill>
                  <a:srgbClr val="E4EFEC"/>
                </a:solidFill>
                <a:latin typeface="Noto Sans KR"/>
                <a:ea typeface="Noto Sans KR"/>
                <a:cs typeface="Noto Sans KR"/>
              </a:defRPr>
            </a:lvl5pPr>
            <a:lvl6pPr>
              <a:defRPr sz="2025" b="0">
                <a:solidFill>
                  <a:srgbClr val="E4EFEC"/>
                </a:solidFill>
                <a:latin typeface="Noto Sans KR"/>
                <a:ea typeface="Noto Sans KR"/>
                <a:cs typeface="Noto Sans KR"/>
              </a:defRPr>
            </a:lvl6pPr>
            <a:lvl7pPr>
              <a:defRPr sz="2025" b="0">
                <a:solidFill>
                  <a:srgbClr val="E4EFEC"/>
                </a:solidFill>
                <a:latin typeface="Noto Sans KR"/>
                <a:ea typeface="Noto Sans KR"/>
                <a:cs typeface="Noto Sans KR"/>
              </a:defRPr>
            </a:lvl7pPr>
            <a:lvl8pPr>
              <a:defRPr sz="2025" b="0">
                <a:solidFill>
                  <a:srgbClr val="E4EFEC"/>
                </a:solidFill>
                <a:latin typeface="Noto Sans KR"/>
                <a:ea typeface="Noto Sans KR"/>
                <a:cs typeface="Noto Sans KR"/>
              </a:defRPr>
            </a:lvl8pPr>
            <a:lvl9pPr>
              <a:defRPr sz="2025" b="0">
                <a:solidFill>
                  <a:srgbClr val="E4EFEC"/>
                </a:solidFill>
                <a:latin typeface="Noto Sans KR"/>
                <a:ea typeface="Noto Sans KR"/>
                <a:cs typeface="Noto Sans KR"/>
              </a:defRPr>
            </a:lvl9pPr>
          </a:lstStyle>
          <a:p xmlns:a="http://schemas.openxmlformats.org/drawingml/2006/main">
            <a:pPr>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짧은 개념 표현과 원문 문단을 함께 연결한 그래프</a:t>
            </a:r>
          </a:p>
        </p:txBody>
      </p:sp>
      <p:sp>
        <p:nvSpPr>
          <p:cNvPr id="5" name="label-1">
            <a:extLst xmlns:a="http://schemas.openxmlformats.org/drawingml/2006/main">
              <a:ext uri="{FF2B5EF4-FFF2-40B4-BE49-F238E27FC236}">
                <a16:creationId xmlns:a16="http://schemas.microsoft.com/office/drawing/2014/main" id="{8914D712-FE41-4249-8A78-AD01050B538B}"/>
              </a:ext>
            </a:extLst>
          </p:cNvPr>
          <p:cNvSpPr>
            <a:spLocks xmlns:a="http://schemas.openxmlformats.org/drawingml/2006/main" noGrp="1"/>
          </p:cNvSpPr>
          <p:nvPr/>
        </p:nvSpPr>
        <p:spPr>
          <a:xfrm xmlns:a="http://schemas.openxmlformats.org/drawingml/2006/main">
            <a:off x="609600" y="31337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defRPr sz="1950" b="1">
                <a:solidFill>
                  <a:srgbClr val="A4DDCA"/>
                </a:solidFill>
                <a:latin typeface="Noto Sans KR"/>
                <a:ea typeface="Noto Sans KR"/>
                <a:cs typeface="Noto Sans KR"/>
              </a:defRPr>
            </a:lvl1pPr>
            <a:lvl2pPr>
              <a:defRPr sz="1950" b="1">
                <a:solidFill>
                  <a:srgbClr val="A4DDCA"/>
                </a:solidFill>
                <a:latin typeface="Noto Sans KR"/>
                <a:ea typeface="Noto Sans KR"/>
                <a:cs typeface="Noto Sans KR"/>
              </a:defRPr>
            </a:lvl2pPr>
            <a:lvl3pPr>
              <a:defRPr sz="1950" b="1">
                <a:solidFill>
                  <a:srgbClr val="A4DDCA"/>
                </a:solidFill>
                <a:latin typeface="Noto Sans KR"/>
                <a:ea typeface="Noto Sans KR"/>
                <a:cs typeface="Noto Sans KR"/>
              </a:defRPr>
            </a:lvl3pPr>
            <a:lvl4pPr>
              <a:defRPr sz="1950" b="1">
                <a:solidFill>
                  <a:srgbClr val="A4DDCA"/>
                </a:solidFill>
                <a:latin typeface="Noto Sans KR"/>
                <a:ea typeface="Noto Sans KR"/>
                <a:cs typeface="Noto Sans KR"/>
              </a:defRPr>
            </a:lvl4pPr>
            <a:lvl5pPr>
              <a:defRPr sz="1950" b="1">
                <a:solidFill>
                  <a:srgbClr val="A4DDCA"/>
                </a:solidFill>
                <a:latin typeface="Noto Sans KR"/>
                <a:ea typeface="Noto Sans KR"/>
                <a:cs typeface="Noto Sans KR"/>
              </a:defRPr>
            </a:lvl5pPr>
            <a:lvl6pPr>
              <a:defRPr sz="1950" b="1">
                <a:solidFill>
                  <a:srgbClr val="A4DDCA"/>
                </a:solidFill>
                <a:latin typeface="Noto Sans KR"/>
                <a:ea typeface="Noto Sans KR"/>
                <a:cs typeface="Noto Sans KR"/>
              </a:defRPr>
            </a:lvl6pPr>
            <a:lvl7pPr>
              <a:defRPr sz="1950" b="1">
                <a:solidFill>
                  <a:srgbClr val="A4DDCA"/>
                </a:solidFill>
                <a:latin typeface="Noto Sans KR"/>
                <a:ea typeface="Noto Sans KR"/>
                <a:cs typeface="Noto Sans KR"/>
              </a:defRPr>
            </a:lvl7pPr>
            <a:lvl8pPr>
              <a:defRPr sz="1950" b="1">
                <a:solidFill>
                  <a:srgbClr val="A4DDCA"/>
                </a:solidFill>
                <a:latin typeface="Noto Sans KR"/>
                <a:ea typeface="Noto Sans KR"/>
                <a:cs typeface="Noto Sans KR"/>
              </a:defRPr>
            </a:lvl8pPr>
            <a:lvl9pPr>
              <a:defRPr sz="1950" b="1">
                <a:solidFill>
                  <a:srgbClr val="A4DDCA"/>
                </a:solidFill>
                <a:latin typeface="Noto Sans KR"/>
                <a:ea typeface="Noto Sans KR"/>
                <a:cs typeface="Noto Sans KR"/>
              </a:defRPr>
            </a:lvl9pPr>
          </a:lstStyle>
          <a:p xmlns:a="http://schemas.openxmlformats.org/drawingml/2006/main">
            <a:pPr>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미리 준비하는 일</a:t>
            </a:r>
          </a:p>
        </p:txBody>
      </p:sp>
      <p:sp>
        <p:nvSpPr>
          <p:cNvPr id="6" name="body-1">
            <a:extLst xmlns:a="http://schemas.openxmlformats.org/drawingml/2006/main">
              <a:ext uri="{FF2B5EF4-FFF2-40B4-BE49-F238E27FC236}">
                <a16:creationId xmlns:a16="http://schemas.microsoft.com/office/drawing/2014/main" id="{A2C7E0F7-C1C6-45E6-A6AB-014497A728C1}"/>
              </a:ext>
            </a:extLst>
          </p:cNvPr>
          <p:cNvSpPr>
            <a:spLocks xmlns:a="http://schemas.openxmlformats.org/drawingml/2006/main" noGrp="1"/>
          </p:cNvSpPr>
          <p:nvPr/>
        </p:nvSpPr>
        <p:spPr>
          <a:xfrm xmlns:a="http://schemas.openxmlformats.org/drawingml/2006/main">
            <a:off x="3190875" y="31337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defRPr sz="2025" b="0">
                <a:solidFill>
                  <a:srgbClr val="E4EFEC"/>
                </a:solidFill>
                <a:latin typeface="Noto Sans KR"/>
                <a:ea typeface="Noto Sans KR"/>
                <a:cs typeface="Noto Sans KR"/>
              </a:defRPr>
            </a:lvl1pPr>
            <a:lvl2pPr>
              <a:defRPr sz="2025" b="0">
                <a:solidFill>
                  <a:srgbClr val="E4EFEC"/>
                </a:solidFill>
                <a:latin typeface="Noto Sans KR"/>
                <a:ea typeface="Noto Sans KR"/>
                <a:cs typeface="Noto Sans KR"/>
              </a:defRPr>
            </a:lvl2pPr>
            <a:lvl3pPr>
              <a:defRPr sz="2025" b="0">
                <a:solidFill>
                  <a:srgbClr val="E4EFEC"/>
                </a:solidFill>
                <a:latin typeface="Noto Sans KR"/>
                <a:ea typeface="Noto Sans KR"/>
                <a:cs typeface="Noto Sans KR"/>
              </a:defRPr>
            </a:lvl3pPr>
            <a:lvl4pPr>
              <a:defRPr sz="2025" b="0">
                <a:solidFill>
                  <a:srgbClr val="E4EFEC"/>
                </a:solidFill>
                <a:latin typeface="Noto Sans KR"/>
                <a:ea typeface="Noto Sans KR"/>
                <a:cs typeface="Noto Sans KR"/>
              </a:defRPr>
            </a:lvl4pPr>
            <a:lvl5pPr>
              <a:defRPr sz="2025" b="0">
                <a:solidFill>
                  <a:srgbClr val="E4EFEC"/>
                </a:solidFill>
                <a:latin typeface="Noto Sans KR"/>
                <a:ea typeface="Noto Sans KR"/>
                <a:cs typeface="Noto Sans KR"/>
              </a:defRPr>
            </a:lvl5pPr>
            <a:lvl6pPr>
              <a:defRPr sz="2025" b="0">
                <a:solidFill>
                  <a:srgbClr val="E4EFEC"/>
                </a:solidFill>
                <a:latin typeface="Noto Sans KR"/>
                <a:ea typeface="Noto Sans KR"/>
                <a:cs typeface="Noto Sans KR"/>
              </a:defRPr>
            </a:lvl6pPr>
            <a:lvl7pPr>
              <a:defRPr sz="2025" b="0">
                <a:solidFill>
                  <a:srgbClr val="E4EFEC"/>
                </a:solidFill>
                <a:latin typeface="Noto Sans KR"/>
                <a:ea typeface="Noto Sans KR"/>
                <a:cs typeface="Noto Sans KR"/>
              </a:defRPr>
            </a:lvl7pPr>
            <a:lvl8pPr>
              <a:defRPr sz="2025" b="0">
                <a:solidFill>
                  <a:srgbClr val="E4EFEC"/>
                </a:solidFill>
                <a:latin typeface="Noto Sans KR"/>
                <a:ea typeface="Noto Sans KR"/>
                <a:cs typeface="Noto Sans KR"/>
              </a:defRPr>
            </a:lvl8pPr>
            <a:lvl9pPr>
              <a:defRPr sz="2025" b="0">
                <a:solidFill>
                  <a:srgbClr val="E4EFEC"/>
                </a:solidFill>
                <a:latin typeface="Noto Sans KR"/>
                <a:ea typeface="Noto Sans KR"/>
                <a:cs typeface="Noto Sans KR"/>
              </a:defRPr>
            </a:lvl9pPr>
          </a:lstStyle>
          <a:p xmlns:a="http://schemas.openxmlformats.org/drawingml/2006/main">
            <a:pPr>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개체끼리의 연결뿐 아니라 원문 문단도 그래프에 넣습니다.</a:t>
            </a:r>
          </a:p>
        </p:txBody>
      </p:sp>
      <p:sp>
        <p:nvSpPr>
          <p:cNvPr id="7" name="label-2">
            <a:extLst xmlns:a="http://schemas.openxmlformats.org/drawingml/2006/main">
              <a:ext uri="{FF2B5EF4-FFF2-40B4-BE49-F238E27FC236}">
                <a16:creationId xmlns:a16="http://schemas.microsoft.com/office/drawing/2014/main" id="{10B5EE9A-B1AC-403E-BE34-C0C8ACB8E86C}"/>
              </a:ext>
            </a:extLst>
          </p:cNvPr>
          <p:cNvSpPr>
            <a:spLocks xmlns:a="http://schemas.openxmlformats.org/drawingml/2006/main" noGrp="1"/>
          </p:cNvSpPr>
          <p:nvPr/>
        </p:nvSpPr>
        <p:spPr>
          <a:xfrm xmlns:a="http://schemas.openxmlformats.org/drawingml/2006/main">
            <a:off x="609600" y="44005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defRPr sz="1950" b="1">
                <a:solidFill>
                  <a:srgbClr val="A4DDCA"/>
                </a:solidFill>
                <a:latin typeface="Noto Sans KR"/>
                <a:ea typeface="Noto Sans KR"/>
                <a:cs typeface="Noto Sans KR"/>
              </a:defRPr>
            </a:lvl1pPr>
            <a:lvl2pPr>
              <a:defRPr sz="1950" b="1">
                <a:solidFill>
                  <a:srgbClr val="A4DDCA"/>
                </a:solidFill>
                <a:latin typeface="Noto Sans KR"/>
                <a:ea typeface="Noto Sans KR"/>
                <a:cs typeface="Noto Sans KR"/>
              </a:defRPr>
            </a:lvl2pPr>
            <a:lvl3pPr>
              <a:defRPr sz="1950" b="1">
                <a:solidFill>
                  <a:srgbClr val="A4DDCA"/>
                </a:solidFill>
                <a:latin typeface="Noto Sans KR"/>
                <a:ea typeface="Noto Sans KR"/>
                <a:cs typeface="Noto Sans KR"/>
              </a:defRPr>
            </a:lvl3pPr>
            <a:lvl4pPr>
              <a:defRPr sz="1950" b="1">
                <a:solidFill>
                  <a:srgbClr val="A4DDCA"/>
                </a:solidFill>
                <a:latin typeface="Noto Sans KR"/>
                <a:ea typeface="Noto Sans KR"/>
                <a:cs typeface="Noto Sans KR"/>
              </a:defRPr>
            </a:lvl4pPr>
            <a:lvl5pPr>
              <a:defRPr sz="1950" b="1">
                <a:solidFill>
                  <a:srgbClr val="A4DDCA"/>
                </a:solidFill>
                <a:latin typeface="Noto Sans KR"/>
                <a:ea typeface="Noto Sans KR"/>
                <a:cs typeface="Noto Sans KR"/>
              </a:defRPr>
            </a:lvl5pPr>
            <a:lvl6pPr>
              <a:defRPr sz="1950" b="1">
                <a:solidFill>
                  <a:srgbClr val="A4DDCA"/>
                </a:solidFill>
                <a:latin typeface="Noto Sans KR"/>
                <a:ea typeface="Noto Sans KR"/>
                <a:cs typeface="Noto Sans KR"/>
              </a:defRPr>
            </a:lvl6pPr>
            <a:lvl7pPr>
              <a:defRPr sz="1950" b="1">
                <a:solidFill>
                  <a:srgbClr val="A4DDCA"/>
                </a:solidFill>
                <a:latin typeface="Noto Sans KR"/>
                <a:ea typeface="Noto Sans KR"/>
                <a:cs typeface="Noto Sans KR"/>
              </a:defRPr>
            </a:lvl7pPr>
            <a:lvl8pPr>
              <a:defRPr sz="1950" b="1">
                <a:solidFill>
                  <a:srgbClr val="A4DDCA"/>
                </a:solidFill>
                <a:latin typeface="Noto Sans KR"/>
                <a:ea typeface="Noto Sans KR"/>
                <a:cs typeface="Noto Sans KR"/>
              </a:defRPr>
            </a:lvl8pPr>
            <a:lvl9pPr>
              <a:defRPr sz="1950" b="1">
                <a:solidFill>
                  <a:srgbClr val="A4DDCA"/>
                </a:solidFill>
                <a:latin typeface="Noto Sans KR"/>
                <a:ea typeface="Noto Sans KR"/>
                <a:cs typeface="Noto Sans KR"/>
              </a:defRPr>
            </a:lvl9pPr>
          </a:lstStyle>
          <a:p xmlns:a="http://schemas.openxmlformats.org/drawingml/2006/main">
            <a:pPr>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질문이 오면 하는 일</a:t>
            </a:r>
          </a:p>
        </p:txBody>
      </p:sp>
      <p:sp>
        <p:nvSpPr>
          <p:cNvPr id="8" name="body-2">
            <a:extLst xmlns:a="http://schemas.openxmlformats.org/drawingml/2006/main">
              <a:ext uri="{FF2B5EF4-FFF2-40B4-BE49-F238E27FC236}">
                <a16:creationId xmlns:a16="http://schemas.microsoft.com/office/drawing/2014/main" id="{2E04FFDD-211A-4D86-B31F-010AC2D638EF}"/>
              </a:ext>
            </a:extLst>
          </p:cNvPr>
          <p:cNvSpPr>
            <a:spLocks xmlns:a="http://schemas.openxmlformats.org/drawingml/2006/main" noGrp="1"/>
          </p:cNvSpPr>
          <p:nvPr/>
        </p:nvSpPr>
        <p:spPr>
          <a:xfrm xmlns:a="http://schemas.openxmlformats.org/drawingml/2006/main">
            <a:off x="3190875" y="44005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defRPr sz="2025" b="0">
                <a:solidFill>
                  <a:srgbClr val="E4EFEC"/>
                </a:solidFill>
                <a:latin typeface="Noto Sans KR"/>
                <a:ea typeface="Noto Sans KR"/>
                <a:cs typeface="Noto Sans KR"/>
              </a:defRPr>
            </a:lvl1pPr>
            <a:lvl2pPr>
              <a:defRPr sz="2025" b="0">
                <a:solidFill>
                  <a:srgbClr val="E4EFEC"/>
                </a:solidFill>
                <a:latin typeface="Noto Sans KR"/>
                <a:ea typeface="Noto Sans KR"/>
                <a:cs typeface="Noto Sans KR"/>
              </a:defRPr>
            </a:lvl2pPr>
            <a:lvl3pPr>
              <a:defRPr sz="2025" b="0">
                <a:solidFill>
                  <a:srgbClr val="E4EFEC"/>
                </a:solidFill>
                <a:latin typeface="Noto Sans KR"/>
                <a:ea typeface="Noto Sans KR"/>
                <a:cs typeface="Noto Sans KR"/>
              </a:defRPr>
            </a:lvl3pPr>
            <a:lvl4pPr>
              <a:defRPr sz="2025" b="0">
                <a:solidFill>
                  <a:srgbClr val="E4EFEC"/>
                </a:solidFill>
                <a:latin typeface="Noto Sans KR"/>
                <a:ea typeface="Noto Sans KR"/>
                <a:cs typeface="Noto Sans KR"/>
              </a:defRPr>
            </a:lvl4pPr>
            <a:lvl5pPr>
              <a:defRPr sz="2025" b="0">
                <a:solidFill>
                  <a:srgbClr val="E4EFEC"/>
                </a:solidFill>
                <a:latin typeface="Noto Sans KR"/>
                <a:ea typeface="Noto Sans KR"/>
                <a:cs typeface="Noto Sans KR"/>
              </a:defRPr>
            </a:lvl5pPr>
            <a:lvl6pPr>
              <a:defRPr sz="2025" b="0">
                <a:solidFill>
                  <a:srgbClr val="E4EFEC"/>
                </a:solidFill>
                <a:latin typeface="Noto Sans KR"/>
                <a:ea typeface="Noto Sans KR"/>
                <a:cs typeface="Noto Sans KR"/>
              </a:defRPr>
            </a:lvl6pPr>
            <a:lvl7pPr>
              <a:defRPr sz="2025" b="0">
                <a:solidFill>
                  <a:srgbClr val="E4EFEC"/>
                </a:solidFill>
                <a:latin typeface="Noto Sans KR"/>
                <a:ea typeface="Noto Sans KR"/>
                <a:cs typeface="Noto Sans KR"/>
              </a:defRPr>
            </a:lvl7pPr>
            <a:lvl8pPr>
              <a:defRPr sz="2025" b="0">
                <a:solidFill>
                  <a:srgbClr val="E4EFEC"/>
                </a:solidFill>
                <a:latin typeface="Noto Sans KR"/>
                <a:ea typeface="Noto Sans KR"/>
                <a:cs typeface="Noto Sans KR"/>
              </a:defRPr>
            </a:lvl8pPr>
            <a:lvl9pPr>
              <a:defRPr sz="2025" b="0">
                <a:solidFill>
                  <a:srgbClr val="E4EFEC"/>
                </a:solidFill>
                <a:latin typeface="Noto Sans KR"/>
                <a:ea typeface="Noto Sans KR"/>
                <a:cs typeface="Noto Sans KR"/>
              </a:defRPr>
            </a:lvl9pPr>
          </a:lstStyle>
          <a:p xmlns:a="http://schemas.openxmlformats.org/drawingml/2006/main">
            <a:pPr>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관련 관계 후보를 LLM으로 걸러낸 뒤 그래프 점수로 문서를 고릅니다.</a:t>
            </a:r>
          </a:p>
        </p:txBody>
      </p:sp>
      <p:sp>
        <p:nvSpPr>
          <p:cNvPr id="9" name="page">
            <a:extLst xmlns:a="http://schemas.openxmlformats.org/drawingml/2006/main">
              <a:ext uri="{FF2B5EF4-FFF2-40B4-BE49-F238E27FC236}">
                <a16:creationId xmlns:a16="http://schemas.microsoft.com/office/drawing/2014/main" id="{939D6E07-4C8F-4B96-91E5-9A8F95D37CF8}"/>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defRPr sz="1125" b="0">
                <a:solidFill>
                  <a:srgbClr val="8EABB7"/>
                </a:solidFill>
                <a:latin typeface="Noto Sans KR"/>
                <a:ea typeface="Noto Sans KR"/>
                <a:cs typeface="Noto Sans KR"/>
              </a:defRPr>
            </a:lvl1pPr>
            <a:lvl2pPr>
              <a:defRPr sz="1125" b="0">
                <a:solidFill>
                  <a:srgbClr val="8EABB7"/>
                </a:solidFill>
                <a:latin typeface="Noto Sans KR"/>
                <a:ea typeface="Noto Sans KR"/>
                <a:cs typeface="Noto Sans KR"/>
              </a:defRPr>
            </a:lvl2pPr>
            <a:lvl3pPr>
              <a:defRPr sz="1125" b="0">
                <a:solidFill>
                  <a:srgbClr val="8EABB7"/>
                </a:solidFill>
                <a:latin typeface="Noto Sans KR"/>
                <a:ea typeface="Noto Sans KR"/>
                <a:cs typeface="Noto Sans KR"/>
              </a:defRPr>
            </a:lvl3pPr>
            <a:lvl4pPr>
              <a:defRPr sz="1125" b="0">
                <a:solidFill>
                  <a:srgbClr val="8EABB7"/>
                </a:solidFill>
                <a:latin typeface="Noto Sans KR"/>
                <a:ea typeface="Noto Sans KR"/>
                <a:cs typeface="Noto Sans KR"/>
              </a:defRPr>
            </a:lvl4pPr>
            <a:lvl5pPr>
              <a:defRPr sz="1125" b="0">
                <a:solidFill>
                  <a:srgbClr val="8EABB7"/>
                </a:solidFill>
                <a:latin typeface="Noto Sans KR"/>
                <a:ea typeface="Noto Sans KR"/>
                <a:cs typeface="Noto Sans KR"/>
              </a:defRPr>
            </a:lvl5pPr>
            <a:lvl6pPr>
              <a:defRPr sz="1125" b="0">
                <a:solidFill>
                  <a:srgbClr val="8EABB7"/>
                </a:solidFill>
                <a:latin typeface="Noto Sans KR"/>
                <a:ea typeface="Noto Sans KR"/>
                <a:cs typeface="Noto Sans KR"/>
              </a:defRPr>
            </a:lvl6pPr>
            <a:lvl7pPr>
              <a:defRPr sz="1125" b="0">
                <a:solidFill>
                  <a:srgbClr val="8EABB7"/>
                </a:solidFill>
                <a:latin typeface="Noto Sans KR"/>
                <a:ea typeface="Noto Sans KR"/>
                <a:cs typeface="Noto Sans KR"/>
              </a:defRPr>
            </a:lvl7pPr>
            <a:lvl8pPr>
              <a:defRPr sz="1125" b="0">
                <a:solidFill>
                  <a:srgbClr val="8EABB7"/>
                </a:solidFill>
                <a:latin typeface="Noto Sans KR"/>
                <a:ea typeface="Noto Sans KR"/>
                <a:cs typeface="Noto Sans KR"/>
              </a:defRPr>
            </a:lvl8pPr>
            <a:lvl9pPr>
              <a:defRPr sz="1125" b="0">
                <a:solidFill>
                  <a:srgbClr val="8EABB7"/>
                </a:solidFill>
                <a:latin typeface="Noto Sans KR"/>
                <a:ea typeface="Noto Sans KR"/>
                <a:cs typeface="Noto Sans KR"/>
              </a:defRPr>
            </a:lvl9pPr>
          </a:lstStyle>
          <a:p xmlns:a="http://schemas.openxmlformats.org/drawingml/2006/main">
            <a:pPr>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26</a:t>
            </a:r>
          </a:p>
        </p:txBody>
      </p:sp>
    </p:spTree>
    <p:extLst>
      <p:ext uri="{BB962C8B-B14F-4D97-AF65-F5344CB8AC3E}">
        <p14:creationId xmlns:p14="http://schemas.microsoft.com/office/powerpoint/2010/main" val="962940391"/>
      </p:ext>
    </p:extLst>
  </p:cSld>
</p:sld>
</file>

<file path=ppt/slides/slide27.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0" name="section">
            <a:extLst xmlns:a="http://schemas.openxmlformats.org/drawingml/2006/main">
              <a:ext uri="{FF2B5EF4-FFF2-40B4-BE49-F238E27FC236}">
                <a16:creationId xmlns:a16="http://schemas.microsoft.com/office/drawing/2014/main" id="{B06D3C98-56CC-4161-9CF3-B0F8C13A2BAA}"/>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defRPr sz="1125" b="1">
                <a:solidFill>
                  <a:srgbClr val="A4DDCA"/>
                </a:solidFill>
                <a:latin typeface="Noto Sans KR"/>
                <a:ea typeface="Noto Sans KR"/>
                <a:cs typeface="Noto Sans KR"/>
              </a:defRPr>
            </a:lvl1pPr>
            <a:lvl2pPr>
              <a:defRPr sz="1125" b="1">
                <a:solidFill>
                  <a:srgbClr val="A4DDCA"/>
                </a:solidFill>
                <a:latin typeface="Noto Sans KR"/>
                <a:ea typeface="Noto Sans KR"/>
                <a:cs typeface="Noto Sans KR"/>
              </a:defRPr>
            </a:lvl2pPr>
            <a:lvl3pPr>
              <a:defRPr sz="1125" b="1">
                <a:solidFill>
                  <a:srgbClr val="A4DDCA"/>
                </a:solidFill>
                <a:latin typeface="Noto Sans KR"/>
                <a:ea typeface="Noto Sans KR"/>
                <a:cs typeface="Noto Sans KR"/>
              </a:defRPr>
            </a:lvl3pPr>
            <a:lvl4pPr>
              <a:defRPr sz="1125" b="1">
                <a:solidFill>
                  <a:srgbClr val="A4DDCA"/>
                </a:solidFill>
                <a:latin typeface="Noto Sans KR"/>
                <a:ea typeface="Noto Sans KR"/>
                <a:cs typeface="Noto Sans KR"/>
              </a:defRPr>
            </a:lvl4pPr>
            <a:lvl5pPr>
              <a:defRPr sz="1125" b="1">
                <a:solidFill>
                  <a:srgbClr val="A4DDCA"/>
                </a:solidFill>
                <a:latin typeface="Noto Sans KR"/>
                <a:ea typeface="Noto Sans KR"/>
                <a:cs typeface="Noto Sans KR"/>
              </a:defRPr>
            </a:lvl5pPr>
            <a:lvl6pPr>
              <a:defRPr sz="1125" b="1">
                <a:solidFill>
                  <a:srgbClr val="A4DDCA"/>
                </a:solidFill>
                <a:latin typeface="Noto Sans KR"/>
                <a:ea typeface="Noto Sans KR"/>
                <a:cs typeface="Noto Sans KR"/>
              </a:defRPr>
            </a:lvl6pPr>
            <a:lvl7pPr>
              <a:defRPr sz="1125" b="1">
                <a:solidFill>
                  <a:srgbClr val="A4DDCA"/>
                </a:solidFill>
                <a:latin typeface="Noto Sans KR"/>
                <a:ea typeface="Noto Sans KR"/>
                <a:cs typeface="Noto Sans KR"/>
              </a:defRPr>
            </a:lvl7pPr>
            <a:lvl8pPr>
              <a:defRPr sz="1125" b="1">
                <a:solidFill>
                  <a:srgbClr val="A4DDCA"/>
                </a:solidFill>
                <a:latin typeface="Noto Sans KR"/>
                <a:ea typeface="Noto Sans KR"/>
                <a:cs typeface="Noto Sans KR"/>
              </a:defRPr>
            </a:lvl8pPr>
            <a:lvl9pPr>
              <a:defRPr sz="1125" b="1">
                <a:solidFill>
                  <a:srgbClr val="A4DDCA"/>
                </a:solidFill>
                <a:latin typeface="Noto Sans KR"/>
                <a:ea typeface="Noto Sans KR"/>
                <a:cs typeface="Noto Sans KR"/>
              </a:defRPr>
            </a:lvl9pPr>
          </a:lstStyle>
          <a:p xmlns:a="http://schemas.openxmlformats.org/drawingml/2006/main">
            <a:pPr>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B00668CF-E32F-40D9-9942-31FFFC63190F}"/>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defRPr sz="3000" b="1">
                <a:solidFill>
                  <a:srgbClr val="E4EFEC"/>
                </a:solidFill>
                <a:latin typeface="Noto Sans KR"/>
                <a:ea typeface="Noto Sans KR"/>
                <a:cs typeface="Noto Sans KR"/>
              </a:defRPr>
            </a:lvl1pPr>
            <a:lvl2pPr>
              <a:defRPr sz="3000" b="1">
                <a:solidFill>
                  <a:srgbClr val="E4EFEC"/>
                </a:solidFill>
                <a:latin typeface="Noto Sans KR"/>
                <a:ea typeface="Noto Sans KR"/>
                <a:cs typeface="Noto Sans KR"/>
              </a:defRPr>
            </a:lvl2pPr>
            <a:lvl3pPr>
              <a:defRPr sz="3000" b="1">
                <a:solidFill>
                  <a:srgbClr val="E4EFEC"/>
                </a:solidFill>
                <a:latin typeface="Noto Sans KR"/>
                <a:ea typeface="Noto Sans KR"/>
                <a:cs typeface="Noto Sans KR"/>
              </a:defRPr>
            </a:lvl3pPr>
            <a:lvl4pPr>
              <a:defRPr sz="3000" b="1">
                <a:solidFill>
                  <a:srgbClr val="E4EFEC"/>
                </a:solidFill>
                <a:latin typeface="Noto Sans KR"/>
                <a:ea typeface="Noto Sans KR"/>
                <a:cs typeface="Noto Sans KR"/>
              </a:defRPr>
            </a:lvl4pPr>
            <a:lvl5pPr>
              <a:defRPr sz="3000" b="1">
                <a:solidFill>
                  <a:srgbClr val="E4EFEC"/>
                </a:solidFill>
                <a:latin typeface="Noto Sans KR"/>
                <a:ea typeface="Noto Sans KR"/>
                <a:cs typeface="Noto Sans KR"/>
              </a:defRPr>
            </a:lvl5pPr>
            <a:lvl6pPr>
              <a:defRPr sz="3000" b="1">
                <a:solidFill>
                  <a:srgbClr val="E4EFEC"/>
                </a:solidFill>
                <a:latin typeface="Noto Sans KR"/>
                <a:ea typeface="Noto Sans KR"/>
                <a:cs typeface="Noto Sans KR"/>
              </a:defRPr>
            </a:lvl6pPr>
            <a:lvl7pPr>
              <a:defRPr sz="3000" b="1">
                <a:solidFill>
                  <a:srgbClr val="E4EFEC"/>
                </a:solidFill>
                <a:latin typeface="Noto Sans KR"/>
                <a:ea typeface="Noto Sans KR"/>
                <a:cs typeface="Noto Sans KR"/>
              </a:defRPr>
            </a:lvl7pPr>
            <a:lvl8pPr>
              <a:defRPr sz="3000" b="1">
                <a:solidFill>
                  <a:srgbClr val="E4EFEC"/>
                </a:solidFill>
                <a:latin typeface="Noto Sans KR"/>
                <a:ea typeface="Noto Sans KR"/>
                <a:cs typeface="Noto Sans KR"/>
              </a:defRPr>
            </a:lvl8pPr>
            <a:lvl9pPr>
              <a:defRPr sz="3000" b="1">
                <a:solidFill>
                  <a:srgbClr val="E4EFEC"/>
                </a:solidFill>
                <a:latin typeface="Noto Sans KR"/>
                <a:ea typeface="Noto Sans KR"/>
                <a:cs typeface="Noto Sans KR"/>
              </a:defRPr>
            </a:lvl9pPr>
          </a:lstStyle>
          <a:p xmlns:a="http://schemas.openxmlformats.org/drawingml/2006/main">
            <a:pPr>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HippoRAG 2를 질문에 대입하면</a:t>
            </a:r>
          </a:p>
        </p:txBody>
      </p:sp>
      <p:sp>
        <p:nvSpPr>
          <p:cNvPr id="3" name="label-0">
            <a:extLst xmlns:a="http://schemas.openxmlformats.org/drawingml/2006/main">
              <a:ext uri="{FF2B5EF4-FFF2-40B4-BE49-F238E27FC236}">
                <a16:creationId xmlns:a16="http://schemas.microsoft.com/office/drawing/2014/main" id="{08BBE29A-134C-4E16-8C31-68FFECCA6A44}"/>
              </a:ext>
            </a:extLst>
          </p:cNvPr>
          <p:cNvSpPr>
            <a:spLocks xmlns:a="http://schemas.openxmlformats.org/drawingml/2006/main" noGrp="1"/>
          </p:cNvSpPr>
          <p:nvPr/>
        </p:nvSpPr>
        <p:spPr>
          <a:xfrm xmlns:a="http://schemas.openxmlformats.org/drawingml/2006/main">
            <a:off x="609600" y="186690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defRPr sz="1950" b="1">
                <a:solidFill>
                  <a:srgbClr val="A4DDCA"/>
                </a:solidFill>
                <a:latin typeface="Noto Sans KR"/>
                <a:ea typeface="Noto Sans KR"/>
                <a:cs typeface="Noto Sans KR"/>
              </a:defRPr>
            </a:lvl1pPr>
            <a:lvl2pPr>
              <a:defRPr sz="1950" b="1">
                <a:solidFill>
                  <a:srgbClr val="A4DDCA"/>
                </a:solidFill>
                <a:latin typeface="Noto Sans KR"/>
                <a:ea typeface="Noto Sans KR"/>
                <a:cs typeface="Noto Sans KR"/>
              </a:defRPr>
            </a:lvl2pPr>
            <a:lvl3pPr>
              <a:defRPr sz="1950" b="1">
                <a:solidFill>
                  <a:srgbClr val="A4DDCA"/>
                </a:solidFill>
                <a:latin typeface="Noto Sans KR"/>
                <a:ea typeface="Noto Sans KR"/>
                <a:cs typeface="Noto Sans KR"/>
              </a:defRPr>
            </a:lvl3pPr>
            <a:lvl4pPr>
              <a:defRPr sz="1950" b="1">
                <a:solidFill>
                  <a:srgbClr val="A4DDCA"/>
                </a:solidFill>
                <a:latin typeface="Noto Sans KR"/>
                <a:ea typeface="Noto Sans KR"/>
                <a:cs typeface="Noto Sans KR"/>
              </a:defRPr>
            </a:lvl4pPr>
            <a:lvl5pPr>
              <a:defRPr sz="1950" b="1">
                <a:solidFill>
                  <a:srgbClr val="A4DDCA"/>
                </a:solidFill>
                <a:latin typeface="Noto Sans KR"/>
                <a:ea typeface="Noto Sans KR"/>
                <a:cs typeface="Noto Sans KR"/>
              </a:defRPr>
            </a:lvl5pPr>
            <a:lvl6pPr>
              <a:defRPr sz="1950" b="1">
                <a:solidFill>
                  <a:srgbClr val="A4DDCA"/>
                </a:solidFill>
                <a:latin typeface="Noto Sans KR"/>
                <a:ea typeface="Noto Sans KR"/>
                <a:cs typeface="Noto Sans KR"/>
              </a:defRPr>
            </a:lvl6pPr>
            <a:lvl7pPr>
              <a:defRPr sz="1950" b="1">
                <a:solidFill>
                  <a:srgbClr val="A4DDCA"/>
                </a:solidFill>
                <a:latin typeface="Noto Sans KR"/>
                <a:ea typeface="Noto Sans KR"/>
                <a:cs typeface="Noto Sans KR"/>
              </a:defRPr>
            </a:lvl7pPr>
            <a:lvl8pPr>
              <a:defRPr sz="1950" b="1">
                <a:solidFill>
                  <a:srgbClr val="A4DDCA"/>
                </a:solidFill>
                <a:latin typeface="Noto Sans KR"/>
                <a:ea typeface="Noto Sans KR"/>
                <a:cs typeface="Noto Sans KR"/>
              </a:defRPr>
            </a:lvl8pPr>
            <a:lvl9pPr>
              <a:defRPr sz="1950" b="1">
                <a:solidFill>
                  <a:srgbClr val="A4DDCA"/>
                </a:solidFill>
                <a:latin typeface="Noto Sans KR"/>
                <a:ea typeface="Noto Sans KR"/>
                <a:cs typeface="Noto Sans KR"/>
              </a:defRPr>
            </a:lvl9pPr>
          </a:lstStyle>
          <a:p xmlns:a="http://schemas.openxmlformats.org/drawingml/2006/main">
            <a:pPr>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예시 질문</a:t>
            </a:r>
          </a:p>
        </p:txBody>
      </p:sp>
      <p:sp>
        <p:nvSpPr>
          <p:cNvPr id="4" name="body-0">
            <a:extLst xmlns:a="http://schemas.openxmlformats.org/drawingml/2006/main">
              <a:ext uri="{FF2B5EF4-FFF2-40B4-BE49-F238E27FC236}">
                <a16:creationId xmlns:a16="http://schemas.microsoft.com/office/drawing/2014/main" id="{8FD36F17-143D-47DA-A730-9F5B38703F05}"/>
              </a:ext>
            </a:extLst>
          </p:cNvPr>
          <p:cNvSpPr>
            <a:spLocks xmlns:a="http://schemas.openxmlformats.org/drawingml/2006/main" noGrp="1"/>
          </p:cNvSpPr>
          <p:nvPr/>
        </p:nvSpPr>
        <p:spPr>
          <a:xfrm xmlns:a="http://schemas.openxmlformats.org/drawingml/2006/main">
            <a:off x="3190875" y="186690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defRPr sz="2025" b="0">
                <a:solidFill>
                  <a:srgbClr val="E4EFEC"/>
                </a:solidFill>
                <a:latin typeface="Noto Sans KR"/>
                <a:ea typeface="Noto Sans KR"/>
                <a:cs typeface="Noto Sans KR"/>
              </a:defRPr>
            </a:lvl1pPr>
            <a:lvl2pPr>
              <a:defRPr sz="2025" b="0">
                <a:solidFill>
                  <a:srgbClr val="E4EFEC"/>
                </a:solidFill>
                <a:latin typeface="Noto Sans KR"/>
                <a:ea typeface="Noto Sans KR"/>
                <a:cs typeface="Noto Sans KR"/>
              </a:defRPr>
            </a:lvl2pPr>
            <a:lvl3pPr>
              <a:defRPr sz="2025" b="0">
                <a:solidFill>
                  <a:srgbClr val="E4EFEC"/>
                </a:solidFill>
                <a:latin typeface="Noto Sans KR"/>
                <a:ea typeface="Noto Sans KR"/>
                <a:cs typeface="Noto Sans KR"/>
              </a:defRPr>
            </a:lvl3pPr>
            <a:lvl4pPr>
              <a:defRPr sz="2025" b="0">
                <a:solidFill>
                  <a:srgbClr val="E4EFEC"/>
                </a:solidFill>
                <a:latin typeface="Noto Sans KR"/>
                <a:ea typeface="Noto Sans KR"/>
                <a:cs typeface="Noto Sans KR"/>
              </a:defRPr>
            </a:lvl4pPr>
            <a:lvl5pPr>
              <a:defRPr sz="2025" b="0">
                <a:solidFill>
                  <a:srgbClr val="E4EFEC"/>
                </a:solidFill>
                <a:latin typeface="Noto Sans KR"/>
                <a:ea typeface="Noto Sans KR"/>
                <a:cs typeface="Noto Sans KR"/>
              </a:defRPr>
            </a:lvl5pPr>
            <a:lvl6pPr>
              <a:defRPr sz="2025" b="0">
                <a:solidFill>
                  <a:srgbClr val="E4EFEC"/>
                </a:solidFill>
                <a:latin typeface="Noto Sans KR"/>
                <a:ea typeface="Noto Sans KR"/>
                <a:cs typeface="Noto Sans KR"/>
              </a:defRPr>
            </a:lvl6pPr>
            <a:lvl7pPr>
              <a:defRPr sz="2025" b="0">
                <a:solidFill>
                  <a:srgbClr val="E4EFEC"/>
                </a:solidFill>
                <a:latin typeface="Noto Sans KR"/>
                <a:ea typeface="Noto Sans KR"/>
                <a:cs typeface="Noto Sans KR"/>
              </a:defRPr>
            </a:lvl7pPr>
            <a:lvl8pPr>
              <a:defRPr sz="2025" b="0">
                <a:solidFill>
                  <a:srgbClr val="E4EFEC"/>
                </a:solidFill>
                <a:latin typeface="Noto Sans KR"/>
                <a:ea typeface="Noto Sans KR"/>
                <a:cs typeface="Noto Sans KR"/>
              </a:defRPr>
            </a:lvl8pPr>
            <a:lvl9pPr>
              <a:defRPr sz="2025" b="0">
                <a:solidFill>
                  <a:srgbClr val="E4EFEC"/>
                </a:solidFill>
                <a:latin typeface="Noto Sans KR"/>
                <a:ea typeface="Noto Sans KR"/>
                <a:cs typeface="Noto Sans KR"/>
              </a:defRPr>
            </a:lvl9pPr>
          </a:lstStyle>
          <a:p xmlns:a="http://schemas.openxmlformats.org/drawingml/2006/main">
            <a:pPr>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어느 회사가 날씨 정보로 배차를 결정하나요?</a:t>
            </a:r>
          </a:p>
        </p:txBody>
      </p:sp>
      <p:sp>
        <p:nvSpPr>
          <p:cNvPr id="5" name="label-1">
            <a:extLst xmlns:a="http://schemas.openxmlformats.org/drawingml/2006/main">
              <a:ext uri="{FF2B5EF4-FFF2-40B4-BE49-F238E27FC236}">
                <a16:creationId xmlns:a16="http://schemas.microsoft.com/office/drawing/2014/main" id="{DC8E9AD2-E406-4678-8BFA-F92395F0CE8A}"/>
              </a:ext>
            </a:extLst>
          </p:cNvPr>
          <p:cNvSpPr>
            <a:spLocks xmlns:a="http://schemas.openxmlformats.org/drawingml/2006/main" noGrp="1"/>
          </p:cNvSpPr>
          <p:nvPr/>
        </p:nvSpPr>
        <p:spPr>
          <a:xfrm xmlns:a="http://schemas.openxmlformats.org/drawingml/2006/main">
            <a:off x="609600" y="31337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defRPr sz="1950" b="1">
                <a:solidFill>
                  <a:srgbClr val="A4DDCA"/>
                </a:solidFill>
                <a:latin typeface="Noto Sans KR"/>
                <a:ea typeface="Noto Sans KR"/>
                <a:cs typeface="Noto Sans KR"/>
              </a:defRPr>
            </a:lvl1pPr>
            <a:lvl2pPr>
              <a:defRPr sz="1950" b="1">
                <a:solidFill>
                  <a:srgbClr val="A4DDCA"/>
                </a:solidFill>
                <a:latin typeface="Noto Sans KR"/>
                <a:ea typeface="Noto Sans KR"/>
                <a:cs typeface="Noto Sans KR"/>
              </a:defRPr>
            </a:lvl2pPr>
            <a:lvl3pPr>
              <a:defRPr sz="1950" b="1">
                <a:solidFill>
                  <a:srgbClr val="A4DDCA"/>
                </a:solidFill>
                <a:latin typeface="Noto Sans KR"/>
                <a:ea typeface="Noto Sans KR"/>
                <a:cs typeface="Noto Sans KR"/>
              </a:defRPr>
            </a:lvl3pPr>
            <a:lvl4pPr>
              <a:defRPr sz="1950" b="1">
                <a:solidFill>
                  <a:srgbClr val="A4DDCA"/>
                </a:solidFill>
                <a:latin typeface="Noto Sans KR"/>
                <a:ea typeface="Noto Sans KR"/>
                <a:cs typeface="Noto Sans KR"/>
              </a:defRPr>
            </a:lvl4pPr>
            <a:lvl5pPr>
              <a:defRPr sz="1950" b="1">
                <a:solidFill>
                  <a:srgbClr val="A4DDCA"/>
                </a:solidFill>
                <a:latin typeface="Noto Sans KR"/>
                <a:ea typeface="Noto Sans KR"/>
                <a:cs typeface="Noto Sans KR"/>
              </a:defRPr>
            </a:lvl5pPr>
            <a:lvl6pPr>
              <a:defRPr sz="1950" b="1">
                <a:solidFill>
                  <a:srgbClr val="A4DDCA"/>
                </a:solidFill>
                <a:latin typeface="Noto Sans KR"/>
                <a:ea typeface="Noto Sans KR"/>
                <a:cs typeface="Noto Sans KR"/>
              </a:defRPr>
            </a:lvl6pPr>
            <a:lvl7pPr>
              <a:defRPr sz="1950" b="1">
                <a:solidFill>
                  <a:srgbClr val="A4DDCA"/>
                </a:solidFill>
                <a:latin typeface="Noto Sans KR"/>
                <a:ea typeface="Noto Sans KR"/>
                <a:cs typeface="Noto Sans KR"/>
              </a:defRPr>
            </a:lvl7pPr>
            <a:lvl8pPr>
              <a:defRPr sz="1950" b="1">
                <a:solidFill>
                  <a:srgbClr val="A4DDCA"/>
                </a:solidFill>
                <a:latin typeface="Noto Sans KR"/>
                <a:ea typeface="Noto Sans KR"/>
                <a:cs typeface="Noto Sans KR"/>
              </a:defRPr>
            </a:lvl8pPr>
            <a:lvl9pPr>
              <a:defRPr sz="1950" b="1">
                <a:solidFill>
                  <a:srgbClr val="A4DDCA"/>
                </a:solidFill>
                <a:latin typeface="Noto Sans KR"/>
                <a:ea typeface="Noto Sans KR"/>
                <a:cs typeface="Noto Sans KR"/>
              </a:defRPr>
            </a:lvl9pPr>
          </a:lstStyle>
          <a:p xmlns:a="http://schemas.openxmlformats.org/drawingml/2006/main">
            <a:pPr>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모을 근거</a:t>
            </a:r>
          </a:p>
        </p:txBody>
      </p:sp>
      <p:sp>
        <p:nvSpPr>
          <p:cNvPr id="6" name="body-1">
            <a:extLst xmlns:a="http://schemas.openxmlformats.org/drawingml/2006/main">
              <a:ext uri="{FF2B5EF4-FFF2-40B4-BE49-F238E27FC236}">
                <a16:creationId xmlns:a16="http://schemas.microsoft.com/office/drawing/2014/main" id="{B4DD92F3-A712-468D-BF12-374B537F5888}"/>
              </a:ext>
            </a:extLst>
          </p:cNvPr>
          <p:cNvSpPr>
            <a:spLocks xmlns:a="http://schemas.openxmlformats.org/drawingml/2006/main" noGrp="1"/>
          </p:cNvSpPr>
          <p:nvPr/>
        </p:nvSpPr>
        <p:spPr>
          <a:xfrm xmlns:a="http://schemas.openxmlformats.org/drawingml/2006/main">
            <a:off x="3190875" y="31337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defRPr sz="2025" b="0">
                <a:solidFill>
                  <a:srgbClr val="E4EFEC"/>
                </a:solidFill>
                <a:latin typeface="Noto Sans KR"/>
                <a:ea typeface="Noto Sans KR"/>
                <a:cs typeface="Noto Sans KR"/>
              </a:defRPr>
            </a:lvl1pPr>
            <a:lvl2pPr>
              <a:defRPr sz="2025" b="0">
                <a:solidFill>
                  <a:srgbClr val="E4EFEC"/>
                </a:solidFill>
                <a:latin typeface="Noto Sans KR"/>
                <a:ea typeface="Noto Sans KR"/>
                <a:cs typeface="Noto Sans KR"/>
              </a:defRPr>
            </a:lvl2pPr>
            <a:lvl3pPr>
              <a:defRPr sz="2025" b="0">
                <a:solidFill>
                  <a:srgbClr val="E4EFEC"/>
                </a:solidFill>
                <a:latin typeface="Noto Sans KR"/>
                <a:ea typeface="Noto Sans KR"/>
                <a:cs typeface="Noto Sans KR"/>
              </a:defRPr>
            </a:lvl3pPr>
            <a:lvl4pPr>
              <a:defRPr sz="2025" b="0">
                <a:solidFill>
                  <a:srgbClr val="E4EFEC"/>
                </a:solidFill>
                <a:latin typeface="Noto Sans KR"/>
                <a:ea typeface="Noto Sans KR"/>
                <a:cs typeface="Noto Sans KR"/>
              </a:defRPr>
            </a:lvl4pPr>
            <a:lvl5pPr>
              <a:defRPr sz="2025" b="0">
                <a:solidFill>
                  <a:srgbClr val="E4EFEC"/>
                </a:solidFill>
                <a:latin typeface="Noto Sans KR"/>
                <a:ea typeface="Noto Sans KR"/>
                <a:cs typeface="Noto Sans KR"/>
              </a:defRPr>
            </a:lvl5pPr>
            <a:lvl6pPr>
              <a:defRPr sz="2025" b="0">
                <a:solidFill>
                  <a:srgbClr val="E4EFEC"/>
                </a:solidFill>
                <a:latin typeface="Noto Sans KR"/>
                <a:ea typeface="Noto Sans KR"/>
                <a:cs typeface="Noto Sans KR"/>
              </a:defRPr>
            </a:lvl6pPr>
            <a:lvl7pPr>
              <a:defRPr sz="2025" b="0">
                <a:solidFill>
                  <a:srgbClr val="E4EFEC"/>
                </a:solidFill>
                <a:latin typeface="Noto Sans KR"/>
                <a:ea typeface="Noto Sans KR"/>
                <a:cs typeface="Noto Sans KR"/>
              </a:defRPr>
            </a:lvl7pPr>
            <a:lvl8pPr>
              <a:defRPr sz="2025" b="0">
                <a:solidFill>
                  <a:srgbClr val="E4EFEC"/>
                </a:solidFill>
                <a:latin typeface="Noto Sans KR"/>
                <a:ea typeface="Noto Sans KR"/>
                <a:cs typeface="Noto Sans KR"/>
              </a:defRPr>
            </a:lvl8pPr>
            <a:lvl9pPr>
              <a:defRPr sz="2025" b="0">
                <a:solidFill>
                  <a:srgbClr val="E4EFEC"/>
                </a:solidFill>
                <a:latin typeface="Noto Sans KR"/>
                <a:ea typeface="Noto Sans KR"/>
                <a:cs typeface="Noto Sans KR"/>
              </a:defRPr>
            </a:lvl9pPr>
          </a:lstStyle>
          <a:p xmlns:a="http://schemas.openxmlformats.org/drawingml/2006/main">
            <a:pPr>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관계 후보와 원문 문단을 함께 활용해 연결 근거를 찾습니다.</a:t>
            </a:r>
          </a:p>
        </p:txBody>
      </p:sp>
      <p:sp>
        <p:nvSpPr>
          <p:cNvPr id="7" name="label-2">
            <a:extLst xmlns:a="http://schemas.openxmlformats.org/drawingml/2006/main">
              <a:ext uri="{FF2B5EF4-FFF2-40B4-BE49-F238E27FC236}">
                <a16:creationId xmlns:a16="http://schemas.microsoft.com/office/drawing/2014/main" id="{92F39FB4-4DE3-4916-BB9E-F863694ACF34}"/>
              </a:ext>
            </a:extLst>
          </p:cNvPr>
          <p:cNvSpPr>
            <a:spLocks xmlns:a="http://schemas.openxmlformats.org/drawingml/2006/main" noGrp="1"/>
          </p:cNvSpPr>
          <p:nvPr/>
        </p:nvSpPr>
        <p:spPr>
          <a:xfrm xmlns:a="http://schemas.openxmlformats.org/drawingml/2006/main">
            <a:off x="609600" y="44005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defRPr sz="1950" b="1">
                <a:solidFill>
                  <a:srgbClr val="A4DDCA"/>
                </a:solidFill>
                <a:latin typeface="Noto Sans KR"/>
                <a:ea typeface="Noto Sans KR"/>
                <a:cs typeface="Noto Sans KR"/>
              </a:defRPr>
            </a:lvl1pPr>
            <a:lvl2pPr>
              <a:defRPr sz="1950" b="1">
                <a:solidFill>
                  <a:srgbClr val="A4DDCA"/>
                </a:solidFill>
                <a:latin typeface="Noto Sans KR"/>
                <a:ea typeface="Noto Sans KR"/>
                <a:cs typeface="Noto Sans KR"/>
              </a:defRPr>
            </a:lvl2pPr>
            <a:lvl3pPr>
              <a:defRPr sz="1950" b="1">
                <a:solidFill>
                  <a:srgbClr val="A4DDCA"/>
                </a:solidFill>
                <a:latin typeface="Noto Sans KR"/>
                <a:ea typeface="Noto Sans KR"/>
                <a:cs typeface="Noto Sans KR"/>
              </a:defRPr>
            </a:lvl3pPr>
            <a:lvl4pPr>
              <a:defRPr sz="1950" b="1">
                <a:solidFill>
                  <a:srgbClr val="A4DDCA"/>
                </a:solidFill>
                <a:latin typeface="Noto Sans KR"/>
                <a:ea typeface="Noto Sans KR"/>
                <a:cs typeface="Noto Sans KR"/>
              </a:defRPr>
            </a:lvl4pPr>
            <a:lvl5pPr>
              <a:defRPr sz="1950" b="1">
                <a:solidFill>
                  <a:srgbClr val="A4DDCA"/>
                </a:solidFill>
                <a:latin typeface="Noto Sans KR"/>
                <a:ea typeface="Noto Sans KR"/>
                <a:cs typeface="Noto Sans KR"/>
              </a:defRPr>
            </a:lvl5pPr>
            <a:lvl6pPr>
              <a:defRPr sz="1950" b="1">
                <a:solidFill>
                  <a:srgbClr val="A4DDCA"/>
                </a:solidFill>
                <a:latin typeface="Noto Sans KR"/>
                <a:ea typeface="Noto Sans KR"/>
                <a:cs typeface="Noto Sans KR"/>
              </a:defRPr>
            </a:lvl6pPr>
            <a:lvl7pPr>
              <a:defRPr sz="1950" b="1">
                <a:solidFill>
                  <a:srgbClr val="A4DDCA"/>
                </a:solidFill>
                <a:latin typeface="Noto Sans KR"/>
                <a:ea typeface="Noto Sans KR"/>
                <a:cs typeface="Noto Sans KR"/>
              </a:defRPr>
            </a:lvl7pPr>
            <a:lvl8pPr>
              <a:defRPr sz="1950" b="1">
                <a:solidFill>
                  <a:srgbClr val="A4DDCA"/>
                </a:solidFill>
                <a:latin typeface="Noto Sans KR"/>
                <a:ea typeface="Noto Sans KR"/>
                <a:cs typeface="Noto Sans KR"/>
              </a:defRPr>
            </a:lvl8pPr>
            <a:lvl9pPr>
              <a:defRPr sz="1950" b="1">
                <a:solidFill>
                  <a:srgbClr val="A4DDCA"/>
                </a:solidFill>
                <a:latin typeface="Noto Sans KR"/>
                <a:ea typeface="Noto Sans KR"/>
                <a:cs typeface="Noto Sans KR"/>
              </a:defRPr>
            </a:lvl9pPr>
          </a:lstStyle>
          <a:p xmlns:a="http://schemas.openxmlformats.org/drawingml/2006/main">
            <a:pPr>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주의할 점</a:t>
            </a:r>
          </a:p>
        </p:txBody>
      </p:sp>
      <p:sp>
        <p:nvSpPr>
          <p:cNvPr id="8" name="body-2">
            <a:extLst xmlns:a="http://schemas.openxmlformats.org/drawingml/2006/main">
              <a:ext uri="{FF2B5EF4-FFF2-40B4-BE49-F238E27FC236}">
                <a16:creationId xmlns:a16="http://schemas.microsoft.com/office/drawing/2014/main" id="{F982FA0A-40BA-42A3-8D6E-3468E748B247}"/>
              </a:ext>
            </a:extLst>
          </p:cNvPr>
          <p:cNvSpPr>
            <a:spLocks xmlns:a="http://schemas.openxmlformats.org/drawingml/2006/main" noGrp="1"/>
          </p:cNvSpPr>
          <p:nvPr/>
        </p:nvSpPr>
        <p:spPr>
          <a:xfrm xmlns:a="http://schemas.openxmlformats.org/drawingml/2006/main">
            <a:off x="3190875" y="44005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defRPr sz="2025" b="0">
                <a:solidFill>
                  <a:srgbClr val="E4EFEC"/>
                </a:solidFill>
                <a:latin typeface="Noto Sans KR"/>
                <a:ea typeface="Noto Sans KR"/>
                <a:cs typeface="Noto Sans KR"/>
              </a:defRPr>
            </a:lvl1pPr>
            <a:lvl2pPr>
              <a:defRPr sz="2025" b="0">
                <a:solidFill>
                  <a:srgbClr val="E4EFEC"/>
                </a:solidFill>
                <a:latin typeface="Noto Sans KR"/>
                <a:ea typeface="Noto Sans KR"/>
                <a:cs typeface="Noto Sans KR"/>
              </a:defRPr>
            </a:lvl2pPr>
            <a:lvl3pPr>
              <a:defRPr sz="2025" b="0">
                <a:solidFill>
                  <a:srgbClr val="E4EFEC"/>
                </a:solidFill>
                <a:latin typeface="Noto Sans KR"/>
                <a:ea typeface="Noto Sans KR"/>
                <a:cs typeface="Noto Sans KR"/>
              </a:defRPr>
            </a:lvl3pPr>
            <a:lvl4pPr>
              <a:defRPr sz="2025" b="0">
                <a:solidFill>
                  <a:srgbClr val="E4EFEC"/>
                </a:solidFill>
                <a:latin typeface="Noto Sans KR"/>
                <a:ea typeface="Noto Sans KR"/>
                <a:cs typeface="Noto Sans KR"/>
              </a:defRPr>
            </a:lvl4pPr>
            <a:lvl5pPr>
              <a:defRPr sz="2025" b="0">
                <a:solidFill>
                  <a:srgbClr val="E4EFEC"/>
                </a:solidFill>
                <a:latin typeface="Noto Sans KR"/>
                <a:ea typeface="Noto Sans KR"/>
                <a:cs typeface="Noto Sans KR"/>
              </a:defRPr>
            </a:lvl5pPr>
            <a:lvl6pPr>
              <a:defRPr sz="2025" b="0">
                <a:solidFill>
                  <a:srgbClr val="E4EFEC"/>
                </a:solidFill>
                <a:latin typeface="Noto Sans KR"/>
                <a:ea typeface="Noto Sans KR"/>
                <a:cs typeface="Noto Sans KR"/>
              </a:defRPr>
            </a:lvl6pPr>
            <a:lvl7pPr>
              <a:defRPr sz="2025" b="0">
                <a:solidFill>
                  <a:srgbClr val="E4EFEC"/>
                </a:solidFill>
                <a:latin typeface="Noto Sans KR"/>
                <a:ea typeface="Noto Sans KR"/>
                <a:cs typeface="Noto Sans KR"/>
              </a:defRPr>
            </a:lvl7pPr>
            <a:lvl8pPr>
              <a:defRPr sz="2025" b="0">
                <a:solidFill>
                  <a:srgbClr val="E4EFEC"/>
                </a:solidFill>
                <a:latin typeface="Noto Sans KR"/>
                <a:ea typeface="Noto Sans KR"/>
                <a:cs typeface="Noto Sans KR"/>
              </a:defRPr>
            </a:lvl8pPr>
            <a:lvl9pPr>
              <a:defRPr sz="2025" b="0">
                <a:solidFill>
                  <a:srgbClr val="E4EFEC"/>
                </a:solidFill>
                <a:latin typeface="Noto Sans KR"/>
                <a:ea typeface="Noto Sans KR"/>
                <a:cs typeface="Noto Sans KR"/>
              </a:defRPr>
            </a:lvl9pPr>
          </a:lstStyle>
          <a:p xmlns:a="http://schemas.openxmlformats.org/drawingml/2006/main">
            <a:pPr>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질문 처리 중 LLM을 호출하므로 비용과 잘못된 필터링을 확인해야 합니다.</a:t>
            </a:r>
          </a:p>
        </p:txBody>
      </p:sp>
      <p:sp>
        <p:nvSpPr>
          <p:cNvPr id="9" name="page">
            <a:extLst xmlns:a="http://schemas.openxmlformats.org/drawingml/2006/main">
              <a:ext uri="{FF2B5EF4-FFF2-40B4-BE49-F238E27FC236}">
                <a16:creationId xmlns:a16="http://schemas.microsoft.com/office/drawing/2014/main" id="{36387C6A-CB97-4D4D-9D79-25F5EEFD6972}"/>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defRPr sz="1125" b="0">
                <a:solidFill>
                  <a:srgbClr val="8EABB7"/>
                </a:solidFill>
                <a:latin typeface="Noto Sans KR"/>
                <a:ea typeface="Noto Sans KR"/>
                <a:cs typeface="Noto Sans KR"/>
              </a:defRPr>
            </a:lvl1pPr>
            <a:lvl2pPr>
              <a:defRPr sz="1125" b="0">
                <a:solidFill>
                  <a:srgbClr val="8EABB7"/>
                </a:solidFill>
                <a:latin typeface="Noto Sans KR"/>
                <a:ea typeface="Noto Sans KR"/>
                <a:cs typeface="Noto Sans KR"/>
              </a:defRPr>
            </a:lvl2pPr>
            <a:lvl3pPr>
              <a:defRPr sz="1125" b="0">
                <a:solidFill>
                  <a:srgbClr val="8EABB7"/>
                </a:solidFill>
                <a:latin typeface="Noto Sans KR"/>
                <a:ea typeface="Noto Sans KR"/>
                <a:cs typeface="Noto Sans KR"/>
              </a:defRPr>
            </a:lvl3pPr>
            <a:lvl4pPr>
              <a:defRPr sz="1125" b="0">
                <a:solidFill>
                  <a:srgbClr val="8EABB7"/>
                </a:solidFill>
                <a:latin typeface="Noto Sans KR"/>
                <a:ea typeface="Noto Sans KR"/>
                <a:cs typeface="Noto Sans KR"/>
              </a:defRPr>
            </a:lvl4pPr>
            <a:lvl5pPr>
              <a:defRPr sz="1125" b="0">
                <a:solidFill>
                  <a:srgbClr val="8EABB7"/>
                </a:solidFill>
                <a:latin typeface="Noto Sans KR"/>
                <a:ea typeface="Noto Sans KR"/>
                <a:cs typeface="Noto Sans KR"/>
              </a:defRPr>
            </a:lvl5pPr>
            <a:lvl6pPr>
              <a:defRPr sz="1125" b="0">
                <a:solidFill>
                  <a:srgbClr val="8EABB7"/>
                </a:solidFill>
                <a:latin typeface="Noto Sans KR"/>
                <a:ea typeface="Noto Sans KR"/>
                <a:cs typeface="Noto Sans KR"/>
              </a:defRPr>
            </a:lvl6pPr>
            <a:lvl7pPr>
              <a:defRPr sz="1125" b="0">
                <a:solidFill>
                  <a:srgbClr val="8EABB7"/>
                </a:solidFill>
                <a:latin typeface="Noto Sans KR"/>
                <a:ea typeface="Noto Sans KR"/>
                <a:cs typeface="Noto Sans KR"/>
              </a:defRPr>
            </a:lvl7pPr>
            <a:lvl8pPr>
              <a:defRPr sz="1125" b="0">
                <a:solidFill>
                  <a:srgbClr val="8EABB7"/>
                </a:solidFill>
                <a:latin typeface="Noto Sans KR"/>
                <a:ea typeface="Noto Sans KR"/>
                <a:cs typeface="Noto Sans KR"/>
              </a:defRPr>
            </a:lvl8pPr>
            <a:lvl9pPr>
              <a:defRPr sz="1125" b="0">
                <a:solidFill>
                  <a:srgbClr val="8EABB7"/>
                </a:solidFill>
                <a:latin typeface="Noto Sans KR"/>
                <a:ea typeface="Noto Sans KR"/>
                <a:cs typeface="Noto Sans KR"/>
              </a:defRPr>
            </a:lvl9pPr>
          </a:lstStyle>
          <a:p xmlns:a="http://schemas.openxmlformats.org/drawingml/2006/main">
            <a:pPr>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27</a:t>
            </a:r>
          </a:p>
        </p:txBody>
      </p:sp>
    </p:spTree>
    <p:extLst>
      <p:ext uri="{BB962C8B-B14F-4D97-AF65-F5344CB8AC3E}">
        <p14:creationId xmlns:p14="http://schemas.microsoft.com/office/powerpoint/2010/main" val="1653041740"/>
      </p:ext>
    </p:extLst>
  </p:cSld>
</p:sld>
</file>

<file path=ppt/slides/slide28.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0" name="section">
            <a:extLst xmlns:a="http://schemas.openxmlformats.org/drawingml/2006/main">
              <a:ext uri="{FF2B5EF4-FFF2-40B4-BE49-F238E27FC236}">
                <a16:creationId xmlns:a16="http://schemas.microsoft.com/office/drawing/2014/main" id="{A9B599AB-2779-4132-B981-73F428838E74}"/>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defRPr sz="1125" b="1">
                <a:solidFill>
                  <a:srgbClr val="A4DDCA"/>
                </a:solidFill>
                <a:latin typeface="Noto Sans KR"/>
                <a:ea typeface="Noto Sans KR"/>
                <a:cs typeface="Noto Sans KR"/>
              </a:defRPr>
            </a:lvl1pPr>
            <a:lvl2pPr>
              <a:defRPr sz="1125" b="1">
                <a:solidFill>
                  <a:srgbClr val="A4DDCA"/>
                </a:solidFill>
                <a:latin typeface="Noto Sans KR"/>
                <a:ea typeface="Noto Sans KR"/>
                <a:cs typeface="Noto Sans KR"/>
              </a:defRPr>
            </a:lvl2pPr>
            <a:lvl3pPr>
              <a:defRPr sz="1125" b="1">
                <a:solidFill>
                  <a:srgbClr val="A4DDCA"/>
                </a:solidFill>
                <a:latin typeface="Noto Sans KR"/>
                <a:ea typeface="Noto Sans KR"/>
                <a:cs typeface="Noto Sans KR"/>
              </a:defRPr>
            </a:lvl3pPr>
            <a:lvl4pPr>
              <a:defRPr sz="1125" b="1">
                <a:solidFill>
                  <a:srgbClr val="A4DDCA"/>
                </a:solidFill>
                <a:latin typeface="Noto Sans KR"/>
                <a:ea typeface="Noto Sans KR"/>
                <a:cs typeface="Noto Sans KR"/>
              </a:defRPr>
            </a:lvl4pPr>
            <a:lvl5pPr>
              <a:defRPr sz="1125" b="1">
                <a:solidFill>
                  <a:srgbClr val="A4DDCA"/>
                </a:solidFill>
                <a:latin typeface="Noto Sans KR"/>
                <a:ea typeface="Noto Sans KR"/>
                <a:cs typeface="Noto Sans KR"/>
              </a:defRPr>
            </a:lvl5pPr>
            <a:lvl6pPr>
              <a:defRPr sz="1125" b="1">
                <a:solidFill>
                  <a:srgbClr val="A4DDCA"/>
                </a:solidFill>
                <a:latin typeface="Noto Sans KR"/>
                <a:ea typeface="Noto Sans KR"/>
                <a:cs typeface="Noto Sans KR"/>
              </a:defRPr>
            </a:lvl6pPr>
            <a:lvl7pPr>
              <a:defRPr sz="1125" b="1">
                <a:solidFill>
                  <a:srgbClr val="A4DDCA"/>
                </a:solidFill>
                <a:latin typeface="Noto Sans KR"/>
                <a:ea typeface="Noto Sans KR"/>
                <a:cs typeface="Noto Sans KR"/>
              </a:defRPr>
            </a:lvl7pPr>
            <a:lvl8pPr>
              <a:defRPr sz="1125" b="1">
                <a:solidFill>
                  <a:srgbClr val="A4DDCA"/>
                </a:solidFill>
                <a:latin typeface="Noto Sans KR"/>
                <a:ea typeface="Noto Sans KR"/>
                <a:cs typeface="Noto Sans KR"/>
              </a:defRPr>
            </a:lvl8pPr>
            <a:lvl9pPr>
              <a:defRPr sz="1125" b="1">
                <a:solidFill>
                  <a:srgbClr val="A4DDCA"/>
                </a:solidFill>
                <a:latin typeface="Noto Sans KR"/>
                <a:ea typeface="Noto Sans KR"/>
                <a:cs typeface="Noto Sans KR"/>
              </a:defRPr>
            </a:lvl9pPr>
          </a:lstStyle>
          <a:p xmlns:a="http://schemas.openxmlformats.org/drawingml/2006/main">
            <a:pPr>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20234EF5-9DE1-4BEA-9C41-F616ED157B95}"/>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defRPr sz="3000" b="1">
                <a:solidFill>
                  <a:srgbClr val="E4EFEC"/>
                </a:solidFill>
                <a:latin typeface="Noto Sans KR"/>
                <a:ea typeface="Noto Sans KR"/>
                <a:cs typeface="Noto Sans KR"/>
              </a:defRPr>
            </a:lvl1pPr>
            <a:lvl2pPr>
              <a:defRPr sz="3000" b="1">
                <a:solidFill>
                  <a:srgbClr val="E4EFEC"/>
                </a:solidFill>
                <a:latin typeface="Noto Sans KR"/>
                <a:ea typeface="Noto Sans KR"/>
                <a:cs typeface="Noto Sans KR"/>
              </a:defRPr>
            </a:lvl2pPr>
            <a:lvl3pPr>
              <a:defRPr sz="3000" b="1">
                <a:solidFill>
                  <a:srgbClr val="E4EFEC"/>
                </a:solidFill>
                <a:latin typeface="Noto Sans KR"/>
                <a:ea typeface="Noto Sans KR"/>
                <a:cs typeface="Noto Sans KR"/>
              </a:defRPr>
            </a:lvl3pPr>
            <a:lvl4pPr>
              <a:defRPr sz="3000" b="1">
                <a:solidFill>
                  <a:srgbClr val="E4EFEC"/>
                </a:solidFill>
                <a:latin typeface="Noto Sans KR"/>
                <a:ea typeface="Noto Sans KR"/>
                <a:cs typeface="Noto Sans KR"/>
              </a:defRPr>
            </a:lvl4pPr>
            <a:lvl5pPr>
              <a:defRPr sz="3000" b="1">
                <a:solidFill>
                  <a:srgbClr val="E4EFEC"/>
                </a:solidFill>
                <a:latin typeface="Noto Sans KR"/>
                <a:ea typeface="Noto Sans KR"/>
                <a:cs typeface="Noto Sans KR"/>
              </a:defRPr>
            </a:lvl5pPr>
            <a:lvl6pPr>
              <a:defRPr sz="3000" b="1">
                <a:solidFill>
                  <a:srgbClr val="E4EFEC"/>
                </a:solidFill>
                <a:latin typeface="Noto Sans KR"/>
                <a:ea typeface="Noto Sans KR"/>
                <a:cs typeface="Noto Sans KR"/>
              </a:defRPr>
            </a:lvl6pPr>
            <a:lvl7pPr>
              <a:defRPr sz="3000" b="1">
                <a:solidFill>
                  <a:srgbClr val="E4EFEC"/>
                </a:solidFill>
                <a:latin typeface="Noto Sans KR"/>
                <a:ea typeface="Noto Sans KR"/>
                <a:cs typeface="Noto Sans KR"/>
              </a:defRPr>
            </a:lvl7pPr>
            <a:lvl8pPr>
              <a:defRPr sz="3000" b="1">
                <a:solidFill>
                  <a:srgbClr val="E4EFEC"/>
                </a:solidFill>
                <a:latin typeface="Noto Sans KR"/>
                <a:ea typeface="Noto Sans KR"/>
                <a:cs typeface="Noto Sans KR"/>
              </a:defRPr>
            </a:lvl8pPr>
            <a:lvl9pPr>
              <a:defRPr sz="3000" b="1">
                <a:solidFill>
                  <a:srgbClr val="E4EFEC"/>
                </a:solidFill>
                <a:latin typeface="Noto Sans KR"/>
                <a:ea typeface="Noto Sans KR"/>
                <a:cs typeface="Noto Sans KR"/>
              </a:defRPr>
            </a:lvl9pPr>
          </a:lstStyle>
          <a:p xmlns:a="http://schemas.openxmlformats.org/drawingml/2006/main">
            <a:pPr>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ArchRAG: 연결과 의미가 비슷한 그룹 찾기</a:t>
            </a:r>
          </a:p>
        </p:txBody>
      </p:sp>
      <p:sp>
        <p:nvSpPr>
          <p:cNvPr id="3" name="label-0">
            <a:extLst xmlns:a="http://schemas.openxmlformats.org/drawingml/2006/main">
              <a:ext uri="{FF2B5EF4-FFF2-40B4-BE49-F238E27FC236}">
                <a16:creationId xmlns:a16="http://schemas.microsoft.com/office/drawing/2014/main" id="{89865349-2F15-4D20-8242-625EEB912D9E}"/>
              </a:ext>
            </a:extLst>
          </p:cNvPr>
          <p:cNvSpPr>
            <a:spLocks xmlns:a="http://schemas.openxmlformats.org/drawingml/2006/main" noGrp="1"/>
          </p:cNvSpPr>
          <p:nvPr/>
        </p:nvSpPr>
        <p:spPr>
          <a:xfrm xmlns:a="http://schemas.openxmlformats.org/drawingml/2006/main">
            <a:off x="609600" y="186690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defRPr sz="1950" b="1">
                <a:solidFill>
                  <a:srgbClr val="A4DDCA"/>
                </a:solidFill>
                <a:latin typeface="Noto Sans KR"/>
                <a:ea typeface="Noto Sans KR"/>
                <a:cs typeface="Noto Sans KR"/>
              </a:defRPr>
            </a:lvl1pPr>
            <a:lvl2pPr>
              <a:defRPr sz="1950" b="1">
                <a:solidFill>
                  <a:srgbClr val="A4DDCA"/>
                </a:solidFill>
                <a:latin typeface="Noto Sans KR"/>
                <a:ea typeface="Noto Sans KR"/>
                <a:cs typeface="Noto Sans KR"/>
              </a:defRPr>
            </a:lvl2pPr>
            <a:lvl3pPr>
              <a:defRPr sz="1950" b="1">
                <a:solidFill>
                  <a:srgbClr val="A4DDCA"/>
                </a:solidFill>
                <a:latin typeface="Noto Sans KR"/>
                <a:ea typeface="Noto Sans KR"/>
                <a:cs typeface="Noto Sans KR"/>
              </a:defRPr>
            </a:lvl3pPr>
            <a:lvl4pPr>
              <a:defRPr sz="1950" b="1">
                <a:solidFill>
                  <a:srgbClr val="A4DDCA"/>
                </a:solidFill>
                <a:latin typeface="Noto Sans KR"/>
                <a:ea typeface="Noto Sans KR"/>
                <a:cs typeface="Noto Sans KR"/>
              </a:defRPr>
            </a:lvl4pPr>
            <a:lvl5pPr>
              <a:defRPr sz="1950" b="1">
                <a:solidFill>
                  <a:srgbClr val="A4DDCA"/>
                </a:solidFill>
                <a:latin typeface="Noto Sans KR"/>
                <a:ea typeface="Noto Sans KR"/>
                <a:cs typeface="Noto Sans KR"/>
              </a:defRPr>
            </a:lvl5pPr>
            <a:lvl6pPr>
              <a:defRPr sz="1950" b="1">
                <a:solidFill>
                  <a:srgbClr val="A4DDCA"/>
                </a:solidFill>
                <a:latin typeface="Noto Sans KR"/>
                <a:ea typeface="Noto Sans KR"/>
                <a:cs typeface="Noto Sans KR"/>
              </a:defRPr>
            </a:lvl6pPr>
            <a:lvl7pPr>
              <a:defRPr sz="1950" b="1">
                <a:solidFill>
                  <a:srgbClr val="A4DDCA"/>
                </a:solidFill>
                <a:latin typeface="Noto Sans KR"/>
                <a:ea typeface="Noto Sans KR"/>
                <a:cs typeface="Noto Sans KR"/>
              </a:defRPr>
            </a:lvl7pPr>
            <a:lvl8pPr>
              <a:defRPr sz="1950" b="1">
                <a:solidFill>
                  <a:srgbClr val="A4DDCA"/>
                </a:solidFill>
                <a:latin typeface="Noto Sans KR"/>
                <a:ea typeface="Noto Sans KR"/>
                <a:cs typeface="Noto Sans KR"/>
              </a:defRPr>
            </a:lvl8pPr>
            <a:lvl9pPr>
              <a:defRPr sz="1950" b="1">
                <a:solidFill>
                  <a:srgbClr val="A4DDCA"/>
                </a:solidFill>
                <a:latin typeface="Noto Sans KR"/>
                <a:ea typeface="Noto Sans KR"/>
                <a:cs typeface="Noto Sans KR"/>
              </a:defRPr>
            </a:lvl9pPr>
          </a:lstStyle>
          <a:p xmlns:a="http://schemas.openxmlformats.org/drawingml/2006/main">
            <a:pPr>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저장하는 것</a:t>
            </a:r>
          </a:p>
        </p:txBody>
      </p:sp>
      <p:sp>
        <p:nvSpPr>
          <p:cNvPr id="4" name="body-0">
            <a:extLst xmlns:a="http://schemas.openxmlformats.org/drawingml/2006/main">
              <a:ext uri="{FF2B5EF4-FFF2-40B4-BE49-F238E27FC236}">
                <a16:creationId xmlns:a16="http://schemas.microsoft.com/office/drawing/2014/main" id="{B22C621D-46F9-416D-B73F-7491E53A067F}"/>
              </a:ext>
            </a:extLst>
          </p:cNvPr>
          <p:cNvSpPr>
            <a:spLocks xmlns:a="http://schemas.openxmlformats.org/drawingml/2006/main" noGrp="1"/>
          </p:cNvSpPr>
          <p:nvPr/>
        </p:nvSpPr>
        <p:spPr>
          <a:xfrm xmlns:a="http://schemas.openxmlformats.org/drawingml/2006/main">
            <a:off x="3190875" y="186690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defRPr sz="2025" b="0">
                <a:solidFill>
                  <a:srgbClr val="E4EFEC"/>
                </a:solidFill>
                <a:latin typeface="Noto Sans KR"/>
                <a:ea typeface="Noto Sans KR"/>
                <a:cs typeface="Noto Sans KR"/>
              </a:defRPr>
            </a:lvl1pPr>
            <a:lvl2pPr>
              <a:defRPr sz="2025" b="0">
                <a:solidFill>
                  <a:srgbClr val="E4EFEC"/>
                </a:solidFill>
                <a:latin typeface="Noto Sans KR"/>
                <a:ea typeface="Noto Sans KR"/>
                <a:cs typeface="Noto Sans KR"/>
              </a:defRPr>
            </a:lvl2pPr>
            <a:lvl3pPr>
              <a:defRPr sz="2025" b="0">
                <a:solidFill>
                  <a:srgbClr val="E4EFEC"/>
                </a:solidFill>
                <a:latin typeface="Noto Sans KR"/>
                <a:ea typeface="Noto Sans KR"/>
                <a:cs typeface="Noto Sans KR"/>
              </a:defRPr>
            </a:lvl3pPr>
            <a:lvl4pPr>
              <a:defRPr sz="2025" b="0">
                <a:solidFill>
                  <a:srgbClr val="E4EFEC"/>
                </a:solidFill>
                <a:latin typeface="Noto Sans KR"/>
                <a:ea typeface="Noto Sans KR"/>
                <a:cs typeface="Noto Sans KR"/>
              </a:defRPr>
            </a:lvl4pPr>
            <a:lvl5pPr>
              <a:defRPr sz="2025" b="0">
                <a:solidFill>
                  <a:srgbClr val="E4EFEC"/>
                </a:solidFill>
                <a:latin typeface="Noto Sans KR"/>
                <a:ea typeface="Noto Sans KR"/>
                <a:cs typeface="Noto Sans KR"/>
              </a:defRPr>
            </a:lvl5pPr>
            <a:lvl6pPr>
              <a:defRPr sz="2025" b="0">
                <a:solidFill>
                  <a:srgbClr val="E4EFEC"/>
                </a:solidFill>
                <a:latin typeface="Noto Sans KR"/>
                <a:ea typeface="Noto Sans KR"/>
                <a:cs typeface="Noto Sans KR"/>
              </a:defRPr>
            </a:lvl6pPr>
            <a:lvl7pPr>
              <a:defRPr sz="2025" b="0">
                <a:solidFill>
                  <a:srgbClr val="E4EFEC"/>
                </a:solidFill>
                <a:latin typeface="Noto Sans KR"/>
                <a:ea typeface="Noto Sans KR"/>
                <a:cs typeface="Noto Sans KR"/>
              </a:defRPr>
            </a:lvl7pPr>
            <a:lvl8pPr>
              <a:defRPr sz="2025" b="0">
                <a:solidFill>
                  <a:srgbClr val="E4EFEC"/>
                </a:solidFill>
                <a:latin typeface="Noto Sans KR"/>
                <a:ea typeface="Noto Sans KR"/>
                <a:cs typeface="Noto Sans KR"/>
              </a:defRPr>
            </a:lvl8pPr>
            <a:lvl9pPr>
              <a:defRPr sz="2025" b="0">
                <a:solidFill>
                  <a:srgbClr val="E4EFEC"/>
                </a:solidFill>
                <a:latin typeface="Noto Sans KR"/>
                <a:ea typeface="Noto Sans KR"/>
                <a:cs typeface="Noto Sans KR"/>
              </a:defRPr>
            </a:lvl9pPr>
          </a:lstStyle>
          <a:p xmlns:a="http://schemas.openxmlformats.org/drawingml/2006/main">
            <a:pPr>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내용과 연결을 함께 반영한 여러 단계의 그룹</a:t>
            </a:r>
          </a:p>
        </p:txBody>
      </p:sp>
      <p:sp>
        <p:nvSpPr>
          <p:cNvPr id="5" name="label-1">
            <a:extLst xmlns:a="http://schemas.openxmlformats.org/drawingml/2006/main">
              <a:ext uri="{FF2B5EF4-FFF2-40B4-BE49-F238E27FC236}">
                <a16:creationId xmlns:a16="http://schemas.microsoft.com/office/drawing/2014/main" id="{F0325456-6D6E-4222-BB7B-0155B66CBECE}"/>
              </a:ext>
            </a:extLst>
          </p:cNvPr>
          <p:cNvSpPr>
            <a:spLocks xmlns:a="http://schemas.openxmlformats.org/drawingml/2006/main" noGrp="1"/>
          </p:cNvSpPr>
          <p:nvPr/>
        </p:nvSpPr>
        <p:spPr>
          <a:xfrm xmlns:a="http://schemas.openxmlformats.org/drawingml/2006/main">
            <a:off x="609600" y="31337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defRPr sz="1950" b="1">
                <a:solidFill>
                  <a:srgbClr val="A4DDCA"/>
                </a:solidFill>
                <a:latin typeface="Noto Sans KR"/>
                <a:ea typeface="Noto Sans KR"/>
                <a:cs typeface="Noto Sans KR"/>
              </a:defRPr>
            </a:lvl1pPr>
            <a:lvl2pPr>
              <a:defRPr sz="1950" b="1">
                <a:solidFill>
                  <a:srgbClr val="A4DDCA"/>
                </a:solidFill>
                <a:latin typeface="Noto Sans KR"/>
                <a:ea typeface="Noto Sans KR"/>
                <a:cs typeface="Noto Sans KR"/>
              </a:defRPr>
            </a:lvl2pPr>
            <a:lvl3pPr>
              <a:defRPr sz="1950" b="1">
                <a:solidFill>
                  <a:srgbClr val="A4DDCA"/>
                </a:solidFill>
                <a:latin typeface="Noto Sans KR"/>
                <a:ea typeface="Noto Sans KR"/>
                <a:cs typeface="Noto Sans KR"/>
              </a:defRPr>
            </a:lvl3pPr>
            <a:lvl4pPr>
              <a:defRPr sz="1950" b="1">
                <a:solidFill>
                  <a:srgbClr val="A4DDCA"/>
                </a:solidFill>
                <a:latin typeface="Noto Sans KR"/>
                <a:ea typeface="Noto Sans KR"/>
                <a:cs typeface="Noto Sans KR"/>
              </a:defRPr>
            </a:lvl4pPr>
            <a:lvl5pPr>
              <a:defRPr sz="1950" b="1">
                <a:solidFill>
                  <a:srgbClr val="A4DDCA"/>
                </a:solidFill>
                <a:latin typeface="Noto Sans KR"/>
                <a:ea typeface="Noto Sans KR"/>
                <a:cs typeface="Noto Sans KR"/>
              </a:defRPr>
            </a:lvl5pPr>
            <a:lvl6pPr>
              <a:defRPr sz="1950" b="1">
                <a:solidFill>
                  <a:srgbClr val="A4DDCA"/>
                </a:solidFill>
                <a:latin typeface="Noto Sans KR"/>
                <a:ea typeface="Noto Sans KR"/>
                <a:cs typeface="Noto Sans KR"/>
              </a:defRPr>
            </a:lvl6pPr>
            <a:lvl7pPr>
              <a:defRPr sz="1950" b="1">
                <a:solidFill>
                  <a:srgbClr val="A4DDCA"/>
                </a:solidFill>
                <a:latin typeface="Noto Sans KR"/>
                <a:ea typeface="Noto Sans KR"/>
                <a:cs typeface="Noto Sans KR"/>
              </a:defRPr>
            </a:lvl7pPr>
            <a:lvl8pPr>
              <a:defRPr sz="1950" b="1">
                <a:solidFill>
                  <a:srgbClr val="A4DDCA"/>
                </a:solidFill>
                <a:latin typeface="Noto Sans KR"/>
                <a:ea typeface="Noto Sans KR"/>
                <a:cs typeface="Noto Sans KR"/>
              </a:defRPr>
            </a:lvl8pPr>
            <a:lvl9pPr>
              <a:defRPr sz="1950" b="1">
                <a:solidFill>
                  <a:srgbClr val="A4DDCA"/>
                </a:solidFill>
                <a:latin typeface="Noto Sans KR"/>
                <a:ea typeface="Noto Sans KR"/>
                <a:cs typeface="Noto Sans KR"/>
              </a:defRPr>
            </a:lvl9pPr>
          </a:lstStyle>
          <a:p xmlns:a="http://schemas.openxmlformats.org/drawingml/2006/main">
            <a:pPr>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미리 준비하는 일</a:t>
            </a:r>
          </a:p>
        </p:txBody>
      </p:sp>
      <p:sp>
        <p:nvSpPr>
          <p:cNvPr id="6" name="body-1">
            <a:extLst xmlns:a="http://schemas.openxmlformats.org/drawingml/2006/main">
              <a:ext uri="{FF2B5EF4-FFF2-40B4-BE49-F238E27FC236}">
                <a16:creationId xmlns:a16="http://schemas.microsoft.com/office/drawing/2014/main" id="{621EA3A6-C640-4B4D-A5EF-FB776DEE7969}"/>
              </a:ext>
            </a:extLst>
          </p:cNvPr>
          <p:cNvSpPr>
            <a:spLocks xmlns:a="http://schemas.openxmlformats.org/drawingml/2006/main" noGrp="1"/>
          </p:cNvSpPr>
          <p:nvPr/>
        </p:nvSpPr>
        <p:spPr>
          <a:xfrm xmlns:a="http://schemas.openxmlformats.org/drawingml/2006/main">
            <a:off x="3190875" y="31337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defRPr sz="2025" b="0">
                <a:solidFill>
                  <a:srgbClr val="E4EFEC"/>
                </a:solidFill>
                <a:latin typeface="Noto Sans KR"/>
                <a:ea typeface="Noto Sans KR"/>
                <a:cs typeface="Noto Sans KR"/>
              </a:defRPr>
            </a:lvl1pPr>
            <a:lvl2pPr>
              <a:defRPr sz="2025" b="0">
                <a:solidFill>
                  <a:srgbClr val="E4EFEC"/>
                </a:solidFill>
                <a:latin typeface="Noto Sans KR"/>
                <a:ea typeface="Noto Sans KR"/>
                <a:cs typeface="Noto Sans KR"/>
              </a:defRPr>
            </a:lvl2pPr>
            <a:lvl3pPr>
              <a:defRPr sz="2025" b="0">
                <a:solidFill>
                  <a:srgbClr val="E4EFEC"/>
                </a:solidFill>
                <a:latin typeface="Noto Sans KR"/>
                <a:ea typeface="Noto Sans KR"/>
                <a:cs typeface="Noto Sans KR"/>
              </a:defRPr>
            </a:lvl3pPr>
            <a:lvl4pPr>
              <a:defRPr sz="2025" b="0">
                <a:solidFill>
                  <a:srgbClr val="E4EFEC"/>
                </a:solidFill>
                <a:latin typeface="Noto Sans KR"/>
                <a:ea typeface="Noto Sans KR"/>
                <a:cs typeface="Noto Sans KR"/>
              </a:defRPr>
            </a:lvl4pPr>
            <a:lvl5pPr>
              <a:defRPr sz="2025" b="0">
                <a:solidFill>
                  <a:srgbClr val="E4EFEC"/>
                </a:solidFill>
                <a:latin typeface="Noto Sans KR"/>
                <a:ea typeface="Noto Sans KR"/>
                <a:cs typeface="Noto Sans KR"/>
              </a:defRPr>
            </a:lvl5pPr>
            <a:lvl6pPr>
              <a:defRPr sz="2025" b="0">
                <a:solidFill>
                  <a:srgbClr val="E4EFEC"/>
                </a:solidFill>
                <a:latin typeface="Noto Sans KR"/>
                <a:ea typeface="Noto Sans KR"/>
                <a:cs typeface="Noto Sans KR"/>
              </a:defRPr>
            </a:lvl6pPr>
            <a:lvl7pPr>
              <a:defRPr sz="2025" b="0">
                <a:solidFill>
                  <a:srgbClr val="E4EFEC"/>
                </a:solidFill>
                <a:latin typeface="Noto Sans KR"/>
                <a:ea typeface="Noto Sans KR"/>
                <a:cs typeface="Noto Sans KR"/>
              </a:defRPr>
            </a:lvl7pPr>
            <a:lvl8pPr>
              <a:defRPr sz="2025" b="0">
                <a:solidFill>
                  <a:srgbClr val="E4EFEC"/>
                </a:solidFill>
                <a:latin typeface="Noto Sans KR"/>
                <a:ea typeface="Noto Sans KR"/>
                <a:cs typeface="Noto Sans KR"/>
              </a:defRPr>
            </a:lvl8pPr>
            <a:lvl9pPr>
              <a:defRPr sz="2025" b="0">
                <a:solidFill>
                  <a:srgbClr val="E4EFEC"/>
                </a:solidFill>
                <a:latin typeface="Noto Sans KR"/>
                <a:ea typeface="Noto Sans KR"/>
                <a:cs typeface="Noto Sans KR"/>
              </a:defRPr>
            </a:lvl9pPr>
          </a:lstStyle>
          <a:p xmlns:a="http://schemas.openxmlformats.org/drawingml/2006/main">
            <a:pPr>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개체가 어떻게 연결됐는지와 설명이 얼마나 비슷한지를 함께 보고 묶습니다.</a:t>
            </a:r>
          </a:p>
        </p:txBody>
      </p:sp>
      <p:sp>
        <p:nvSpPr>
          <p:cNvPr id="7" name="label-2">
            <a:extLst xmlns:a="http://schemas.openxmlformats.org/drawingml/2006/main">
              <a:ext uri="{FF2B5EF4-FFF2-40B4-BE49-F238E27FC236}">
                <a16:creationId xmlns:a16="http://schemas.microsoft.com/office/drawing/2014/main" id="{A8A86AA0-4189-4438-854F-85B210E8647D}"/>
              </a:ext>
            </a:extLst>
          </p:cNvPr>
          <p:cNvSpPr>
            <a:spLocks xmlns:a="http://schemas.openxmlformats.org/drawingml/2006/main" noGrp="1"/>
          </p:cNvSpPr>
          <p:nvPr/>
        </p:nvSpPr>
        <p:spPr>
          <a:xfrm xmlns:a="http://schemas.openxmlformats.org/drawingml/2006/main">
            <a:off x="609600" y="44005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defRPr sz="1950" b="1">
                <a:solidFill>
                  <a:srgbClr val="A4DDCA"/>
                </a:solidFill>
                <a:latin typeface="Noto Sans KR"/>
                <a:ea typeface="Noto Sans KR"/>
                <a:cs typeface="Noto Sans KR"/>
              </a:defRPr>
            </a:lvl1pPr>
            <a:lvl2pPr>
              <a:defRPr sz="1950" b="1">
                <a:solidFill>
                  <a:srgbClr val="A4DDCA"/>
                </a:solidFill>
                <a:latin typeface="Noto Sans KR"/>
                <a:ea typeface="Noto Sans KR"/>
                <a:cs typeface="Noto Sans KR"/>
              </a:defRPr>
            </a:lvl2pPr>
            <a:lvl3pPr>
              <a:defRPr sz="1950" b="1">
                <a:solidFill>
                  <a:srgbClr val="A4DDCA"/>
                </a:solidFill>
                <a:latin typeface="Noto Sans KR"/>
                <a:ea typeface="Noto Sans KR"/>
                <a:cs typeface="Noto Sans KR"/>
              </a:defRPr>
            </a:lvl3pPr>
            <a:lvl4pPr>
              <a:defRPr sz="1950" b="1">
                <a:solidFill>
                  <a:srgbClr val="A4DDCA"/>
                </a:solidFill>
                <a:latin typeface="Noto Sans KR"/>
                <a:ea typeface="Noto Sans KR"/>
                <a:cs typeface="Noto Sans KR"/>
              </a:defRPr>
            </a:lvl4pPr>
            <a:lvl5pPr>
              <a:defRPr sz="1950" b="1">
                <a:solidFill>
                  <a:srgbClr val="A4DDCA"/>
                </a:solidFill>
                <a:latin typeface="Noto Sans KR"/>
                <a:ea typeface="Noto Sans KR"/>
                <a:cs typeface="Noto Sans KR"/>
              </a:defRPr>
            </a:lvl5pPr>
            <a:lvl6pPr>
              <a:defRPr sz="1950" b="1">
                <a:solidFill>
                  <a:srgbClr val="A4DDCA"/>
                </a:solidFill>
                <a:latin typeface="Noto Sans KR"/>
                <a:ea typeface="Noto Sans KR"/>
                <a:cs typeface="Noto Sans KR"/>
              </a:defRPr>
            </a:lvl6pPr>
            <a:lvl7pPr>
              <a:defRPr sz="1950" b="1">
                <a:solidFill>
                  <a:srgbClr val="A4DDCA"/>
                </a:solidFill>
                <a:latin typeface="Noto Sans KR"/>
                <a:ea typeface="Noto Sans KR"/>
                <a:cs typeface="Noto Sans KR"/>
              </a:defRPr>
            </a:lvl7pPr>
            <a:lvl8pPr>
              <a:defRPr sz="1950" b="1">
                <a:solidFill>
                  <a:srgbClr val="A4DDCA"/>
                </a:solidFill>
                <a:latin typeface="Noto Sans KR"/>
                <a:ea typeface="Noto Sans KR"/>
                <a:cs typeface="Noto Sans KR"/>
              </a:defRPr>
            </a:lvl8pPr>
            <a:lvl9pPr>
              <a:defRPr sz="1950" b="1">
                <a:solidFill>
                  <a:srgbClr val="A4DDCA"/>
                </a:solidFill>
                <a:latin typeface="Noto Sans KR"/>
                <a:ea typeface="Noto Sans KR"/>
                <a:cs typeface="Noto Sans KR"/>
              </a:defRPr>
            </a:lvl9pPr>
          </a:lstStyle>
          <a:p xmlns:a="http://schemas.openxmlformats.org/drawingml/2006/main">
            <a:pPr>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질문이 오면 하는 일</a:t>
            </a:r>
          </a:p>
        </p:txBody>
      </p:sp>
      <p:sp>
        <p:nvSpPr>
          <p:cNvPr id="8" name="body-2">
            <a:extLst xmlns:a="http://schemas.openxmlformats.org/drawingml/2006/main">
              <a:ext uri="{FF2B5EF4-FFF2-40B4-BE49-F238E27FC236}">
                <a16:creationId xmlns:a16="http://schemas.microsoft.com/office/drawing/2014/main" id="{91CF68E0-AE74-4E6C-B0FF-7DC13AD55584}"/>
              </a:ext>
            </a:extLst>
          </p:cNvPr>
          <p:cNvSpPr>
            <a:spLocks xmlns:a="http://schemas.openxmlformats.org/drawingml/2006/main" noGrp="1"/>
          </p:cNvSpPr>
          <p:nvPr/>
        </p:nvSpPr>
        <p:spPr>
          <a:xfrm xmlns:a="http://schemas.openxmlformats.org/drawingml/2006/main">
            <a:off x="3190875" y="44005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defRPr sz="2025" b="0">
                <a:solidFill>
                  <a:srgbClr val="E4EFEC"/>
                </a:solidFill>
                <a:latin typeface="Noto Sans KR"/>
                <a:ea typeface="Noto Sans KR"/>
                <a:cs typeface="Noto Sans KR"/>
              </a:defRPr>
            </a:lvl1pPr>
            <a:lvl2pPr>
              <a:defRPr sz="2025" b="0">
                <a:solidFill>
                  <a:srgbClr val="E4EFEC"/>
                </a:solidFill>
                <a:latin typeface="Noto Sans KR"/>
                <a:ea typeface="Noto Sans KR"/>
                <a:cs typeface="Noto Sans KR"/>
              </a:defRPr>
            </a:lvl2pPr>
            <a:lvl3pPr>
              <a:defRPr sz="2025" b="0">
                <a:solidFill>
                  <a:srgbClr val="E4EFEC"/>
                </a:solidFill>
                <a:latin typeface="Noto Sans KR"/>
                <a:ea typeface="Noto Sans KR"/>
                <a:cs typeface="Noto Sans KR"/>
              </a:defRPr>
            </a:lvl3pPr>
            <a:lvl4pPr>
              <a:defRPr sz="2025" b="0">
                <a:solidFill>
                  <a:srgbClr val="E4EFEC"/>
                </a:solidFill>
                <a:latin typeface="Noto Sans KR"/>
                <a:ea typeface="Noto Sans KR"/>
                <a:cs typeface="Noto Sans KR"/>
              </a:defRPr>
            </a:lvl4pPr>
            <a:lvl5pPr>
              <a:defRPr sz="2025" b="0">
                <a:solidFill>
                  <a:srgbClr val="E4EFEC"/>
                </a:solidFill>
                <a:latin typeface="Noto Sans KR"/>
                <a:ea typeface="Noto Sans KR"/>
                <a:cs typeface="Noto Sans KR"/>
              </a:defRPr>
            </a:lvl5pPr>
            <a:lvl6pPr>
              <a:defRPr sz="2025" b="0">
                <a:solidFill>
                  <a:srgbClr val="E4EFEC"/>
                </a:solidFill>
                <a:latin typeface="Noto Sans KR"/>
                <a:ea typeface="Noto Sans KR"/>
                <a:cs typeface="Noto Sans KR"/>
              </a:defRPr>
            </a:lvl6pPr>
            <a:lvl7pPr>
              <a:defRPr sz="2025" b="0">
                <a:solidFill>
                  <a:srgbClr val="E4EFEC"/>
                </a:solidFill>
                <a:latin typeface="Noto Sans KR"/>
                <a:ea typeface="Noto Sans KR"/>
                <a:cs typeface="Noto Sans KR"/>
              </a:defRPr>
            </a:lvl7pPr>
            <a:lvl8pPr>
              <a:defRPr sz="2025" b="0">
                <a:solidFill>
                  <a:srgbClr val="E4EFEC"/>
                </a:solidFill>
                <a:latin typeface="Noto Sans KR"/>
                <a:ea typeface="Noto Sans KR"/>
                <a:cs typeface="Noto Sans KR"/>
              </a:defRPr>
            </a:lvl8pPr>
            <a:lvl9pPr>
              <a:defRPr sz="2025" b="0">
                <a:solidFill>
                  <a:srgbClr val="E4EFEC"/>
                </a:solidFill>
                <a:latin typeface="Noto Sans KR"/>
                <a:ea typeface="Noto Sans KR"/>
                <a:cs typeface="Noto Sans KR"/>
              </a:defRPr>
            </a:lvl9pPr>
          </a:lstStyle>
          <a:p xmlns:a="http://schemas.openxmlformats.org/drawingml/2006/main">
            <a:pPr>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큰 그룹부터 관련 범위를 좁혀 필요한 요약과 원문을 찾습니다.</a:t>
            </a:r>
          </a:p>
        </p:txBody>
      </p:sp>
      <p:sp>
        <p:nvSpPr>
          <p:cNvPr id="9" name="page">
            <a:extLst xmlns:a="http://schemas.openxmlformats.org/drawingml/2006/main">
              <a:ext uri="{FF2B5EF4-FFF2-40B4-BE49-F238E27FC236}">
                <a16:creationId xmlns:a16="http://schemas.microsoft.com/office/drawing/2014/main" id="{33BAD80F-48B5-423A-B58D-E7E912E0EDE5}"/>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defRPr sz="1125" b="0">
                <a:solidFill>
                  <a:srgbClr val="8EABB7"/>
                </a:solidFill>
                <a:latin typeface="Noto Sans KR"/>
                <a:ea typeface="Noto Sans KR"/>
                <a:cs typeface="Noto Sans KR"/>
              </a:defRPr>
            </a:lvl1pPr>
            <a:lvl2pPr>
              <a:defRPr sz="1125" b="0">
                <a:solidFill>
                  <a:srgbClr val="8EABB7"/>
                </a:solidFill>
                <a:latin typeface="Noto Sans KR"/>
                <a:ea typeface="Noto Sans KR"/>
                <a:cs typeface="Noto Sans KR"/>
              </a:defRPr>
            </a:lvl2pPr>
            <a:lvl3pPr>
              <a:defRPr sz="1125" b="0">
                <a:solidFill>
                  <a:srgbClr val="8EABB7"/>
                </a:solidFill>
                <a:latin typeface="Noto Sans KR"/>
                <a:ea typeface="Noto Sans KR"/>
                <a:cs typeface="Noto Sans KR"/>
              </a:defRPr>
            </a:lvl3pPr>
            <a:lvl4pPr>
              <a:defRPr sz="1125" b="0">
                <a:solidFill>
                  <a:srgbClr val="8EABB7"/>
                </a:solidFill>
                <a:latin typeface="Noto Sans KR"/>
                <a:ea typeface="Noto Sans KR"/>
                <a:cs typeface="Noto Sans KR"/>
              </a:defRPr>
            </a:lvl4pPr>
            <a:lvl5pPr>
              <a:defRPr sz="1125" b="0">
                <a:solidFill>
                  <a:srgbClr val="8EABB7"/>
                </a:solidFill>
                <a:latin typeface="Noto Sans KR"/>
                <a:ea typeface="Noto Sans KR"/>
                <a:cs typeface="Noto Sans KR"/>
              </a:defRPr>
            </a:lvl5pPr>
            <a:lvl6pPr>
              <a:defRPr sz="1125" b="0">
                <a:solidFill>
                  <a:srgbClr val="8EABB7"/>
                </a:solidFill>
                <a:latin typeface="Noto Sans KR"/>
                <a:ea typeface="Noto Sans KR"/>
                <a:cs typeface="Noto Sans KR"/>
              </a:defRPr>
            </a:lvl6pPr>
            <a:lvl7pPr>
              <a:defRPr sz="1125" b="0">
                <a:solidFill>
                  <a:srgbClr val="8EABB7"/>
                </a:solidFill>
                <a:latin typeface="Noto Sans KR"/>
                <a:ea typeface="Noto Sans KR"/>
                <a:cs typeface="Noto Sans KR"/>
              </a:defRPr>
            </a:lvl7pPr>
            <a:lvl8pPr>
              <a:defRPr sz="1125" b="0">
                <a:solidFill>
                  <a:srgbClr val="8EABB7"/>
                </a:solidFill>
                <a:latin typeface="Noto Sans KR"/>
                <a:ea typeface="Noto Sans KR"/>
                <a:cs typeface="Noto Sans KR"/>
              </a:defRPr>
            </a:lvl8pPr>
            <a:lvl9pPr>
              <a:defRPr sz="1125" b="0">
                <a:solidFill>
                  <a:srgbClr val="8EABB7"/>
                </a:solidFill>
                <a:latin typeface="Noto Sans KR"/>
                <a:ea typeface="Noto Sans KR"/>
                <a:cs typeface="Noto Sans KR"/>
              </a:defRPr>
            </a:lvl9pPr>
          </a:lstStyle>
          <a:p xmlns:a="http://schemas.openxmlformats.org/drawingml/2006/main">
            <a:pPr>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28</a:t>
            </a:r>
          </a:p>
        </p:txBody>
      </p:sp>
    </p:spTree>
    <p:extLst>
      <p:ext uri="{BB962C8B-B14F-4D97-AF65-F5344CB8AC3E}">
        <p14:creationId xmlns:p14="http://schemas.microsoft.com/office/powerpoint/2010/main" val="639984891"/>
      </p:ext>
    </p:extLst>
  </p:cSld>
</p:sld>
</file>

<file path=ppt/slides/slide29.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0" name="section">
            <a:extLst xmlns:a="http://schemas.openxmlformats.org/drawingml/2006/main">
              <a:ext uri="{FF2B5EF4-FFF2-40B4-BE49-F238E27FC236}">
                <a16:creationId xmlns:a16="http://schemas.microsoft.com/office/drawing/2014/main" id="{1C4B9FDB-C31F-40D1-A5D3-A90CB4B2FDB4}"/>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defRPr sz="1125" b="1">
                <a:solidFill>
                  <a:srgbClr val="A4DDCA"/>
                </a:solidFill>
                <a:latin typeface="Noto Sans KR"/>
                <a:ea typeface="Noto Sans KR"/>
                <a:cs typeface="Noto Sans KR"/>
              </a:defRPr>
            </a:lvl1pPr>
            <a:lvl2pPr>
              <a:defRPr sz="1125" b="1">
                <a:solidFill>
                  <a:srgbClr val="A4DDCA"/>
                </a:solidFill>
                <a:latin typeface="Noto Sans KR"/>
                <a:ea typeface="Noto Sans KR"/>
                <a:cs typeface="Noto Sans KR"/>
              </a:defRPr>
            </a:lvl2pPr>
            <a:lvl3pPr>
              <a:defRPr sz="1125" b="1">
                <a:solidFill>
                  <a:srgbClr val="A4DDCA"/>
                </a:solidFill>
                <a:latin typeface="Noto Sans KR"/>
                <a:ea typeface="Noto Sans KR"/>
                <a:cs typeface="Noto Sans KR"/>
              </a:defRPr>
            </a:lvl3pPr>
            <a:lvl4pPr>
              <a:defRPr sz="1125" b="1">
                <a:solidFill>
                  <a:srgbClr val="A4DDCA"/>
                </a:solidFill>
                <a:latin typeface="Noto Sans KR"/>
                <a:ea typeface="Noto Sans KR"/>
                <a:cs typeface="Noto Sans KR"/>
              </a:defRPr>
            </a:lvl4pPr>
            <a:lvl5pPr>
              <a:defRPr sz="1125" b="1">
                <a:solidFill>
                  <a:srgbClr val="A4DDCA"/>
                </a:solidFill>
                <a:latin typeface="Noto Sans KR"/>
                <a:ea typeface="Noto Sans KR"/>
                <a:cs typeface="Noto Sans KR"/>
              </a:defRPr>
            </a:lvl5pPr>
            <a:lvl6pPr>
              <a:defRPr sz="1125" b="1">
                <a:solidFill>
                  <a:srgbClr val="A4DDCA"/>
                </a:solidFill>
                <a:latin typeface="Noto Sans KR"/>
                <a:ea typeface="Noto Sans KR"/>
                <a:cs typeface="Noto Sans KR"/>
              </a:defRPr>
            </a:lvl6pPr>
            <a:lvl7pPr>
              <a:defRPr sz="1125" b="1">
                <a:solidFill>
                  <a:srgbClr val="A4DDCA"/>
                </a:solidFill>
                <a:latin typeface="Noto Sans KR"/>
                <a:ea typeface="Noto Sans KR"/>
                <a:cs typeface="Noto Sans KR"/>
              </a:defRPr>
            </a:lvl7pPr>
            <a:lvl8pPr>
              <a:defRPr sz="1125" b="1">
                <a:solidFill>
                  <a:srgbClr val="A4DDCA"/>
                </a:solidFill>
                <a:latin typeface="Noto Sans KR"/>
                <a:ea typeface="Noto Sans KR"/>
                <a:cs typeface="Noto Sans KR"/>
              </a:defRPr>
            </a:lvl8pPr>
            <a:lvl9pPr>
              <a:defRPr sz="1125" b="1">
                <a:solidFill>
                  <a:srgbClr val="A4DDCA"/>
                </a:solidFill>
                <a:latin typeface="Noto Sans KR"/>
                <a:ea typeface="Noto Sans KR"/>
                <a:cs typeface="Noto Sans KR"/>
              </a:defRPr>
            </a:lvl9pPr>
          </a:lstStyle>
          <a:p xmlns:a="http://schemas.openxmlformats.org/drawingml/2006/main">
            <a:pPr>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F7A5AE43-D78B-400F-83ED-45E5EC9BB99E}"/>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defRPr sz="3000" b="1">
                <a:solidFill>
                  <a:srgbClr val="E4EFEC"/>
                </a:solidFill>
                <a:latin typeface="Noto Sans KR"/>
                <a:ea typeface="Noto Sans KR"/>
                <a:cs typeface="Noto Sans KR"/>
              </a:defRPr>
            </a:lvl1pPr>
            <a:lvl2pPr>
              <a:defRPr sz="3000" b="1">
                <a:solidFill>
                  <a:srgbClr val="E4EFEC"/>
                </a:solidFill>
                <a:latin typeface="Noto Sans KR"/>
                <a:ea typeface="Noto Sans KR"/>
                <a:cs typeface="Noto Sans KR"/>
              </a:defRPr>
            </a:lvl2pPr>
            <a:lvl3pPr>
              <a:defRPr sz="3000" b="1">
                <a:solidFill>
                  <a:srgbClr val="E4EFEC"/>
                </a:solidFill>
                <a:latin typeface="Noto Sans KR"/>
                <a:ea typeface="Noto Sans KR"/>
                <a:cs typeface="Noto Sans KR"/>
              </a:defRPr>
            </a:lvl3pPr>
            <a:lvl4pPr>
              <a:defRPr sz="3000" b="1">
                <a:solidFill>
                  <a:srgbClr val="E4EFEC"/>
                </a:solidFill>
                <a:latin typeface="Noto Sans KR"/>
                <a:ea typeface="Noto Sans KR"/>
                <a:cs typeface="Noto Sans KR"/>
              </a:defRPr>
            </a:lvl4pPr>
            <a:lvl5pPr>
              <a:defRPr sz="3000" b="1">
                <a:solidFill>
                  <a:srgbClr val="E4EFEC"/>
                </a:solidFill>
                <a:latin typeface="Noto Sans KR"/>
                <a:ea typeface="Noto Sans KR"/>
                <a:cs typeface="Noto Sans KR"/>
              </a:defRPr>
            </a:lvl5pPr>
            <a:lvl6pPr>
              <a:defRPr sz="3000" b="1">
                <a:solidFill>
                  <a:srgbClr val="E4EFEC"/>
                </a:solidFill>
                <a:latin typeface="Noto Sans KR"/>
                <a:ea typeface="Noto Sans KR"/>
                <a:cs typeface="Noto Sans KR"/>
              </a:defRPr>
            </a:lvl6pPr>
            <a:lvl7pPr>
              <a:defRPr sz="3000" b="1">
                <a:solidFill>
                  <a:srgbClr val="E4EFEC"/>
                </a:solidFill>
                <a:latin typeface="Noto Sans KR"/>
                <a:ea typeface="Noto Sans KR"/>
                <a:cs typeface="Noto Sans KR"/>
              </a:defRPr>
            </a:lvl7pPr>
            <a:lvl8pPr>
              <a:defRPr sz="3000" b="1">
                <a:solidFill>
                  <a:srgbClr val="E4EFEC"/>
                </a:solidFill>
                <a:latin typeface="Noto Sans KR"/>
                <a:ea typeface="Noto Sans KR"/>
                <a:cs typeface="Noto Sans KR"/>
              </a:defRPr>
            </a:lvl8pPr>
            <a:lvl9pPr>
              <a:defRPr sz="3000" b="1">
                <a:solidFill>
                  <a:srgbClr val="E4EFEC"/>
                </a:solidFill>
                <a:latin typeface="Noto Sans KR"/>
                <a:ea typeface="Noto Sans KR"/>
                <a:cs typeface="Noto Sans KR"/>
              </a:defRPr>
            </a:lvl9pPr>
          </a:lstStyle>
          <a:p xmlns:a="http://schemas.openxmlformats.org/drawingml/2006/main">
            <a:pPr>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ArchRAG를 질문에 대입하면</a:t>
            </a:r>
          </a:p>
        </p:txBody>
      </p:sp>
      <p:sp>
        <p:nvSpPr>
          <p:cNvPr id="3" name="label-0">
            <a:extLst xmlns:a="http://schemas.openxmlformats.org/drawingml/2006/main">
              <a:ext uri="{FF2B5EF4-FFF2-40B4-BE49-F238E27FC236}">
                <a16:creationId xmlns:a16="http://schemas.microsoft.com/office/drawing/2014/main" id="{03A176F2-AB80-44BB-A03B-6A64E9570D35}"/>
              </a:ext>
            </a:extLst>
          </p:cNvPr>
          <p:cNvSpPr>
            <a:spLocks xmlns:a="http://schemas.openxmlformats.org/drawingml/2006/main" noGrp="1"/>
          </p:cNvSpPr>
          <p:nvPr/>
        </p:nvSpPr>
        <p:spPr>
          <a:xfrm xmlns:a="http://schemas.openxmlformats.org/drawingml/2006/main">
            <a:off x="609600" y="186690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defRPr sz="1950" b="1">
                <a:solidFill>
                  <a:srgbClr val="A4DDCA"/>
                </a:solidFill>
                <a:latin typeface="Noto Sans KR"/>
                <a:ea typeface="Noto Sans KR"/>
                <a:cs typeface="Noto Sans KR"/>
              </a:defRPr>
            </a:lvl1pPr>
            <a:lvl2pPr>
              <a:defRPr sz="1950" b="1">
                <a:solidFill>
                  <a:srgbClr val="A4DDCA"/>
                </a:solidFill>
                <a:latin typeface="Noto Sans KR"/>
                <a:ea typeface="Noto Sans KR"/>
                <a:cs typeface="Noto Sans KR"/>
              </a:defRPr>
            </a:lvl2pPr>
            <a:lvl3pPr>
              <a:defRPr sz="1950" b="1">
                <a:solidFill>
                  <a:srgbClr val="A4DDCA"/>
                </a:solidFill>
                <a:latin typeface="Noto Sans KR"/>
                <a:ea typeface="Noto Sans KR"/>
                <a:cs typeface="Noto Sans KR"/>
              </a:defRPr>
            </a:lvl3pPr>
            <a:lvl4pPr>
              <a:defRPr sz="1950" b="1">
                <a:solidFill>
                  <a:srgbClr val="A4DDCA"/>
                </a:solidFill>
                <a:latin typeface="Noto Sans KR"/>
                <a:ea typeface="Noto Sans KR"/>
                <a:cs typeface="Noto Sans KR"/>
              </a:defRPr>
            </a:lvl4pPr>
            <a:lvl5pPr>
              <a:defRPr sz="1950" b="1">
                <a:solidFill>
                  <a:srgbClr val="A4DDCA"/>
                </a:solidFill>
                <a:latin typeface="Noto Sans KR"/>
                <a:ea typeface="Noto Sans KR"/>
                <a:cs typeface="Noto Sans KR"/>
              </a:defRPr>
            </a:lvl5pPr>
            <a:lvl6pPr>
              <a:defRPr sz="1950" b="1">
                <a:solidFill>
                  <a:srgbClr val="A4DDCA"/>
                </a:solidFill>
                <a:latin typeface="Noto Sans KR"/>
                <a:ea typeface="Noto Sans KR"/>
                <a:cs typeface="Noto Sans KR"/>
              </a:defRPr>
            </a:lvl6pPr>
            <a:lvl7pPr>
              <a:defRPr sz="1950" b="1">
                <a:solidFill>
                  <a:srgbClr val="A4DDCA"/>
                </a:solidFill>
                <a:latin typeface="Noto Sans KR"/>
                <a:ea typeface="Noto Sans KR"/>
                <a:cs typeface="Noto Sans KR"/>
              </a:defRPr>
            </a:lvl7pPr>
            <a:lvl8pPr>
              <a:defRPr sz="1950" b="1">
                <a:solidFill>
                  <a:srgbClr val="A4DDCA"/>
                </a:solidFill>
                <a:latin typeface="Noto Sans KR"/>
                <a:ea typeface="Noto Sans KR"/>
                <a:cs typeface="Noto Sans KR"/>
              </a:defRPr>
            </a:lvl8pPr>
            <a:lvl9pPr>
              <a:defRPr sz="1950" b="1">
                <a:solidFill>
                  <a:srgbClr val="A4DDCA"/>
                </a:solidFill>
                <a:latin typeface="Noto Sans KR"/>
                <a:ea typeface="Noto Sans KR"/>
                <a:cs typeface="Noto Sans KR"/>
              </a:defRPr>
            </a:lvl9pPr>
          </a:lstStyle>
          <a:p xmlns:a="http://schemas.openxmlformats.org/drawingml/2006/main">
            <a:pPr>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예시 질문</a:t>
            </a:r>
          </a:p>
        </p:txBody>
      </p:sp>
      <p:sp>
        <p:nvSpPr>
          <p:cNvPr id="4" name="body-0">
            <a:extLst xmlns:a="http://schemas.openxmlformats.org/drawingml/2006/main">
              <a:ext uri="{FF2B5EF4-FFF2-40B4-BE49-F238E27FC236}">
                <a16:creationId xmlns:a16="http://schemas.microsoft.com/office/drawing/2014/main" id="{A3639D52-D973-4562-9991-F3FB45022B44}"/>
              </a:ext>
            </a:extLst>
          </p:cNvPr>
          <p:cNvSpPr>
            <a:spLocks xmlns:a="http://schemas.openxmlformats.org/drawingml/2006/main" noGrp="1"/>
          </p:cNvSpPr>
          <p:nvPr/>
        </p:nvSpPr>
        <p:spPr>
          <a:xfrm xmlns:a="http://schemas.openxmlformats.org/drawingml/2006/main">
            <a:off x="3190875" y="186690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defRPr sz="2025" b="0">
                <a:solidFill>
                  <a:srgbClr val="E4EFEC"/>
                </a:solidFill>
                <a:latin typeface="Noto Sans KR"/>
                <a:ea typeface="Noto Sans KR"/>
                <a:cs typeface="Noto Sans KR"/>
              </a:defRPr>
            </a:lvl1pPr>
            <a:lvl2pPr>
              <a:defRPr sz="2025" b="0">
                <a:solidFill>
                  <a:srgbClr val="E4EFEC"/>
                </a:solidFill>
                <a:latin typeface="Noto Sans KR"/>
                <a:ea typeface="Noto Sans KR"/>
                <a:cs typeface="Noto Sans KR"/>
              </a:defRPr>
            </a:lvl2pPr>
            <a:lvl3pPr>
              <a:defRPr sz="2025" b="0">
                <a:solidFill>
                  <a:srgbClr val="E4EFEC"/>
                </a:solidFill>
                <a:latin typeface="Noto Sans KR"/>
                <a:ea typeface="Noto Sans KR"/>
                <a:cs typeface="Noto Sans KR"/>
              </a:defRPr>
            </a:lvl3pPr>
            <a:lvl4pPr>
              <a:defRPr sz="2025" b="0">
                <a:solidFill>
                  <a:srgbClr val="E4EFEC"/>
                </a:solidFill>
                <a:latin typeface="Noto Sans KR"/>
                <a:ea typeface="Noto Sans KR"/>
                <a:cs typeface="Noto Sans KR"/>
              </a:defRPr>
            </a:lvl4pPr>
            <a:lvl5pPr>
              <a:defRPr sz="2025" b="0">
                <a:solidFill>
                  <a:srgbClr val="E4EFEC"/>
                </a:solidFill>
                <a:latin typeface="Noto Sans KR"/>
                <a:ea typeface="Noto Sans KR"/>
                <a:cs typeface="Noto Sans KR"/>
              </a:defRPr>
            </a:lvl5pPr>
            <a:lvl6pPr>
              <a:defRPr sz="2025" b="0">
                <a:solidFill>
                  <a:srgbClr val="E4EFEC"/>
                </a:solidFill>
                <a:latin typeface="Noto Sans KR"/>
                <a:ea typeface="Noto Sans KR"/>
                <a:cs typeface="Noto Sans KR"/>
              </a:defRPr>
            </a:lvl6pPr>
            <a:lvl7pPr>
              <a:defRPr sz="2025" b="0">
                <a:solidFill>
                  <a:srgbClr val="E4EFEC"/>
                </a:solidFill>
                <a:latin typeface="Noto Sans KR"/>
                <a:ea typeface="Noto Sans KR"/>
                <a:cs typeface="Noto Sans KR"/>
              </a:defRPr>
            </a:lvl7pPr>
            <a:lvl8pPr>
              <a:defRPr sz="2025" b="0">
                <a:solidFill>
                  <a:srgbClr val="E4EFEC"/>
                </a:solidFill>
                <a:latin typeface="Noto Sans KR"/>
                <a:ea typeface="Noto Sans KR"/>
                <a:cs typeface="Noto Sans KR"/>
              </a:defRPr>
            </a:lvl8pPr>
            <a:lvl9pPr>
              <a:defRPr sz="2025" b="0">
                <a:solidFill>
                  <a:srgbClr val="E4EFEC"/>
                </a:solidFill>
                <a:latin typeface="Noto Sans KR"/>
                <a:ea typeface="Noto Sans KR"/>
                <a:cs typeface="Noto Sans KR"/>
              </a:defRPr>
            </a:lvl9pPr>
          </a:lstStyle>
          <a:p xmlns:a="http://schemas.openxmlformats.org/drawingml/2006/main">
            <a:pPr>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날씨와 관련된 운영 이슈를 묶어 설명해 주세요.</a:t>
            </a:r>
          </a:p>
        </p:txBody>
      </p:sp>
      <p:sp>
        <p:nvSpPr>
          <p:cNvPr id="5" name="label-1">
            <a:extLst xmlns:a="http://schemas.openxmlformats.org/drawingml/2006/main">
              <a:ext uri="{FF2B5EF4-FFF2-40B4-BE49-F238E27FC236}">
                <a16:creationId xmlns:a16="http://schemas.microsoft.com/office/drawing/2014/main" id="{DA0C007F-9C38-4481-A0CC-DD9544E01B4E}"/>
              </a:ext>
            </a:extLst>
          </p:cNvPr>
          <p:cNvSpPr>
            <a:spLocks xmlns:a="http://schemas.openxmlformats.org/drawingml/2006/main" noGrp="1"/>
          </p:cNvSpPr>
          <p:nvPr/>
        </p:nvSpPr>
        <p:spPr>
          <a:xfrm xmlns:a="http://schemas.openxmlformats.org/drawingml/2006/main">
            <a:off x="609600" y="31337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defRPr sz="1950" b="1">
                <a:solidFill>
                  <a:srgbClr val="A4DDCA"/>
                </a:solidFill>
                <a:latin typeface="Noto Sans KR"/>
                <a:ea typeface="Noto Sans KR"/>
                <a:cs typeface="Noto Sans KR"/>
              </a:defRPr>
            </a:lvl1pPr>
            <a:lvl2pPr>
              <a:defRPr sz="1950" b="1">
                <a:solidFill>
                  <a:srgbClr val="A4DDCA"/>
                </a:solidFill>
                <a:latin typeface="Noto Sans KR"/>
                <a:ea typeface="Noto Sans KR"/>
                <a:cs typeface="Noto Sans KR"/>
              </a:defRPr>
            </a:lvl2pPr>
            <a:lvl3pPr>
              <a:defRPr sz="1950" b="1">
                <a:solidFill>
                  <a:srgbClr val="A4DDCA"/>
                </a:solidFill>
                <a:latin typeface="Noto Sans KR"/>
                <a:ea typeface="Noto Sans KR"/>
                <a:cs typeface="Noto Sans KR"/>
              </a:defRPr>
            </a:lvl3pPr>
            <a:lvl4pPr>
              <a:defRPr sz="1950" b="1">
                <a:solidFill>
                  <a:srgbClr val="A4DDCA"/>
                </a:solidFill>
                <a:latin typeface="Noto Sans KR"/>
                <a:ea typeface="Noto Sans KR"/>
                <a:cs typeface="Noto Sans KR"/>
              </a:defRPr>
            </a:lvl4pPr>
            <a:lvl5pPr>
              <a:defRPr sz="1950" b="1">
                <a:solidFill>
                  <a:srgbClr val="A4DDCA"/>
                </a:solidFill>
                <a:latin typeface="Noto Sans KR"/>
                <a:ea typeface="Noto Sans KR"/>
                <a:cs typeface="Noto Sans KR"/>
              </a:defRPr>
            </a:lvl5pPr>
            <a:lvl6pPr>
              <a:defRPr sz="1950" b="1">
                <a:solidFill>
                  <a:srgbClr val="A4DDCA"/>
                </a:solidFill>
                <a:latin typeface="Noto Sans KR"/>
                <a:ea typeface="Noto Sans KR"/>
                <a:cs typeface="Noto Sans KR"/>
              </a:defRPr>
            </a:lvl6pPr>
            <a:lvl7pPr>
              <a:defRPr sz="1950" b="1">
                <a:solidFill>
                  <a:srgbClr val="A4DDCA"/>
                </a:solidFill>
                <a:latin typeface="Noto Sans KR"/>
                <a:ea typeface="Noto Sans KR"/>
                <a:cs typeface="Noto Sans KR"/>
              </a:defRPr>
            </a:lvl7pPr>
            <a:lvl8pPr>
              <a:defRPr sz="1950" b="1">
                <a:solidFill>
                  <a:srgbClr val="A4DDCA"/>
                </a:solidFill>
                <a:latin typeface="Noto Sans KR"/>
                <a:ea typeface="Noto Sans KR"/>
                <a:cs typeface="Noto Sans KR"/>
              </a:defRPr>
            </a:lvl8pPr>
            <a:lvl9pPr>
              <a:defRPr sz="1950" b="1">
                <a:solidFill>
                  <a:srgbClr val="A4DDCA"/>
                </a:solidFill>
                <a:latin typeface="Noto Sans KR"/>
                <a:ea typeface="Noto Sans KR"/>
                <a:cs typeface="Noto Sans KR"/>
              </a:defRPr>
            </a:lvl9pPr>
          </a:lstStyle>
          <a:p xmlns:a="http://schemas.openxmlformats.org/drawingml/2006/main">
            <a:pPr>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모을 근거</a:t>
            </a:r>
          </a:p>
        </p:txBody>
      </p:sp>
      <p:sp>
        <p:nvSpPr>
          <p:cNvPr id="6" name="body-1">
            <a:extLst xmlns:a="http://schemas.openxmlformats.org/drawingml/2006/main">
              <a:ext uri="{FF2B5EF4-FFF2-40B4-BE49-F238E27FC236}">
                <a16:creationId xmlns:a16="http://schemas.microsoft.com/office/drawing/2014/main" id="{1787B193-B76F-4074-B181-5F9EFC870A43}"/>
              </a:ext>
            </a:extLst>
          </p:cNvPr>
          <p:cNvSpPr>
            <a:spLocks xmlns:a="http://schemas.openxmlformats.org/drawingml/2006/main" noGrp="1"/>
          </p:cNvSpPr>
          <p:nvPr/>
        </p:nvSpPr>
        <p:spPr>
          <a:xfrm xmlns:a="http://schemas.openxmlformats.org/drawingml/2006/main">
            <a:off x="3190875" y="31337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defRPr sz="2025" b="0">
                <a:solidFill>
                  <a:srgbClr val="E4EFEC"/>
                </a:solidFill>
                <a:latin typeface="Noto Sans KR"/>
                <a:ea typeface="Noto Sans KR"/>
                <a:cs typeface="Noto Sans KR"/>
              </a:defRPr>
            </a:lvl1pPr>
            <a:lvl2pPr>
              <a:defRPr sz="2025" b="0">
                <a:solidFill>
                  <a:srgbClr val="E4EFEC"/>
                </a:solidFill>
                <a:latin typeface="Noto Sans KR"/>
                <a:ea typeface="Noto Sans KR"/>
                <a:cs typeface="Noto Sans KR"/>
              </a:defRPr>
            </a:lvl2pPr>
            <a:lvl3pPr>
              <a:defRPr sz="2025" b="0">
                <a:solidFill>
                  <a:srgbClr val="E4EFEC"/>
                </a:solidFill>
                <a:latin typeface="Noto Sans KR"/>
                <a:ea typeface="Noto Sans KR"/>
                <a:cs typeface="Noto Sans KR"/>
              </a:defRPr>
            </a:lvl3pPr>
            <a:lvl4pPr>
              <a:defRPr sz="2025" b="0">
                <a:solidFill>
                  <a:srgbClr val="E4EFEC"/>
                </a:solidFill>
                <a:latin typeface="Noto Sans KR"/>
                <a:ea typeface="Noto Sans KR"/>
                <a:cs typeface="Noto Sans KR"/>
              </a:defRPr>
            </a:lvl4pPr>
            <a:lvl5pPr>
              <a:defRPr sz="2025" b="0">
                <a:solidFill>
                  <a:srgbClr val="E4EFEC"/>
                </a:solidFill>
                <a:latin typeface="Noto Sans KR"/>
                <a:ea typeface="Noto Sans KR"/>
                <a:cs typeface="Noto Sans KR"/>
              </a:defRPr>
            </a:lvl5pPr>
            <a:lvl6pPr>
              <a:defRPr sz="2025" b="0">
                <a:solidFill>
                  <a:srgbClr val="E4EFEC"/>
                </a:solidFill>
                <a:latin typeface="Noto Sans KR"/>
                <a:ea typeface="Noto Sans KR"/>
                <a:cs typeface="Noto Sans KR"/>
              </a:defRPr>
            </a:lvl6pPr>
            <a:lvl7pPr>
              <a:defRPr sz="2025" b="0">
                <a:solidFill>
                  <a:srgbClr val="E4EFEC"/>
                </a:solidFill>
                <a:latin typeface="Noto Sans KR"/>
                <a:ea typeface="Noto Sans KR"/>
                <a:cs typeface="Noto Sans KR"/>
              </a:defRPr>
            </a:lvl7pPr>
            <a:lvl8pPr>
              <a:defRPr sz="2025" b="0">
                <a:solidFill>
                  <a:srgbClr val="E4EFEC"/>
                </a:solidFill>
                <a:latin typeface="Noto Sans KR"/>
                <a:ea typeface="Noto Sans KR"/>
                <a:cs typeface="Noto Sans KR"/>
              </a:defRPr>
            </a:lvl8pPr>
            <a:lvl9pPr>
              <a:defRPr sz="2025" b="0">
                <a:solidFill>
                  <a:srgbClr val="E4EFEC"/>
                </a:solidFill>
                <a:latin typeface="Noto Sans KR"/>
                <a:ea typeface="Noto Sans KR"/>
                <a:cs typeface="Noto Sans KR"/>
              </a:defRPr>
            </a:lvl9pPr>
          </a:lstStyle>
          <a:p xmlns:a="http://schemas.openxmlformats.org/drawingml/2006/main">
            <a:pPr>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전체 그룹을 모두 읽기보다 관련 그룹의 요약과 원문을 선택합니다.</a:t>
            </a:r>
          </a:p>
        </p:txBody>
      </p:sp>
      <p:sp>
        <p:nvSpPr>
          <p:cNvPr id="7" name="label-2">
            <a:extLst xmlns:a="http://schemas.openxmlformats.org/drawingml/2006/main">
              <a:ext uri="{FF2B5EF4-FFF2-40B4-BE49-F238E27FC236}">
                <a16:creationId xmlns:a16="http://schemas.microsoft.com/office/drawing/2014/main" id="{DD3F49E0-A79E-4DFA-A885-A603FCC9A583}"/>
              </a:ext>
            </a:extLst>
          </p:cNvPr>
          <p:cNvSpPr>
            <a:spLocks xmlns:a="http://schemas.openxmlformats.org/drawingml/2006/main" noGrp="1"/>
          </p:cNvSpPr>
          <p:nvPr/>
        </p:nvSpPr>
        <p:spPr>
          <a:xfrm xmlns:a="http://schemas.openxmlformats.org/drawingml/2006/main">
            <a:off x="609600" y="44005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defRPr sz="1950" b="1">
                <a:solidFill>
                  <a:srgbClr val="A4DDCA"/>
                </a:solidFill>
                <a:latin typeface="Noto Sans KR"/>
                <a:ea typeface="Noto Sans KR"/>
                <a:cs typeface="Noto Sans KR"/>
              </a:defRPr>
            </a:lvl1pPr>
            <a:lvl2pPr>
              <a:defRPr sz="1950" b="1">
                <a:solidFill>
                  <a:srgbClr val="A4DDCA"/>
                </a:solidFill>
                <a:latin typeface="Noto Sans KR"/>
                <a:ea typeface="Noto Sans KR"/>
                <a:cs typeface="Noto Sans KR"/>
              </a:defRPr>
            </a:lvl2pPr>
            <a:lvl3pPr>
              <a:defRPr sz="1950" b="1">
                <a:solidFill>
                  <a:srgbClr val="A4DDCA"/>
                </a:solidFill>
                <a:latin typeface="Noto Sans KR"/>
                <a:ea typeface="Noto Sans KR"/>
                <a:cs typeface="Noto Sans KR"/>
              </a:defRPr>
            </a:lvl3pPr>
            <a:lvl4pPr>
              <a:defRPr sz="1950" b="1">
                <a:solidFill>
                  <a:srgbClr val="A4DDCA"/>
                </a:solidFill>
                <a:latin typeface="Noto Sans KR"/>
                <a:ea typeface="Noto Sans KR"/>
                <a:cs typeface="Noto Sans KR"/>
              </a:defRPr>
            </a:lvl4pPr>
            <a:lvl5pPr>
              <a:defRPr sz="1950" b="1">
                <a:solidFill>
                  <a:srgbClr val="A4DDCA"/>
                </a:solidFill>
                <a:latin typeface="Noto Sans KR"/>
                <a:ea typeface="Noto Sans KR"/>
                <a:cs typeface="Noto Sans KR"/>
              </a:defRPr>
            </a:lvl5pPr>
            <a:lvl6pPr>
              <a:defRPr sz="1950" b="1">
                <a:solidFill>
                  <a:srgbClr val="A4DDCA"/>
                </a:solidFill>
                <a:latin typeface="Noto Sans KR"/>
                <a:ea typeface="Noto Sans KR"/>
                <a:cs typeface="Noto Sans KR"/>
              </a:defRPr>
            </a:lvl6pPr>
            <a:lvl7pPr>
              <a:defRPr sz="1950" b="1">
                <a:solidFill>
                  <a:srgbClr val="A4DDCA"/>
                </a:solidFill>
                <a:latin typeface="Noto Sans KR"/>
                <a:ea typeface="Noto Sans KR"/>
                <a:cs typeface="Noto Sans KR"/>
              </a:defRPr>
            </a:lvl7pPr>
            <a:lvl8pPr>
              <a:defRPr sz="1950" b="1">
                <a:solidFill>
                  <a:srgbClr val="A4DDCA"/>
                </a:solidFill>
                <a:latin typeface="Noto Sans KR"/>
                <a:ea typeface="Noto Sans KR"/>
                <a:cs typeface="Noto Sans KR"/>
              </a:defRPr>
            </a:lvl8pPr>
            <a:lvl9pPr>
              <a:defRPr sz="1950" b="1">
                <a:solidFill>
                  <a:srgbClr val="A4DDCA"/>
                </a:solidFill>
                <a:latin typeface="Noto Sans KR"/>
                <a:ea typeface="Noto Sans KR"/>
                <a:cs typeface="Noto Sans KR"/>
              </a:defRPr>
            </a:lvl9pPr>
          </a:lstStyle>
          <a:p xmlns:a="http://schemas.openxmlformats.org/drawingml/2006/main">
            <a:pPr>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주의할 점</a:t>
            </a:r>
          </a:p>
        </p:txBody>
      </p:sp>
      <p:sp>
        <p:nvSpPr>
          <p:cNvPr id="8" name="body-2">
            <a:extLst xmlns:a="http://schemas.openxmlformats.org/drawingml/2006/main">
              <a:ext uri="{FF2B5EF4-FFF2-40B4-BE49-F238E27FC236}">
                <a16:creationId xmlns:a16="http://schemas.microsoft.com/office/drawing/2014/main" id="{E8F74892-EBD0-4204-96FF-63C3E6623913}"/>
              </a:ext>
            </a:extLst>
          </p:cNvPr>
          <p:cNvSpPr>
            <a:spLocks xmlns:a="http://schemas.openxmlformats.org/drawingml/2006/main" noGrp="1"/>
          </p:cNvSpPr>
          <p:nvPr/>
        </p:nvSpPr>
        <p:spPr>
          <a:xfrm xmlns:a="http://schemas.openxmlformats.org/drawingml/2006/main">
            <a:off x="3190875" y="44005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defRPr sz="2025" b="0">
                <a:solidFill>
                  <a:srgbClr val="E4EFEC"/>
                </a:solidFill>
                <a:latin typeface="Noto Sans KR"/>
                <a:ea typeface="Noto Sans KR"/>
                <a:cs typeface="Noto Sans KR"/>
              </a:defRPr>
            </a:lvl1pPr>
            <a:lvl2pPr>
              <a:defRPr sz="2025" b="0">
                <a:solidFill>
                  <a:srgbClr val="E4EFEC"/>
                </a:solidFill>
                <a:latin typeface="Noto Sans KR"/>
                <a:ea typeface="Noto Sans KR"/>
                <a:cs typeface="Noto Sans KR"/>
              </a:defRPr>
            </a:lvl2pPr>
            <a:lvl3pPr>
              <a:defRPr sz="2025" b="0">
                <a:solidFill>
                  <a:srgbClr val="E4EFEC"/>
                </a:solidFill>
                <a:latin typeface="Noto Sans KR"/>
                <a:ea typeface="Noto Sans KR"/>
                <a:cs typeface="Noto Sans KR"/>
              </a:defRPr>
            </a:lvl3pPr>
            <a:lvl4pPr>
              <a:defRPr sz="2025" b="0">
                <a:solidFill>
                  <a:srgbClr val="E4EFEC"/>
                </a:solidFill>
                <a:latin typeface="Noto Sans KR"/>
                <a:ea typeface="Noto Sans KR"/>
                <a:cs typeface="Noto Sans KR"/>
              </a:defRPr>
            </a:lvl4pPr>
            <a:lvl5pPr>
              <a:defRPr sz="2025" b="0">
                <a:solidFill>
                  <a:srgbClr val="E4EFEC"/>
                </a:solidFill>
                <a:latin typeface="Noto Sans KR"/>
                <a:ea typeface="Noto Sans KR"/>
                <a:cs typeface="Noto Sans KR"/>
              </a:defRPr>
            </a:lvl5pPr>
            <a:lvl6pPr>
              <a:defRPr sz="2025" b="0">
                <a:solidFill>
                  <a:srgbClr val="E4EFEC"/>
                </a:solidFill>
                <a:latin typeface="Noto Sans KR"/>
                <a:ea typeface="Noto Sans KR"/>
                <a:cs typeface="Noto Sans KR"/>
              </a:defRPr>
            </a:lvl6pPr>
            <a:lvl7pPr>
              <a:defRPr sz="2025" b="0">
                <a:solidFill>
                  <a:srgbClr val="E4EFEC"/>
                </a:solidFill>
                <a:latin typeface="Noto Sans KR"/>
                <a:ea typeface="Noto Sans KR"/>
                <a:cs typeface="Noto Sans KR"/>
              </a:defRPr>
            </a:lvl7pPr>
            <a:lvl8pPr>
              <a:defRPr sz="2025" b="0">
                <a:solidFill>
                  <a:srgbClr val="E4EFEC"/>
                </a:solidFill>
                <a:latin typeface="Noto Sans KR"/>
                <a:ea typeface="Noto Sans KR"/>
                <a:cs typeface="Noto Sans KR"/>
              </a:defRPr>
            </a:lvl8pPr>
            <a:lvl9pPr>
              <a:defRPr sz="2025" b="0">
                <a:solidFill>
                  <a:srgbClr val="E4EFEC"/>
                </a:solidFill>
                <a:latin typeface="Noto Sans KR"/>
                <a:ea typeface="Noto Sans KR"/>
                <a:cs typeface="Noto Sans KR"/>
              </a:defRPr>
            </a:lvl9pPr>
          </a:lstStyle>
          <a:p xmlns:a="http://schemas.openxmlformats.org/drawingml/2006/main">
            <a:pPr>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그룹과 검색 구조를 만드는 비용, 그룹을 잘못 좁히는 오류가 있습니다.</a:t>
            </a:r>
          </a:p>
        </p:txBody>
      </p:sp>
      <p:sp>
        <p:nvSpPr>
          <p:cNvPr id="9" name="page">
            <a:extLst xmlns:a="http://schemas.openxmlformats.org/drawingml/2006/main">
              <a:ext uri="{FF2B5EF4-FFF2-40B4-BE49-F238E27FC236}">
                <a16:creationId xmlns:a16="http://schemas.microsoft.com/office/drawing/2014/main" id="{ADC220ED-3778-42E9-9B9E-247AE866191C}"/>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defRPr sz="1125" b="0">
                <a:solidFill>
                  <a:srgbClr val="8EABB7"/>
                </a:solidFill>
                <a:latin typeface="Noto Sans KR"/>
                <a:ea typeface="Noto Sans KR"/>
                <a:cs typeface="Noto Sans KR"/>
              </a:defRPr>
            </a:lvl1pPr>
            <a:lvl2pPr>
              <a:defRPr sz="1125" b="0">
                <a:solidFill>
                  <a:srgbClr val="8EABB7"/>
                </a:solidFill>
                <a:latin typeface="Noto Sans KR"/>
                <a:ea typeface="Noto Sans KR"/>
                <a:cs typeface="Noto Sans KR"/>
              </a:defRPr>
            </a:lvl2pPr>
            <a:lvl3pPr>
              <a:defRPr sz="1125" b="0">
                <a:solidFill>
                  <a:srgbClr val="8EABB7"/>
                </a:solidFill>
                <a:latin typeface="Noto Sans KR"/>
                <a:ea typeface="Noto Sans KR"/>
                <a:cs typeface="Noto Sans KR"/>
              </a:defRPr>
            </a:lvl3pPr>
            <a:lvl4pPr>
              <a:defRPr sz="1125" b="0">
                <a:solidFill>
                  <a:srgbClr val="8EABB7"/>
                </a:solidFill>
                <a:latin typeface="Noto Sans KR"/>
                <a:ea typeface="Noto Sans KR"/>
                <a:cs typeface="Noto Sans KR"/>
              </a:defRPr>
            </a:lvl4pPr>
            <a:lvl5pPr>
              <a:defRPr sz="1125" b="0">
                <a:solidFill>
                  <a:srgbClr val="8EABB7"/>
                </a:solidFill>
                <a:latin typeface="Noto Sans KR"/>
                <a:ea typeface="Noto Sans KR"/>
                <a:cs typeface="Noto Sans KR"/>
              </a:defRPr>
            </a:lvl5pPr>
            <a:lvl6pPr>
              <a:defRPr sz="1125" b="0">
                <a:solidFill>
                  <a:srgbClr val="8EABB7"/>
                </a:solidFill>
                <a:latin typeface="Noto Sans KR"/>
                <a:ea typeface="Noto Sans KR"/>
                <a:cs typeface="Noto Sans KR"/>
              </a:defRPr>
            </a:lvl6pPr>
            <a:lvl7pPr>
              <a:defRPr sz="1125" b="0">
                <a:solidFill>
                  <a:srgbClr val="8EABB7"/>
                </a:solidFill>
                <a:latin typeface="Noto Sans KR"/>
                <a:ea typeface="Noto Sans KR"/>
                <a:cs typeface="Noto Sans KR"/>
              </a:defRPr>
            </a:lvl7pPr>
            <a:lvl8pPr>
              <a:defRPr sz="1125" b="0">
                <a:solidFill>
                  <a:srgbClr val="8EABB7"/>
                </a:solidFill>
                <a:latin typeface="Noto Sans KR"/>
                <a:ea typeface="Noto Sans KR"/>
                <a:cs typeface="Noto Sans KR"/>
              </a:defRPr>
            </a:lvl8pPr>
            <a:lvl9pPr>
              <a:defRPr sz="1125" b="0">
                <a:solidFill>
                  <a:srgbClr val="8EABB7"/>
                </a:solidFill>
                <a:latin typeface="Noto Sans KR"/>
                <a:ea typeface="Noto Sans KR"/>
                <a:cs typeface="Noto Sans KR"/>
              </a:defRPr>
            </a:lvl9pPr>
          </a:lstStyle>
          <a:p xmlns:a="http://schemas.openxmlformats.org/drawingml/2006/main">
            <a:pPr>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29</a:t>
            </a:r>
          </a:p>
        </p:txBody>
      </p:sp>
    </p:spTree>
    <p:extLst>
      <p:ext uri="{BB962C8B-B14F-4D97-AF65-F5344CB8AC3E}">
        <p14:creationId xmlns:p14="http://schemas.microsoft.com/office/powerpoint/2010/main" val="708282588"/>
      </p:ext>
    </p:extLst>
  </p:cSld>
</p:sld>
</file>

<file path=ppt/slides/slide30.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0" name="section">
            <a:extLst xmlns:a="http://schemas.openxmlformats.org/drawingml/2006/main">
              <a:ext uri="{FF2B5EF4-FFF2-40B4-BE49-F238E27FC236}">
                <a16:creationId xmlns:a16="http://schemas.microsoft.com/office/drawing/2014/main" id="{412DCE56-4ED6-4FA5-AD78-DB4CEB8B911D}"/>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defRPr sz="1125" b="1">
                <a:solidFill>
                  <a:srgbClr val="A4DDCA"/>
                </a:solidFill>
                <a:latin typeface="Noto Sans KR"/>
                <a:ea typeface="Noto Sans KR"/>
                <a:cs typeface="Noto Sans KR"/>
              </a:defRPr>
            </a:lvl1pPr>
            <a:lvl2pPr>
              <a:defRPr sz="1125" b="1">
                <a:solidFill>
                  <a:srgbClr val="A4DDCA"/>
                </a:solidFill>
                <a:latin typeface="Noto Sans KR"/>
                <a:ea typeface="Noto Sans KR"/>
                <a:cs typeface="Noto Sans KR"/>
              </a:defRPr>
            </a:lvl2pPr>
            <a:lvl3pPr>
              <a:defRPr sz="1125" b="1">
                <a:solidFill>
                  <a:srgbClr val="A4DDCA"/>
                </a:solidFill>
                <a:latin typeface="Noto Sans KR"/>
                <a:ea typeface="Noto Sans KR"/>
                <a:cs typeface="Noto Sans KR"/>
              </a:defRPr>
            </a:lvl3pPr>
            <a:lvl4pPr>
              <a:defRPr sz="1125" b="1">
                <a:solidFill>
                  <a:srgbClr val="A4DDCA"/>
                </a:solidFill>
                <a:latin typeface="Noto Sans KR"/>
                <a:ea typeface="Noto Sans KR"/>
                <a:cs typeface="Noto Sans KR"/>
              </a:defRPr>
            </a:lvl4pPr>
            <a:lvl5pPr>
              <a:defRPr sz="1125" b="1">
                <a:solidFill>
                  <a:srgbClr val="A4DDCA"/>
                </a:solidFill>
                <a:latin typeface="Noto Sans KR"/>
                <a:ea typeface="Noto Sans KR"/>
                <a:cs typeface="Noto Sans KR"/>
              </a:defRPr>
            </a:lvl5pPr>
            <a:lvl6pPr>
              <a:defRPr sz="1125" b="1">
                <a:solidFill>
                  <a:srgbClr val="A4DDCA"/>
                </a:solidFill>
                <a:latin typeface="Noto Sans KR"/>
                <a:ea typeface="Noto Sans KR"/>
                <a:cs typeface="Noto Sans KR"/>
              </a:defRPr>
            </a:lvl6pPr>
            <a:lvl7pPr>
              <a:defRPr sz="1125" b="1">
                <a:solidFill>
                  <a:srgbClr val="A4DDCA"/>
                </a:solidFill>
                <a:latin typeface="Noto Sans KR"/>
                <a:ea typeface="Noto Sans KR"/>
                <a:cs typeface="Noto Sans KR"/>
              </a:defRPr>
            </a:lvl7pPr>
            <a:lvl8pPr>
              <a:defRPr sz="1125" b="1">
                <a:solidFill>
                  <a:srgbClr val="A4DDCA"/>
                </a:solidFill>
                <a:latin typeface="Noto Sans KR"/>
                <a:ea typeface="Noto Sans KR"/>
                <a:cs typeface="Noto Sans KR"/>
              </a:defRPr>
            </a:lvl8pPr>
            <a:lvl9pPr>
              <a:defRPr sz="1125" b="1">
                <a:solidFill>
                  <a:srgbClr val="A4DDCA"/>
                </a:solidFill>
                <a:latin typeface="Noto Sans KR"/>
                <a:ea typeface="Noto Sans KR"/>
                <a:cs typeface="Noto Sans KR"/>
              </a:defRPr>
            </a:lvl9pPr>
          </a:lstStyle>
          <a:p xmlns:a="http://schemas.openxmlformats.org/drawingml/2006/main">
            <a:pPr>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22F11DA0-9219-4DAA-BA76-CB4EAE135B8B}"/>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defRPr sz="3000" b="1">
                <a:solidFill>
                  <a:srgbClr val="E4EFEC"/>
                </a:solidFill>
                <a:latin typeface="Noto Sans KR"/>
                <a:ea typeface="Noto Sans KR"/>
                <a:cs typeface="Noto Sans KR"/>
              </a:defRPr>
            </a:lvl1pPr>
            <a:lvl2pPr>
              <a:defRPr sz="3000" b="1">
                <a:solidFill>
                  <a:srgbClr val="E4EFEC"/>
                </a:solidFill>
                <a:latin typeface="Noto Sans KR"/>
                <a:ea typeface="Noto Sans KR"/>
                <a:cs typeface="Noto Sans KR"/>
              </a:defRPr>
            </a:lvl2pPr>
            <a:lvl3pPr>
              <a:defRPr sz="3000" b="1">
                <a:solidFill>
                  <a:srgbClr val="E4EFEC"/>
                </a:solidFill>
                <a:latin typeface="Noto Sans KR"/>
                <a:ea typeface="Noto Sans KR"/>
                <a:cs typeface="Noto Sans KR"/>
              </a:defRPr>
            </a:lvl3pPr>
            <a:lvl4pPr>
              <a:defRPr sz="3000" b="1">
                <a:solidFill>
                  <a:srgbClr val="E4EFEC"/>
                </a:solidFill>
                <a:latin typeface="Noto Sans KR"/>
                <a:ea typeface="Noto Sans KR"/>
                <a:cs typeface="Noto Sans KR"/>
              </a:defRPr>
            </a:lvl4pPr>
            <a:lvl5pPr>
              <a:defRPr sz="3000" b="1">
                <a:solidFill>
                  <a:srgbClr val="E4EFEC"/>
                </a:solidFill>
                <a:latin typeface="Noto Sans KR"/>
                <a:ea typeface="Noto Sans KR"/>
                <a:cs typeface="Noto Sans KR"/>
              </a:defRPr>
            </a:lvl5pPr>
            <a:lvl6pPr>
              <a:defRPr sz="3000" b="1">
                <a:solidFill>
                  <a:srgbClr val="E4EFEC"/>
                </a:solidFill>
                <a:latin typeface="Noto Sans KR"/>
                <a:ea typeface="Noto Sans KR"/>
                <a:cs typeface="Noto Sans KR"/>
              </a:defRPr>
            </a:lvl6pPr>
            <a:lvl7pPr>
              <a:defRPr sz="3000" b="1">
                <a:solidFill>
                  <a:srgbClr val="E4EFEC"/>
                </a:solidFill>
                <a:latin typeface="Noto Sans KR"/>
                <a:ea typeface="Noto Sans KR"/>
                <a:cs typeface="Noto Sans KR"/>
              </a:defRPr>
            </a:lvl7pPr>
            <a:lvl8pPr>
              <a:defRPr sz="3000" b="1">
                <a:solidFill>
                  <a:srgbClr val="E4EFEC"/>
                </a:solidFill>
                <a:latin typeface="Noto Sans KR"/>
                <a:ea typeface="Noto Sans KR"/>
                <a:cs typeface="Noto Sans KR"/>
              </a:defRPr>
            </a:lvl8pPr>
            <a:lvl9pPr>
              <a:defRPr sz="3000" b="1">
                <a:solidFill>
                  <a:srgbClr val="E4EFEC"/>
                </a:solidFill>
                <a:latin typeface="Noto Sans KR"/>
                <a:ea typeface="Noto Sans KR"/>
                <a:cs typeface="Noto Sans KR"/>
              </a:defRPr>
            </a:lvl9pPr>
          </a:lstStyle>
          <a:p xmlns:a="http://schemas.openxmlformats.org/drawingml/2006/main">
            <a:pPr>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LinearRAG: 관계 이름보다 개체의 출현을 활용</a:t>
            </a:r>
          </a:p>
        </p:txBody>
      </p:sp>
      <p:sp>
        <p:nvSpPr>
          <p:cNvPr id="3" name="label-0">
            <a:extLst xmlns:a="http://schemas.openxmlformats.org/drawingml/2006/main">
              <a:ext uri="{FF2B5EF4-FFF2-40B4-BE49-F238E27FC236}">
                <a16:creationId xmlns:a16="http://schemas.microsoft.com/office/drawing/2014/main" id="{2B226033-41EA-4DC4-8F44-8A1192817629}"/>
              </a:ext>
            </a:extLst>
          </p:cNvPr>
          <p:cNvSpPr>
            <a:spLocks xmlns:a="http://schemas.openxmlformats.org/drawingml/2006/main" noGrp="1"/>
          </p:cNvSpPr>
          <p:nvPr/>
        </p:nvSpPr>
        <p:spPr>
          <a:xfrm xmlns:a="http://schemas.openxmlformats.org/drawingml/2006/main">
            <a:off x="609600" y="186690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defRPr sz="1950" b="1">
                <a:solidFill>
                  <a:srgbClr val="A4DDCA"/>
                </a:solidFill>
                <a:latin typeface="Noto Sans KR"/>
                <a:ea typeface="Noto Sans KR"/>
                <a:cs typeface="Noto Sans KR"/>
              </a:defRPr>
            </a:lvl1pPr>
            <a:lvl2pPr>
              <a:defRPr sz="1950" b="1">
                <a:solidFill>
                  <a:srgbClr val="A4DDCA"/>
                </a:solidFill>
                <a:latin typeface="Noto Sans KR"/>
                <a:ea typeface="Noto Sans KR"/>
                <a:cs typeface="Noto Sans KR"/>
              </a:defRPr>
            </a:lvl2pPr>
            <a:lvl3pPr>
              <a:defRPr sz="1950" b="1">
                <a:solidFill>
                  <a:srgbClr val="A4DDCA"/>
                </a:solidFill>
                <a:latin typeface="Noto Sans KR"/>
                <a:ea typeface="Noto Sans KR"/>
                <a:cs typeface="Noto Sans KR"/>
              </a:defRPr>
            </a:lvl3pPr>
            <a:lvl4pPr>
              <a:defRPr sz="1950" b="1">
                <a:solidFill>
                  <a:srgbClr val="A4DDCA"/>
                </a:solidFill>
                <a:latin typeface="Noto Sans KR"/>
                <a:ea typeface="Noto Sans KR"/>
                <a:cs typeface="Noto Sans KR"/>
              </a:defRPr>
            </a:lvl4pPr>
            <a:lvl5pPr>
              <a:defRPr sz="1950" b="1">
                <a:solidFill>
                  <a:srgbClr val="A4DDCA"/>
                </a:solidFill>
                <a:latin typeface="Noto Sans KR"/>
                <a:ea typeface="Noto Sans KR"/>
                <a:cs typeface="Noto Sans KR"/>
              </a:defRPr>
            </a:lvl5pPr>
            <a:lvl6pPr>
              <a:defRPr sz="1950" b="1">
                <a:solidFill>
                  <a:srgbClr val="A4DDCA"/>
                </a:solidFill>
                <a:latin typeface="Noto Sans KR"/>
                <a:ea typeface="Noto Sans KR"/>
                <a:cs typeface="Noto Sans KR"/>
              </a:defRPr>
            </a:lvl6pPr>
            <a:lvl7pPr>
              <a:defRPr sz="1950" b="1">
                <a:solidFill>
                  <a:srgbClr val="A4DDCA"/>
                </a:solidFill>
                <a:latin typeface="Noto Sans KR"/>
                <a:ea typeface="Noto Sans KR"/>
                <a:cs typeface="Noto Sans KR"/>
              </a:defRPr>
            </a:lvl7pPr>
            <a:lvl8pPr>
              <a:defRPr sz="1950" b="1">
                <a:solidFill>
                  <a:srgbClr val="A4DDCA"/>
                </a:solidFill>
                <a:latin typeface="Noto Sans KR"/>
                <a:ea typeface="Noto Sans KR"/>
                <a:cs typeface="Noto Sans KR"/>
              </a:defRPr>
            </a:lvl8pPr>
            <a:lvl9pPr>
              <a:defRPr sz="1950" b="1">
                <a:solidFill>
                  <a:srgbClr val="A4DDCA"/>
                </a:solidFill>
                <a:latin typeface="Noto Sans KR"/>
                <a:ea typeface="Noto Sans KR"/>
                <a:cs typeface="Noto Sans KR"/>
              </a:defRPr>
            </a:lvl9pPr>
          </a:lstStyle>
          <a:p xmlns:a="http://schemas.openxmlformats.org/drawingml/2006/main">
            <a:pPr>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저장하는 것</a:t>
            </a:r>
          </a:p>
        </p:txBody>
      </p:sp>
      <p:sp>
        <p:nvSpPr>
          <p:cNvPr id="4" name="body-0">
            <a:extLst xmlns:a="http://schemas.openxmlformats.org/drawingml/2006/main">
              <a:ext uri="{FF2B5EF4-FFF2-40B4-BE49-F238E27FC236}">
                <a16:creationId xmlns:a16="http://schemas.microsoft.com/office/drawing/2014/main" id="{057E1E5D-7478-46DB-A5E5-683C8A35433A}"/>
              </a:ext>
            </a:extLst>
          </p:cNvPr>
          <p:cNvSpPr>
            <a:spLocks xmlns:a="http://schemas.openxmlformats.org/drawingml/2006/main" noGrp="1"/>
          </p:cNvSpPr>
          <p:nvPr/>
        </p:nvSpPr>
        <p:spPr>
          <a:xfrm xmlns:a="http://schemas.openxmlformats.org/drawingml/2006/main">
            <a:off x="3190875" y="186690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defRPr sz="2025" b="0">
                <a:solidFill>
                  <a:srgbClr val="E4EFEC"/>
                </a:solidFill>
                <a:latin typeface="Noto Sans KR"/>
                <a:ea typeface="Noto Sans KR"/>
                <a:cs typeface="Noto Sans KR"/>
              </a:defRPr>
            </a:lvl1pPr>
            <a:lvl2pPr>
              <a:defRPr sz="2025" b="0">
                <a:solidFill>
                  <a:srgbClr val="E4EFEC"/>
                </a:solidFill>
                <a:latin typeface="Noto Sans KR"/>
                <a:ea typeface="Noto Sans KR"/>
                <a:cs typeface="Noto Sans KR"/>
              </a:defRPr>
            </a:lvl2pPr>
            <a:lvl3pPr>
              <a:defRPr sz="2025" b="0">
                <a:solidFill>
                  <a:srgbClr val="E4EFEC"/>
                </a:solidFill>
                <a:latin typeface="Noto Sans KR"/>
                <a:ea typeface="Noto Sans KR"/>
                <a:cs typeface="Noto Sans KR"/>
              </a:defRPr>
            </a:lvl3pPr>
            <a:lvl4pPr>
              <a:defRPr sz="2025" b="0">
                <a:solidFill>
                  <a:srgbClr val="E4EFEC"/>
                </a:solidFill>
                <a:latin typeface="Noto Sans KR"/>
                <a:ea typeface="Noto Sans KR"/>
                <a:cs typeface="Noto Sans KR"/>
              </a:defRPr>
            </a:lvl4pPr>
            <a:lvl5pPr>
              <a:defRPr sz="2025" b="0">
                <a:solidFill>
                  <a:srgbClr val="E4EFEC"/>
                </a:solidFill>
                <a:latin typeface="Noto Sans KR"/>
                <a:ea typeface="Noto Sans KR"/>
                <a:cs typeface="Noto Sans KR"/>
              </a:defRPr>
            </a:lvl5pPr>
            <a:lvl6pPr>
              <a:defRPr sz="2025" b="0">
                <a:solidFill>
                  <a:srgbClr val="E4EFEC"/>
                </a:solidFill>
                <a:latin typeface="Noto Sans KR"/>
                <a:ea typeface="Noto Sans KR"/>
                <a:cs typeface="Noto Sans KR"/>
              </a:defRPr>
            </a:lvl6pPr>
            <a:lvl7pPr>
              <a:defRPr sz="2025" b="0">
                <a:solidFill>
                  <a:srgbClr val="E4EFEC"/>
                </a:solidFill>
                <a:latin typeface="Noto Sans KR"/>
                <a:ea typeface="Noto Sans KR"/>
                <a:cs typeface="Noto Sans KR"/>
              </a:defRPr>
            </a:lvl7pPr>
            <a:lvl8pPr>
              <a:defRPr sz="2025" b="0">
                <a:solidFill>
                  <a:srgbClr val="E4EFEC"/>
                </a:solidFill>
                <a:latin typeface="Noto Sans KR"/>
                <a:ea typeface="Noto Sans KR"/>
                <a:cs typeface="Noto Sans KR"/>
              </a:defRPr>
            </a:lvl8pPr>
            <a:lvl9pPr>
              <a:defRPr sz="2025" b="0">
                <a:solidFill>
                  <a:srgbClr val="E4EFEC"/>
                </a:solidFill>
                <a:latin typeface="Noto Sans KR"/>
                <a:ea typeface="Noto Sans KR"/>
                <a:cs typeface="Noto Sans KR"/>
              </a:defRPr>
            </a:lvl9pPr>
          </a:lstStyle>
          <a:p xmlns:a="http://schemas.openxmlformats.org/drawingml/2006/main">
            <a:pPr>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개체, 문장, 원문 문단의 연결</a:t>
            </a:r>
          </a:p>
        </p:txBody>
      </p:sp>
      <p:sp>
        <p:nvSpPr>
          <p:cNvPr id="5" name="label-1">
            <a:extLst xmlns:a="http://schemas.openxmlformats.org/drawingml/2006/main">
              <a:ext uri="{FF2B5EF4-FFF2-40B4-BE49-F238E27FC236}">
                <a16:creationId xmlns:a16="http://schemas.microsoft.com/office/drawing/2014/main" id="{E5543610-058D-4BAF-ADA0-B389B5FA677E}"/>
              </a:ext>
            </a:extLst>
          </p:cNvPr>
          <p:cNvSpPr>
            <a:spLocks xmlns:a="http://schemas.openxmlformats.org/drawingml/2006/main" noGrp="1"/>
          </p:cNvSpPr>
          <p:nvPr/>
        </p:nvSpPr>
        <p:spPr>
          <a:xfrm xmlns:a="http://schemas.openxmlformats.org/drawingml/2006/main">
            <a:off x="609600" y="31337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defRPr sz="1950" b="1">
                <a:solidFill>
                  <a:srgbClr val="A4DDCA"/>
                </a:solidFill>
                <a:latin typeface="Noto Sans KR"/>
                <a:ea typeface="Noto Sans KR"/>
                <a:cs typeface="Noto Sans KR"/>
              </a:defRPr>
            </a:lvl1pPr>
            <a:lvl2pPr>
              <a:defRPr sz="1950" b="1">
                <a:solidFill>
                  <a:srgbClr val="A4DDCA"/>
                </a:solidFill>
                <a:latin typeface="Noto Sans KR"/>
                <a:ea typeface="Noto Sans KR"/>
                <a:cs typeface="Noto Sans KR"/>
              </a:defRPr>
            </a:lvl2pPr>
            <a:lvl3pPr>
              <a:defRPr sz="1950" b="1">
                <a:solidFill>
                  <a:srgbClr val="A4DDCA"/>
                </a:solidFill>
                <a:latin typeface="Noto Sans KR"/>
                <a:ea typeface="Noto Sans KR"/>
                <a:cs typeface="Noto Sans KR"/>
              </a:defRPr>
            </a:lvl3pPr>
            <a:lvl4pPr>
              <a:defRPr sz="1950" b="1">
                <a:solidFill>
                  <a:srgbClr val="A4DDCA"/>
                </a:solidFill>
                <a:latin typeface="Noto Sans KR"/>
                <a:ea typeface="Noto Sans KR"/>
                <a:cs typeface="Noto Sans KR"/>
              </a:defRPr>
            </a:lvl4pPr>
            <a:lvl5pPr>
              <a:defRPr sz="1950" b="1">
                <a:solidFill>
                  <a:srgbClr val="A4DDCA"/>
                </a:solidFill>
                <a:latin typeface="Noto Sans KR"/>
                <a:ea typeface="Noto Sans KR"/>
                <a:cs typeface="Noto Sans KR"/>
              </a:defRPr>
            </a:lvl5pPr>
            <a:lvl6pPr>
              <a:defRPr sz="1950" b="1">
                <a:solidFill>
                  <a:srgbClr val="A4DDCA"/>
                </a:solidFill>
                <a:latin typeface="Noto Sans KR"/>
                <a:ea typeface="Noto Sans KR"/>
                <a:cs typeface="Noto Sans KR"/>
              </a:defRPr>
            </a:lvl6pPr>
            <a:lvl7pPr>
              <a:defRPr sz="1950" b="1">
                <a:solidFill>
                  <a:srgbClr val="A4DDCA"/>
                </a:solidFill>
                <a:latin typeface="Noto Sans KR"/>
                <a:ea typeface="Noto Sans KR"/>
                <a:cs typeface="Noto Sans KR"/>
              </a:defRPr>
            </a:lvl7pPr>
            <a:lvl8pPr>
              <a:defRPr sz="1950" b="1">
                <a:solidFill>
                  <a:srgbClr val="A4DDCA"/>
                </a:solidFill>
                <a:latin typeface="Noto Sans KR"/>
                <a:ea typeface="Noto Sans KR"/>
                <a:cs typeface="Noto Sans KR"/>
              </a:defRPr>
            </a:lvl8pPr>
            <a:lvl9pPr>
              <a:defRPr sz="1950" b="1">
                <a:solidFill>
                  <a:srgbClr val="A4DDCA"/>
                </a:solidFill>
                <a:latin typeface="Noto Sans KR"/>
                <a:ea typeface="Noto Sans KR"/>
                <a:cs typeface="Noto Sans KR"/>
              </a:defRPr>
            </a:lvl9pPr>
          </a:lstStyle>
          <a:p xmlns:a="http://schemas.openxmlformats.org/drawingml/2006/main">
            <a:pPr>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미리 준비하는 일</a:t>
            </a:r>
          </a:p>
        </p:txBody>
      </p:sp>
      <p:sp>
        <p:nvSpPr>
          <p:cNvPr id="6" name="body-1">
            <a:extLst xmlns:a="http://schemas.openxmlformats.org/drawingml/2006/main">
              <a:ext uri="{FF2B5EF4-FFF2-40B4-BE49-F238E27FC236}">
                <a16:creationId xmlns:a16="http://schemas.microsoft.com/office/drawing/2014/main" id="{177133BD-F4C6-48B8-8E22-E83B04793E13}"/>
              </a:ext>
            </a:extLst>
          </p:cNvPr>
          <p:cNvSpPr>
            <a:spLocks xmlns:a="http://schemas.openxmlformats.org/drawingml/2006/main" noGrp="1"/>
          </p:cNvSpPr>
          <p:nvPr/>
        </p:nvSpPr>
        <p:spPr>
          <a:xfrm xmlns:a="http://schemas.openxmlformats.org/drawingml/2006/main">
            <a:off x="3190875" y="31337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defRPr sz="2025" b="0">
                <a:solidFill>
                  <a:srgbClr val="E4EFEC"/>
                </a:solidFill>
                <a:latin typeface="Noto Sans KR"/>
                <a:ea typeface="Noto Sans KR"/>
                <a:cs typeface="Noto Sans KR"/>
              </a:defRPr>
            </a:lvl1pPr>
            <a:lvl2pPr>
              <a:defRPr sz="2025" b="0">
                <a:solidFill>
                  <a:srgbClr val="E4EFEC"/>
                </a:solidFill>
                <a:latin typeface="Noto Sans KR"/>
                <a:ea typeface="Noto Sans KR"/>
                <a:cs typeface="Noto Sans KR"/>
              </a:defRPr>
            </a:lvl2pPr>
            <a:lvl3pPr>
              <a:defRPr sz="2025" b="0">
                <a:solidFill>
                  <a:srgbClr val="E4EFEC"/>
                </a:solidFill>
                <a:latin typeface="Noto Sans KR"/>
                <a:ea typeface="Noto Sans KR"/>
                <a:cs typeface="Noto Sans KR"/>
              </a:defRPr>
            </a:lvl3pPr>
            <a:lvl4pPr>
              <a:defRPr sz="2025" b="0">
                <a:solidFill>
                  <a:srgbClr val="E4EFEC"/>
                </a:solidFill>
                <a:latin typeface="Noto Sans KR"/>
                <a:ea typeface="Noto Sans KR"/>
                <a:cs typeface="Noto Sans KR"/>
              </a:defRPr>
            </a:lvl4pPr>
            <a:lvl5pPr>
              <a:defRPr sz="2025" b="0">
                <a:solidFill>
                  <a:srgbClr val="E4EFEC"/>
                </a:solidFill>
                <a:latin typeface="Noto Sans KR"/>
                <a:ea typeface="Noto Sans KR"/>
                <a:cs typeface="Noto Sans KR"/>
              </a:defRPr>
            </a:lvl5pPr>
            <a:lvl6pPr>
              <a:defRPr sz="2025" b="0">
                <a:solidFill>
                  <a:srgbClr val="E4EFEC"/>
                </a:solidFill>
                <a:latin typeface="Noto Sans KR"/>
                <a:ea typeface="Noto Sans KR"/>
                <a:cs typeface="Noto Sans KR"/>
              </a:defRPr>
            </a:lvl6pPr>
            <a:lvl7pPr>
              <a:defRPr sz="2025" b="0">
                <a:solidFill>
                  <a:srgbClr val="E4EFEC"/>
                </a:solidFill>
                <a:latin typeface="Noto Sans KR"/>
                <a:ea typeface="Noto Sans KR"/>
                <a:cs typeface="Noto Sans KR"/>
              </a:defRPr>
            </a:lvl7pPr>
            <a:lvl8pPr>
              <a:defRPr sz="2025" b="0">
                <a:solidFill>
                  <a:srgbClr val="E4EFEC"/>
                </a:solidFill>
                <a:latin typeface="Noto Sans KR"/>
                <a:ea typeface="Noto Sans KR"/>
                <a:cs typeface="Noto Sans KR"/>
              </a:defRPr>
            </a:lvl8pPr>
            <a:lvl9pPr>
              <a:defRPr sz="2025" b="0">
                <a:solidFill>
                  <a:srgbClr val="E4EFEC"/>
                </a:solidFill>
                <a:latin typeface="Noto Sans KR"/>
                <a:ea typeface="Noto Sans KR"/>
                <a:cs typeface="Noto Sans KR"/>
              </a:defRPr>
            </a:lvl9pPr>
          </a:lstStyle>
          <a:p xmlns:a="http://schemas.openxmlformats.org/drawingml/2006/main">
            <a:pPr>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어떤 개체가 어떤 문장과 문단에 나오는지 연결합니다.</a:t>
            </a:r>
          </a:p>
        </p:txBody>
      </p:sp>
      <p:sp>
        <p:nvSpPr>
          <p:cNvPr id="7" name="label-2">
            <a:extLst xmlns:a="http://schemas.openxmlformats.org/drawingml/2006/main">
              <a:ext uri="{FF2B5EF4-FFF2-40B4-BE49-F238E27FC236}">
                <a16:creationId xmlns:a16="http://schemas.microsoft.com/office/drawing/2014/main" id="{EFA618A0-7F70-4C2B-BB9C-3B0CD27D42E6}"/>
              </a:ext>
            </a:extLst>
          </p:cNvPr>
          <p:cNvSpPr>
            <a:spLocks xmlns:a="http://schemas.openxmlformats.org/drawingml/2006/main" noGrp="1"/>
          </p:cNvSpPr>
          <p:nvPr/>
        </p:nvSpPr>
        <p:spPr>
          <a:xfrm xmlns:a="http://schemas.openxmlformats.org/drawingml/2006/main">
            <a:off x="609600" y="44005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defRPr sz="1950" b="1">
                <a:solidFill>
                  <a:srgbClr val="A4DDCA"/>
                </a:solidFill>
                <a:latin typeface="Noto Sans KR"/>
                <a:ea typeface="Noto Sans KR"/>
                <a:cs typeface="Noto Sans KR"/>
              </a:defRPr>
            </a:lvl1pPr>
            <a:lvl2pPr>
              <a:defRPr sz="1950" b="1">
                <a:solidFill>
                  <a:srgbClr val="A4DDCA"/>
                </a:solidFill>
                <a:latin typeface="Noto Sans KR"/>
                <a:ea typeface="Noto Sans KR"/>
                <a:cs typeface="Noto Sans KR"/>
              </a:defRPr>
            </a:lvl2pPr>
            <a:lvl3pPr>
              <a:defRPr sz="1950" b="1">
                <a:solidFill>
                  <a:srgbClr val="A4DDCA"/>
                </a:solidFill>
                <a:latin typeface="Noto Sans KR"/>
                <a:ea typeface="Noto Sans KR"/>
                <a:cs typeface="Noto Sans KR"/>
              </a:defRPr>
            </a:lvl3pPr>
            <a:lvl4pPr>
              <a:defRPr sz="1950" b="1">
                <a:solidFill>
                  <a:srgbClr val="A4DDCA"/>
                </a:solidFill>
                <a:latin typeface="Noto Sans KR"/>
                <a:ea typeface="Noto Sans KR"/>
                <a:cs typeface="Noto Sans KR"/>
              </a:defRPr>
            </a:lvl4pPr>
            <a:lvl5pPr>
              <a:defRPr sz="1950" b="1">
                <a:solidFill>
                  <a:srgbClr val="A4DDCA"/>
                </a:solidFill>
                <a:latin typeface="Noto Sans KR"/>
                <a:ea typeface="Noto Sans KR"/>
                <a:cs typeface="Noto Sans KR"/>
              </a:defRPr>
            </a:lvl5pPr>
            <a:lvl6pPr>
              <a:defRPr sz="1950" b="1">
                <a:solidFill>
                  <a:srgbClr val="A4DDCA"/>
                </a:solidFill>
                <a:latin typeface="Noto Sans KR"/>
                <a:ea typeface="Noto Sans KR"/>
                <a:cs typeface="Noto Sans KR"/>
              </a:defRPr>
            </a:lvl6pPr>
            <a:lvl7pPr>
              <a:defRPr sz="1950" b="1">
                <a:solidFill>
                  <a:srgbClr val="A4DDCA"/>
                </a:solidFill>
                <a:latin typeface="Noto Sans KR"/>
                <a:ea typeface="Noto Sans KR"/>
                <a:cs typeface="Noto Sans KR"/>
              </a:defRPr>
            </a:lvl7pPr>
            <a:lvl8pPr>
              <a:defRPr sz="1950" b="1">
                <a:solidFill>
                  <a:srgbClr val="A4DDCA"/>
                </a:solidFill>
                <a:latin typeface="Noto Sans KR"/>
                <a:ea typeface="Noto Sans KR"/>
                <a:cs typeface="Noto Sans KR"/>
              </a:defRPr>
            </a:lvl8pPr>
            <a:lvl9pPr>
              <a:defRPr sz="1950" b="1">
                <a:solidFill>
                  <a:srgbClr val="A4DDCA"/>
                </a:solidFill>
                <a:latin typeface="Noto Sans KR"/>
                <a:ea typeface="Noto Sans KR"/>
                <a:cs typeface="Noto Sans KR"/>
              </a:defRPr>
            </a:lvl9pPr>
          </a:lstStyle>
          <a:p xmlns:a="http://schemas.openxmlformats.org/drawingml/2006/main">
            <a:pPr>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질문이 오면 하는 일</a:t>
            </a:r>
          </a:p>
        </p:txBody>
      </p:sp>
      <p:sp>
        <p:nvSpPr>
          <p:cNvPr id="8" name="body-2">
            <a:extLst xmlns:a="http://schemas.openxmlformats.org/drawingml/2006/main">
              <a:ext uri="{FF2B5EF4-FFF2-40B4-BE49-F238E27FC236}">
                <a16:creationId xmlns:a16="http://schemas.microsoft.com/office/drawing/2014/main" id="{BE75ED97-4D99-446E-A02C-9A6D684B553C}"/>
              </a:ext>
            </a:extLst>
          </p:cNvPr>
          <p:cNvSpPr>
            <a:spLocks xmlns:a="http://schemas.openxmlformats.org/drawingml/2006/main" noGrp="1"/>
          </p:cNvSpPr>
          <p:nvPr/>
        </p:nvSpPr>
        <p:spPr>
          <a:xfrm xmlns:a="http://schemas.openxmlformats.org/drawingml/2006/main">
            <a:off x="3190875" y="44005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defRPr sz="2025" b="0">
                <a:solidFill>
                  <a:srgbClr val="E4EFEC"/>
                </a:solidFill>
                <a:latin typeface="Noto Sans KR"/>
                <a:ea typeface="Noto Sans KR"/>
                <a:cs typeface="Noto Sans KR"/>
              </a:defRPr>
            </a:lvl1pPr>
            <a:lvl2pPr>
              <a:defRPr sz="2025" b="0">
                <a:solidFill>
                  <a:srgbClr val="E4EFEC"/>
                </a:solidFill>
                <a:latin typeface="Noto Sans KR"/>
                <a:ea typeface="Noto Sans KR"/>
                <a:cs typeface="Noto Sans KR"/>
              </a:defRPr>
            </a:lvl2pPr>
            <a:lvl3pPr>
              <a:defRPr sz="2025" b="0">
                <a:solidFill>
                  <a:srgbClr val="E4EFEC"/>
                </a:solidFill>
                <a:latin typeface="Noto Sans KR"/>
                <a:ea typeface="Noto Sans KR"/>
                <a:cs typeface="Noto Sans KR"/>
              </a:defRPr>
            </a:lvl3pPr>
            <a:lvl4pPr>
              <a:defRPr sz="2025" b="0">
                <a:solidFill>
                  <a:srgbClr val="E4EFEC"/>
                </a:solidFill>
                <a:latin typeface="Noto Sans KR"/>
                <a:ea typeface="Noto Sans KR"/>
                <a:cs typeface="Noto Sans KR"/>
              </a:defRPr>
            </a:lvl4pPr>
            <a:lvl5pPr>
              <a:defRPr sz="2025" b="0">
                <a:solidFill>
                  <a:srgbClr val="E4EFEC"/>
                </a:solidFill>
                <a:latin typeface="Noto Sans KR"/>
                <a:ea typeface="Noto Sans KR"/>
                <a:cs typeface="Noto Sans KR"/>
              </a:defRPr>
            </a:lvl5pPr>
            <a:lvl6pPr>
              <a:defRPr sz="2025" b="0">
                <a:solidFill>
                  <a:srgbClr val="E4EFEC"/>
                </a:solidFill>
                <a:latin typeface="Noto Sans KR"/>
                <a:ea typeface="Noto Sans KR"/>
                <a:cs typeface="Noto Sans KR"/>
              </a:defRPr>
            </a:lvl6pPr>
            <a:lvl7pPr>
              <a:defRPr sz="2025" b="0">
                <a:solidFill>
                  <a:srgbClr val="E4EFEC"/>
                </a:solidFill>
                <a:latin typeface="Noto Sans KR"/>
                <a:ea typeface="Noto Sans KR"/>
                <a:cs typeface="Noto Sans KR"/>
              </a:defRPr>
            </a:lvl7pPr>
            <a:lvl8pPr>
              <a:defRPr sz="2025" b="0">
                <a:solidFill>
                  <a:srgbClr val="E4EFEC"/>
                </a:solidFill>
                <a:latin typeface="Noto Sans KR"/>
                <a:ea typeface="Noto Sans KR"/>
                <a:cs typeface="Noto Sans KR"/>
              </a:defRPr>
            </a:lvl8pPr>
            <a:lvl9pPr>
              <a:defRPr sz="2025" b="0">
                <a:solidFill>
                  <a:srgbClr val="E4EFEC"/>
                </a:solidFill>
                <a:latin typeface="Noto Sans KR"/>
                <a:ea typeface="Noto Sans KR"/>
                <a:cs typeface="Noto Sans KR"/>
              </a:defRPr>
            </a:lvl9pPr>
          </a:lstStyle>
          <a:p xmlns:a="http://schemas.openxmlformats.org/drawingml/2006/main">
            <a:pPr>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관련 문장과 개체를 통해 단서를 넓히고 원문 문단을 정렬합니다.</a:t>
            </a:r>
          </a:p>
        </p:txBody>
      </p:sp>
      <p:sp>
        <p:nvSpPr>
          <p:cNvPr id="9" name="page">
            <a:extLst xmlns:a="http://schemas.openxmlformats.org/drawingml/2006/main">
              <a:ext uri="{FF2B5EF4-FFF2-40B4-BE49-F238E27FC236}">
                <a16:creationId xmlns:a16="http://schemas.microsoft.com/office/drawing/2014/main" id="{8891D5BE-4899-417D-BC97-A9EF12F5B311}"/>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defRPr sz="1125" b="0">
                <a:solidFill>
                  <a:srgbClr val="8EABB7"/>
                </a:solidFill>
                <a:latin typeface="Noto Sans KR"/>
                <a:ea typeface="Noto Sans KR"/>
                <a:cs typeface="Noto Sans KR"/>
              </a:defRPr>
            </a:lvl1pPr>
            <a:lvl2pPr>
              <a:defRPr sz="1125" b="0">
                <a:solidFill>
                  <a:srgbClr val="8EABB7"/>
                </a:solidFill>
                <a:latin typeface="Noto Sans KR"/>
                <a:ea typeface="Noto Sans KR"/>
                <a:cs typeface="Noto Sans KR"/>
              </a:defRPr>
            </a:lvl2pPr>
            <a:lvl3pPr>
              <a:defRPr sz="1125" b="0">
                <a:solidFill>
                  <a:srgbClr val="8EABB7"/>
                </a:solidFill>
                <a:latin typeface="Noto Sans KR"/>
                <a:ea typeface="Noto Sans KR"/>
                <a:cs typeface="Noto Sans KR"/>
              </a:defRPr>
            </a:lvl3pPr>
            <a:lvl4pPr>
              <a:defRPr sz="1125" b="0">
                <a:solidFill>
                  <a:srgbClr val="8EABB7"/>
                </a:solidFill>
                <a:latin typeface="Noto Sans KR"/>
                <a:ea typeface="Noto Sans KR"/>
                <a:cs typeface="Noto Sans KR"/>
              </a:defRPr>
            </a:lvl4pPr>
            <a:lvl5pPr>
              <a:defRPr sz="1125" b="0">
                <a:solidFill>
                  <a:srgbClr val="8EABB7"/>
                </a:solidFill>
                <a:latin typeface="Noto Sans KR"/>
                <a:ea typeface="Noto Sans KR"/>
                <a:cs typeface="Noto Sans KR"/>
              </a:defRPr>
            </a:lvl5pPr>
            <a:lvl6pPr>
              <a:defRPr sz="1125" b="0">
                <a:solidFill>
                  <a:srgbClr val="8EABB7"/>
                </a:solidFill>
                <a:latin typeface="Noto Sans KR"/>
                <a:ea typeface="Noto Sans KR"/>
                <a:cs typeface="Noto Sans KR"/>
              </a:defRPr>
            </a:lvl6pPr>
            <a:lvl7pPr>
              <a:defRPr sz="1125" b="0">
                <a:solidFill>
                  <a:srgbClr val="8EABB7"/>
                </a:solidFill>
                <a:latin typeface="Noto Sans KR"/>
                <a:ea typeface="Noto Sans KR"/>
                <a:cs typeface="Noto Sans KR"/>
              </a:defRPr>
            </a:lvl7pPr>
            <a:lvl8pPr>
              <a:defRPr sz="1125" b="0">
                <a:solidFill>
                  <a:srgbClr val="8EABB7"/>
                </a:solidFill>
                <a:latin typeface="Noto Sans KR"/>
                <a:ea typeface="Noto Sans KR"/>
                <a:cs typeface="Noto Sans KR"/>
              </a:defRPr>
            </a:lvl8pPr>
            <a:lvl9pPr>
              <a:defRPr sz="1125" b="0">
                <a:solidFill>
                  <a:srgbClr val="8EABB7"/>
                </a:solidFill>
                <a:latin typeface="Noto Sans KR"/>
                <a:ea typeface="Noto Sans KR"/>
                <a:cs typeface="Noto Sans KR"/>
              </a:defRPr>
            </a:lvl9pPr>
          </a:lstStyle>
          <a:p xmlns:a="http://schemas.openxmlformats.org/drawingml/2006/main">
            <a:pPr>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30</a:t>
            </a:r>
          </a:p>
        </p:txBody>
      </p:sp>
    </p:spTree>
    <p:extLst>
      <p:ext uri="{BB962C8B-B14F-4D97-AF65-F5344CB8AC3E}">
        <p14:creationId xmlns:p14="http://schemas.microsoft.com/office/powerpoint/2010/main" val="2061039852"/>
      </p:ext>
    </p:extLst>
  </p:cSld>
</p:sld>
</file>

<file path=ppt/slides/slide31.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0" name="section">
            <a:extLst xmlns:a="http://schemas.openxmlformats.org/drawingml/2006/main">
              <a:ext uri="{FF2B5EF4-FFF2-40B4-BE49-F238E27FC236}">
                <a16:creationId xmlns:a16="http://schemas.microsoft.com/office/drawing/2014/main" id="{CBE4C4DB-7E84-4964-A4FF-65CAD97D2AE4}"/>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defRPr sz="1125" b="1">
                <a:solidFill>
                  <a:srgbClr val="A4DDCA"/>
                </a:solidFill>
                <a:latin typeface="Noto Sans KR"/>
                <a:ea typeface="Noto Sans KR"/>
                <a:cs typeface="Noto Sans KR"/>
              </a:defRPr>
            </a:lvl1pPr>
            <a:lvl2pPr>
              <a:defRPr sz="1125" b="1">
                <a:solidFill>
                  <a:srgbClr val="A4DDCA"/>
                </a:solidFill>
                <a:latin typeface="Noto Sans KR"/>
                <a:ea typeface="Noto Sans KR"/>
                <a:cs typeface="Noto Sans KR"/>
              </a:defRPr>
            </a:lvl2pPr>
            <a:lvl3pPr>
              <a:defRPr sz="1125" b="1">
                <a:solidFill>
                  <a:srgbClr val="A4DDCA"/>
                </a:solidFill>
                <a:latin typeface="Noto Sans KR"/>
                <a:ea typeface="Noto Sans KR"/>
                <a:cs typeface="Noto Sans KR"/>
              </a:defRPr>
            </a:lvl3pPr>
            <a:lvl4pPr>
              <a:defRPr sz="1125" b="1">
                <a:solidFill>
                  <a:srgbClr val="A4DDCA"/>
                </a:solidFill>
                <a:latin typeface="Noto Sans KR"/>
                <a:ea typeface="Noto Sans KR"/>
                <a:cs typeface="Noto Sans KR"/>
              </a:defRPr>
            </a:lvl4pPr>
            <a:lvl5pPr>
              <a:defRPr sz="1125" b="1">
                <a:solidFill>
                  <a:srgbClr val="A4DDCA"/>
                </a:solidFill>
                <a:latin typeface="Noto Sans KR"/>
                <a:ea typeface="Noto Sans KR"/>
                <a:cs typeface="Noto Sans KR"/>
              </a:defRPr>
            </a:lvl5pPr>
            <a:lvl6pPr>
              <a:defRPr sz="1125" b="1">
                <a:solidFill>
                  <a:srgbClr val="A4DDCA"/>
                </a:solidFill>
                <a:latin typeface="Noto Sans KR"/>
                <a:ea typeface="Noto Sans KR"/>
                <a:cs typeface="Noto Sans KR"/>
              </a:defRPr>
            </a:lvl6pPr>
            <a:lvl7pPr>
              <a:defRPr sz="1125" b="1">
                <a:solidFill>
                  <a:srgbClr val="A4DDCA"/>
                </a:solidFill>
                <a:latin typeface="Noto Sans KR"/>
                <a:ea typeface="Noto Sans KR"/>
                <a:cs typeface="Noto Sans KR"/>
              </a:defRPr>
            </a:lvl7pPr>
            <a:lvl8pPr>
              <a:defRPr sz="1125" b="1">
                <a:solidFill>
                  <a:srgbClr val="A4DDCA"/>
                </a:solidFill>
                <a:latin typeface="Noto Sans KR"/>
                <a:ea typeface="Noto Sans KR"/>
                <a:cs typeface="Noto Sans KR"/>
              </a:defRPr>
            </a:lvl8pPr>
            <a:lvl9pPr>
              <a:defRPr sz="1125" b="1">
                <a:solidFill>
                  <a:srgbClr val="A4DDCA"/>
                </a:solidFill>
                <a:latin typeface="Noto Sans KR"/>
                <a:ea typeface="Noto Sans KR"/>
                <a:cs typeface="Noto Sans KR"/>
              </a:defRPr>
            </a:lvl9pPr>
          </a:lstStyle>
          <a:p xmlns:a="http://schemas.openxmlformats.org/drawingml/2006/main">
            <a:pPr>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3A98EB8A-E0BC-4307-AE32-4EFE37CBF4AF}"/>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defRPr sz="3000" b="1">
                <a:solidFill>
                  <a:srgbClr val="E4EFEC"/>
                </a:solidFill>
                <a:latin typeface="Noto Sans KR"/>
                <a:ea typeface="Noto Sans KR"/>
                <a:cs typeface="Noto Sans KR"/>
              </a:defRPr>
            </a:lvl1pPr>
            <a:lvl2pPr>
              <a:defRPr sz="3000" b="1">
                <a:solidFill>
                  <a:srgbClr val="E4EFEC"/>
                </a:solidFill>
                <a:latin typeface="Noto Sans KR"/>
                <a:ea typeface="Noto Sans KR"/>
                <a:cs typeface="Noto Sans KR"/>
              </a:defRPr>
            </a:lvl2pPr>
            <a:lvl3pPr>
              <a:defRPr sz="3000" b="1">
                <a:solidFill>
                  <a:srgbClr val="E4EFEC"/>
                </a:solidFill>
                <a:latin typeface="Noto Sans KR"/>
                <a:ea typeface="Noto Sans KR"/>
                <a:cs typeface="Noto Sans KR"/>
              </a:defRPr>
            </a:lvl3pPr>
            <a:lvl4pPr>
              <a:defRPr sz="3000" b="1">
                <a:solidFill>
                  <a:srgbClr val="E4EFEC"/>
                </a:solidFill>
                <a:latin typeface="Noto Sans KR"/>
                <a:ea typeface="Noto Sans KR"/>
                <a:cs typeface="Noto Sans KR"/>
              </a:defRPr>
            </a:lvl4pPr>
            <a:lvl5pPr>
              <a:defRPr sz="3000" b="1">
                <a:solidFill>
                  <a:srgbClr val="E4EFEC"/>
                </a:solidFill>
                <a:latin typeface="Noto Sans KR"/>
                <a:ea typeface="Noto Sans KR"/>
                <a:cs typeface="Noto Sans KR"/>
              </a:defRPr>
            </a:lvl5pPr>
            <a:lvl6pPr>
              <a:defRPr sz="3000" b="1">
                <a:solidFill>
                  <a:srgbClr val="E4EFEC"/>
                </a:solidFill>
                <a:latin typeface="Noto Sans KR"/>
                <a:ea typeface="Noto Sans KR"/>
                <a:cs typeface="Noto Sans KR"/>
              </a:defRPr>
            </a:lvl6pPr>
            <a:lvl7pPr>
              <a:defRPr sz="3000" b="1">
                <a:solidFill>
                  <a:srgbClr val="E4EFEC"/>
                </a:solidFill>
                <a:latin typeface="Noto Sans KR"/>
                <a:ea typeface="Noto Sans KR"/>
                <a:cs typeface="Noto Sans KR"/>
              </a:defRPr>
            </a:lvl7pPr>
            <a:lvl8pPr>
              <a:defRPr sz="3000" b="1">
                <a:solidFill>
                  <a:srgbClr val="E4EFEC"/>
                </a:solidFill>
                <a:latin typeface="Noto Sans KR"/>
                <a:ea typeface="Noto Sans KR"/>
                <a:cs typeface="Noto Sans KR"/>
              </a:defRPr>
            </a:lvl8pPr>
            <a:lvl9pPr>
              <a:defRPr sz="3000" b="1">
                <a:solidFill>
                  <a:srgbClr val="E4EFEC"/>
                </a:solidFill>
                <a:latin typeface="Noto Sans KR"/>
                <a:ea typeface="Noto Sans KR"/>
                <a:cs typeface="Noto Sans KR"/>
              </a:defRPr>
            </a:lvl9pPr>
          </a:lstStyle>
          <a:p xmlns:a="http://schemas.openxmlformats.org/drawingml/2006/main">
            <a:pPr>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LinearRAG를 질문에 대입하면</a:t>
            </a:r>
          </a:p>
        </p:txBody>
      </p:sp>
      <p:sp>
        <p:nvSpPr>
          <p:cNvPr id="3" name="label-0">
            <a:extLst xmlns:a="http://schemas.openxmlformats.org/drawingml/2006/main">
              <a:ext uri="{FF2B5EF4-FFF2-40B4-BE49-F238E27FC236}">
                <a16:creationId xmlns:a16="http://schemas.microsoft.com/office/drawing/2014/main" id="{DFECC7F0-D275-42AE-B05E-63560448078E}"/>
              </a:ext>
            </a:extLst>
          </p:cNvPr>
          <p:cNvSpPr>
            <a:spLocks xmlns:a="http://schemas.openxmlformats.org/drawingml/2006/main" noGrp="1"/>
          </p:cNvSpPr>
          <p:nvPr/>
        </p:nvSpPr>
        <p:spPr>
          <a:xfrm xmlns:a="http://schemas.openxmlformats.org/drawingml/2006/main">
            <a:off x="609600" y="186690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defRPr sz="1950" b="1">
                <a:solidFill>
                  <a:srgbClr val="A4DDCA"/>
                </a:solidFill>
                <a:latin typeface="Noto Sans KR"/>
                <a:ea typeface="Noto Sans KR"/>
                <a:cs typeface="Noto Sans KR"/>
              </a:defRPr>
            </a:lvl1pPr>
            <a:lvl2pPr>
              <a:defRPr sz="1950" b="1">
                <a:solidFill>
                  <a:srgbClr val="A4DDCA"/>
                </a:solidFill>
                <a:latin typeface="Noto Sans KR"/>
                <a:ea typeface="Noto Sans KR"/>
                <a:cs typeface="Noto Sans KR"/>
              </a:defRPr>
            </a:lvl2pPr>
            <a:lvl3pPr>
              <a:defRPr sz="1950" b="1">
                <a:solidFill>
                  <a:srgbClr val="A4DDCA"/>
                </a:solidFill>
                <a:latin typeface="Noto Sans KR"/>
                <a:ea typeface="Noto Sans KR"/>
                <a:cs typeface="Noto Sans KR"/>
              </a:defRPr>
            </a:lvl3pPr>
            <a:lvl4pPr>
              <a:defRPr sz="1950" b="1">
                <a:solidFill>
                  <a:srgbClr val="A4DDCA"/>
                </a:solidFill>
                <a:latin typeface="Noto Sans KR"/>
                <a:ea typeface="Noto Sans KR"/>
                <a:cs typeface="Noto Sans KR"/>
              </a:defRPr>
            </a:lvl4pPr>
            <a:lvl5pPr>
              <a:defRPr sz="1950" b="1">
                <a:solidFill>
                  <a:srgbClr val="A4DDCA"/>
                </a:solidFill>
                <a:latin typeface="Noto Sans KR"/>
                <a:ea typeface="Noto Sans KR"/>
                <a:cs typeface="Noto Sans KR"/>
              </a:defRPr>
            </a:lvl5pPr>
            <a:lvl6pPr>
              <a:defRPr sz="1950" b="1">
                <a:solidFill>
                  <a:srgbClr val="A4DDCA"/>
                </a:solidFill>
                <a:latin typeface="Noto Sans KR"/>
                <a:ea typeface="Noto Sans KR"/>
                <a:cs typeface="Noto Sans KR"/>
              </a:defRPr>
            </a:lvl6pPr>
            <a:lvl7pPr>
              <a:defRPr sz="1950" b="1">
                <a:solidFill>
                  <a:srgbClr val="A4DDCA"/>
                </a:solidFill>
                <a:latin typeface="Noto Sans KR"/>
                <a:ea typeface="Noto Sans KR"/>
                <a:cs typeface="Noto Sans KR"/>
              </a:defRPr>
            </a:lvl7pPr>
            <a:lvl8pPr>
              <a:defRPr sz="1950" b="1">
                <a:solidFill>
                  <a:srgbClr val="A4DDCA"/>
                </a:solidFill>
                <a:latin typeface="Noto Sans KR"/>
                <a:ea typeface="Noto Sans KR"/>
                <a:cs typeface="Noto Sans KR"/>
              </a:defRPr>
            </a:lvl8pPr>
            <a:lvl9pPr>
              <a:defRPr sz="1950" b="1">
                <a:solidFill>
                  <a:srgbClr val="A4DDCA"/>
                </a:solidFill>
                <a:latin typeface="Noto Sans KR"/>
                <a:ea typeface="Noto Sans KR"/>
                <a:cs typeface="Noto Sans KR"/>
              </a:defRPr>
            </a:lvl9pPr>
          </a:lstStyle>
          <a:p xmlns:a="http://schemas.openxmlformats.org/drawingml/2006/main">
            <a:pPr>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예시 질문</a:t>
            </a:r>
          </a:p>
        </p:txBody>
      </p:sp>
      <p:sp>
        <p:nvSpPr>
          <p:cNvPr id="4" name="body-0">
            <a:extLst xmlns:a="http://schemas.openxmlformats.org/drawingml/2006/main">
              <a:ext uri="{FF2B5EF4-FFF2-40B4-BE49-F238E27FC236}">
                <a16:creationId xmlns:a16="http://schemas.microsoft.com/office/drawing/2014/main" id="{79146557-E4D5-493E-A90F-0F4F20B44ADD}"/>
              </a:ext>
            </a:extLst>
          </p:cNvPr>
          <p:cNvSpPr>
            <a:spLocks xmlns:a="http://schemas.openxmlformats.org/drawingml/2006/main" noGrp="1"/>
          </p:cNvSpPr>
          <p:nvPr/>
        </p:nvSpPr>
        <p:spPr>
          <a:xfrm xmlns:a="http://schemas.openxmlformats.org/drawingml/2006/main">
            <a:off x="3190875" y="186690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defRPr sz="2025" b="0">
                <a:solidFill>
                  <a:srgbClr val="E4EFEC"/>
                </a:solidFill>
                <a:latin typeface="Noto Sans KR"/>
                <a:ea typeface="Noto Sans KR"/>
                <a:cs typeface="Noto Sans KR"/>
              </a:defRPr>
            </a:lvl1pPr>
            <a:lvl2pPr>
              <a:defRPr sz="2025" b="0">
                <a:solidFill>
                  <a:srgbClr val="E4EFEC"/>
                </a:solidFill>
                <a:latin typeface="Noto Sans KR"/>
                <a:ea typeface="Noto Sans KR"/>
                <a:cs typeface="Noto Sans KR"/>
              </a:defRPr>
            </a:lvl2pPr>
            <a:lvl3pPr>
              <a:defRPr sz="2025" b="0">
                <a:solidFill>
                  <a:srgbClr val="E4EFEC"/>
                </a:solidFill>
                <a:latin typeface="Noto Sans KR"/>
                <a:ea typeface="Noto Sans KR"/>
                <a:cs typeface="Noto Sans KR"/>
              </a:defRPr>
            </a:lvl3pPr>
            <a:lvl4pPr>
              <a:defRPr sz="2025" b="0">
                <a:solidFill>
                  <a:srgbClr val="E4EFEC"/>
                </a:solidFill>
                <a:latin typeface="Noto Sans KR"/>
                <a:ea typeface="Noto Sans KR"/>
                <a:cs typeface="Noto Sans KR"/>
              </a:defRPr>
            </a:lvl4pPr>
            <a:lvl5pPr>
              <a:defRPr sz="2025" b="0">
                <a:solidFill>
                  <a:srgbClr val="E4EFEC"/>
                </a:solidFill>
                <a:latin typeface="Noto Sans KR"/>
                <a:ea typeface="Noto Sans KR"/>
                <a:cs typeface="Noto Sans KR"/>
              </a:defRPr>
            </a:lvl5pPr>
            <a:lvl6pPr>
              <a:defRPr sz="2025" b="0">
                <a:solidFill>
                  <a:srgbClr val="E4EFEC"/>
                </a:solidFill>
                <a:latin typeface="Noto Sans KR"/>
                <a:ea typeface="Noto Sans KR"/>
                <a:cs typeface="Noto Sans KR"/>
              </a:defRPr>
            </a:lvl6pPr>
            <a:lvl7pPr>
              <a:defRPr sz="2025" b="0">
                <a:solidFill>
                  <a:srgbClr val="E4EFEC"/>
                </a:solidFill>
                <a:latin typeface="Noto Sans KR"/>
                <a:ea typeface="Noto Sans KR"/>
                <a:cs typeface="Noto Sans KR"/>
              </a:defRPr>
            </a:lvl7pPr>
            <a:lvl8pPr>
              <a:defRPr sz="2025" b="0">
                <a:solidFill>
                  <a:srgbClr val="E4EFEC"/>
                </a:solidFill>
                <a:latin typeface="Noto Sans KR"/>
                <a:ea typeface="Noto Sans KR"/>
                <a:cs typeface="Noto Sans KR"/>
              </a:defRPr>
            </a:lvl8pPr>
            <a:lvl9pPr>
              <a:defRPr sz="2025" b="0">
                <a:solidFill>
                  <a:srgbClr val="E4EFEC"/>
                </a:solidFill>
                <a:latin typeface="Noto Sans KR"/>
                <a:ea typeface="Noto Sans KR"/>
                <a:cs typeface="Noto Sans KR"/>
              </a:defRPr>
            </a:lvl9pPr>
          </a:lstStyle>
          <a:p xmlns:a="http://schemas.openxmlformats.org/drawingml/2006/main">
            <a:pPr>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날씨API와 배차에 함께 연결되는 내용은 무엇인가요?</a:t>
            </a:r>
          </a:p>
        </p:txBody>
      </p:sp>
      <p:sp>
        <p:nvSpPr>
          <p:cNvPr id="5" name="label-1">
            <a:extLst xmlns:a="http://schemas.openxmlformats.org/drawingml/2006/main">
              <a:ext uri="{FF2B5EF4-FFF2-40B4-BE49-F238E27FC236}">
                <a16:creationId xmlns:a16="http://schemas.microsoft.com/office/drawing/2014/main" id="{A5D784BE-593B-4DC8-B5E3-1732CC8A635F}"/>
              </a:ext>
            </a:extLst>
          </p:cNvPr>
          <p:cNvSpPr>
            <a:spLocks xmlns:a="http://schemas.openxmlformats.org/drawingml/2006/main" noGrp="1"/>
          </p:cNvSpPr>
          <p:nvPr/>
        </p:nvSpPr>
        <p:spPr>
          <a:xfrm xmlns:a="http://schemas.openxmlformats.org/drawingml/2006/main">
            <a:off x="609600" y="31337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defRPr sz="1950" b="1">
                <a:solidFill>
                  <a:srgbClr val="A4DDCA"/>
                </a:solidFill>
                <a:latin typeface="Noto Sans KR"/>
                <a:ea typeface="Noto Sans KR"/>
                <a:cs typeface="Noto Sans KR"/>
              </a:defRPr>
            </a:lvl1pPr>
            <a:lvl2pPr>
              <a:defRPr sz="1950" b="1">
                <a:solidFill>
                  <a:srgbClr val="A4DDCA"/>
                </a:solidFill>
                <a:latin typeface="Noto Sans KR"/>
                <a:ea typeface="Noto Sans KR"/>
                <a:cs typeface="Noto Sans KR"/>
              </a:defRPr>
            </a:lvl2pPr>
            <a:lvl3pPr>
              <a:defRPr sz="1950" b="1">
                <a:solidFill>
                  <a:srgbClr val="A4DDCA"/>
                </a:solidFill>
                <a:latin typeface="Noto Sans KR"/>
                <a:ea typeface="Noto Sans KR"/>
                <a:cs typeface="Noto Sans KR"/>
              </a:defRPr>
            </a:lvl3pPr>
            <a:lvl4pPr>
              <a:defRPr sz="1950" b="1">
                <a:solidFill>
                  <a:srgbClr val="A4DDCA"/>
                </a:solidFill>
                <a:latin typeface="Noto Sans KR"/>
                <a:ea typeface="Noto Sans KR"/>
                <a:cs typeface="Noto Sans KR"/>
              </a:defRPr>
            </a:lvl4pPr>
            <a:lvl5pPr>
              <a:defRPr sz="1950" b="1">
                <a:solidFill>
                  <a:srgbClr val="A4DDCA"/>
                </a:solidFill>
                <a:latin typeface="Noto Sans KR"/>
                <a:ea typeface="Noto Sans KR"/>
                <a:cs typeface="Noto Sans KR"/>
              </a:defRPr>
            </a:lvl5pPr>
            <a:lvl6pPr>
              <a:defRPr sz="1950" b="1">
                <a:solidFill>
                  <a:srgbClr val="A4DDCA"/>
                </a:solidFill>
                <a:latin typeface="Noto Sans KR"/>
                <a:ea typeface="Noto Sans KR"/>
                <a:cs typeface="Noto Sans KR"/>
              </a:defRPr>
            </a:lvl6pPr>
            <a:lvl7pPr>
              <a:defRPr sz="1950" b="1">
                <a:solidFill>
                  <a:srgbClr val="A4DDCA"/>
                </a:solidFill>
                <a:latin typeface="Noto Sans KR"/>
                <a:ea typeface="Noto Sans KR"/>
                <a:cs typeface="Noto Sans KR"/>
              </a:defRPr>
            </a:lvl7pPr>
            <a:lvl8pPr>
              <a:defRPr sz="1950" b="1">
                <a:solidFill>
                  <a:srgbClr val="A4DDCA"/>
                </a:solidFill>
                <a:latin typeface="Noto Sans KR"/>
                <a:ea typeface="Noto Sans KR"/>
                <a:cs typeface="Noto Sans KR"/>
              </a:defRPr>
            </a:lvl8pPr>
            <a:lvl9pPr>
              <a:defRPr sz="1950" b="1">
                <a:solidFill>
                  <a:srgbClr val="A4DDCA"/>
                </a:solidFill>
                <a:latin typeface="Noto Sans KR"/>
                <a:ea typeface="Noto Sans KR"/>
                <a:cs typeface="Noto Sans KR"/>
              </a:defRPr>
            </a:lvl9pPr>
          </a:lstStyle>
          <a:p xmlns:a="http://schemas.openxmlformats.org/drawingml/2006/main">
            <a:pPr>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모을 근거</a:t>
            </a:r>
          </a:p>
        </p:txBody>
      </p:sp>
      <p:sp>
        <p:nvSpPr>
          <p:cNvPr id="6" name="body-1">
            <a:extLst xmlns:a="http://schemas.openxmlformats.org/drawingml/2006/main">
              <a:ext uri="{FF2B5EF4-FFF2-40B4-BE49-F238E27FC236}">
                <a16:creationId xmlns:a16="http://schemas.microsoft.com/office/drawing/2014/main" id="{7166D3D5-C144-4896-82A2-CE5FBA628771}"/>
              </a:ext>
            </a:extLst>
          </p:cNvPr>
          <p:cNvSpPr>
            <a:spLocks xmlns:a="http://schemas.openxmlformats.org/drawingml/2006/main" noGrp="1"/>
          </p:cNvSpPr>
          <p:nvPr/>
        </p:nvSpPr>
        <p:spPr>
          <a:xfrm xmlns:a="http://schemas.openxmlformats.org/drawingml/2006/main">
            <a:off x="3190875" y="31337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defRPr sz="2025" b="0">
                <a:solidFill>
                  <a:srgbClr val="E4EFEC"/>
                </a:solidFill>
                <a:latin typeface="Noto Sans KR"/>
                <a:ea typeface="Noto Sans KR"/>
                <a:cs typeface="Noto Sans KR"/>
              </a:defRPr>
            </a:lvl1pPr>
            <a:lvl2pPr>
              <a:defRPr sz="2025" b="0">
                <a:solidFill>
                  <a:srgbClr val="E4EFEC"/>
                </a:solidFill>
                <a:latin typeface="Noto Sans KR"/>
                <a:ea typeface="Noto Sans KR"/>
                <a:cs typeface="Noto Sans KR"/>
              </a:defRPr>
            </a:lvl2pPr>
            <a:lvl3pPr>
              <a:defRPr sz="2025" b="0">
                <a:solidFill>
                  <a:srgbClr val="E4EFEC"/>
                </a:solidFill>
                <a:latin typeface="Noto Sans KR"/>
                <a:ea typeface="Noto Sans KR"/>
                <a:cs typeface="Noto Sans KR"/>
              </a:defRPr>
            </a:lvl3pPr>
            <a:lvl4pPr>
              <a:defRPr sz="2025" b="0">
                <a:solidFill>
                  <a:srgbClr val="E4EFEC"/>
                </a:solidFill>
                <a:latin typeface="Noto Sans KR"/>
                <a:ea typeface="Noto Sans KR"/>
                <a:cs typeface="Noto Sans KR"/>
              </a:defRPr>
            </a:lvl4pPr>
            <a:lvl5pPr>
              <a:defRPr sz="2025" b="0">
                <a:solidFill>
                  <a:srgbClr val="E4EFEC"/>
                </a:solidFill>
                <a:latin typeface="Noto Sans KR"/>
                <a:ea typeface="Noto Sans KR"/>
                <a:cs typeface="Noto Sans KR"/>
              </a:defRPr>
            </a:lvl5pPr>
            <a:lvl6pPr>
              <a:defRPr sz="2025" b="0">
                <a:solidFill>
                  <a:srgbClr val="E4EFEC"/>
                </a:solidFill>
                <a:latin typeface="Noto Sans KR"/>
                <a:ea typeface="Noto Sans KR"/>
                <a:cs typeface="Noto Sans KR"/>
              </a:defRPr>
            </a:lvl6pPr>
            <a:lvl7pPr>
              <a:defRPr sz="2025" b="0">
                <a:solidFill>
                  <a:srgbClr val="E4EFEC"/>
                </a:solidFill>
                <a:latin typeface="Noto Sans KR"/>
                <a:ea typeface="Noto Sans KR"/>
                <a:cs typeface="Noto Sans KR"/>
              </a:defRPr>
            </a:lvl7pPr>
            <a:lvl8pPr>
              <a:defRPr sz="2025" b="0">
                <a:solidFill>
                  <a:srgbClr val="E4EFEC"/>
                </a:solidFill>
                <a:latin typeface="Noto Sans KR"/>
                <a:ea typeface="Noto Sans KR"/>
                <a:cs typeface="Noto Sans KR"/>
              </a:defRPr>
            </a:lvl8pPr>
            <a:lvl9pPr>
              <a:defRPr sz="2025" b="0">
                <a:solidFill>
                  <a:srgbClr val="E4EFEC"/>
                </a:solidFill>
                <a:latin typeface="Noto Sans KR"/>
                <a:ea typeface="Noto Sans KR"/>
                <a:cs typeface="Noto Sans KR"/>
              </a:defRPr>
            </a:lvl9pPr>
          </a:lstStyle>
          <a:p xmlns:a="http://schemas.openxmlformats.org/drawingml/2006/main">
            <a:pPr>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개체를 공유하는 문장들을 거쳐 필요한 원문을 모읍니다.</a:t>
            </a:r>
          </a:p>
        </p:txBody>
      </p:sp>
      <p:sp>
        <p:nvSpPr>
          <p:cNvPr id="7" name="label-2">
            <a:extLst xmlns:a="http://schemas.openxmlformats.org/drawingml/2006/main">
              <a:ext uri="{FF2B5EF4-FFF2-40B4-BE49-F238E27FC236}">
                <a16:creationId xmlns:a16="http://schemas.microsoft.com/office/drawing/2014/main" id="{293EC0B0-24A3-4FFC-8ED9-035AEDF38AA9}"/>
              </a:ext>
            </a:extLst>
          </p:cNvPr>
          <p:cNvSpPr>
            <a:spLocks xmlns:a="http://schemas.openxmlformats.org/drawingml/2006/main" noGrp="1"/>
          </p:cNvSpPr>
          <p:nvPr/>
        </p:nvSpPr>
        <p:spPr>
          <a:xfrm xmlns:a="http://schemas.openxmlformats.org/drawingml/2006/main">
            <a:off x="609600" y="44005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defRPr sz="1950" b="1">
                <a:solidFill>
                  <a:srgbClr val="A4DDCA"/>
                </a:solidFill>
                <a:latin typeface="Noto Sans KR"/>
                <a:ea typeface="Noto Sans KR"/>
                <a:cs typeface="Noto Sans KR"/>
              </a:defRPr>
            </a:lvl1pPr>
            <a:lvl2pPr>
              <a:defRPr sz="1950" b="1">
                <a:solidFill>
                  <a:srgbClr val="A4DDCA"/>
                </a:solidFill>
                <a:latin typeface="Noto Sans KR"/>
                <a:ea typeface="Noto Sans KR"/>
                <a:cs typeface="Noto Sans KR"/>
              </a:defRPr>
            </a:lvl2pPr>
            <a:lvl3pPr>
              <a:defRPr sz="1950" b="1">
                <a:solidFill>
                  <a:srgbClr val="A4DDCA"/>
                </a:solidFill>
                <a:latin typeface="Noto Sans KR"/>
                <a:ea typeface="Noto Sans KR"/>
                <a:cs typeface="Noto Sans KR"/>
              </a:defRPr>
            </a:lvl3pPr>
            <a:lvl4pPr>
              <a:defRPr sz="1950" b="1">
                <a:solidFill>
                  <a:srgbClr val="A4DDCA"/>
                </a:solidFill>
                <a:latin typeface="Noto Sans KR"/>
                <a:ea typeface="Noto Sans KR"/>
                <a:cs typeface="Noto Sans KR"/>
              </a:defRPr>
            </a:lvl4pPr>
            <a:lvl5pPr>
              <a:defRPr sz="1950" b="1">
                <a:solidFill>
                  <a:srgbClr val="A4DDCA"/>
                </a:solidFill>
                <a:latin typeface="Noto Sans KR"/>
                <a:ea typeface="Noto Sans KR"/>
                <a:cs typeface="Noto Sans KR"/>
              </a:defRPr>
            </a:lvl5pPr>
            <a:lvl6pPr>
              <a:defRPr sz="1950" b="1">
                <a:solidFill>
                  <a:srgbClr val="A4DDCA"/>
                </a:solidFill>
                <a:latin typeface="Noto Sans KR"/>
                <a:ea typeface="Noto Sans KR"/>
                <a:cs typeface="Noto Sans KR"/>
              </a:defRPr>
            </a:lvl6pPr>
            <a:lvl7pPr>
              <a:defRPr sz="1950" b="1">
                <a:solidFill>
                  <a:srgbClr val="A4DDCA"/>
                </a:solidFill>
                <a:latin typeface="Noto Sans KR"/>
                <a:ea typeface="Noto Sans KR"/>
                <a:cs typeface="Noto Sans KR"/>
              </a:defRPr>
            </a:lvl7pPr>
            <a:lvl8pPr>
              <a:defRPr sz="1950" b="1">
                <a:solidFill>
                  <a:srgbClr val="A4DDCA"/>
                </a:solidFill>
                <a:latin typeface="Noto Sans KR"/>
                <a:ea typeface="Noto Sans KR"/>
                <a:cs typeface="Noto Sans KR"/>
              </a:defRPr>
            </a:lvl8pPr>
            <a:lvl9pPr>
              <a:defRPr sz="1950" b="1">
                <a:solidFill>
                  <a:srgbClr val="A4DDCA"/>
                </a:solidFill>
                <a:latin typeface="Noto Sans KR"/>
                <a:ea typeface="Noto Sans KR"/>
                <a:cs typeface="Noto Sans KR"/>
              </a:defRPr>
            </a:lvl9pPr>
          </a:lstStyle>
          <a:p xmlns:a="http://schemas.openxmlformats.org/drawingml/2006/main">
            <a:pPr>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주의할 점</a:t>
            </a:r>
          </a:p>
        </p:txBody>
      </p:sp>
      <p:sp>
        <p:nvSpPr>
          <p:cNvPr id="8" name="body-2">
            <a:extLst xmlns:a="http://schemas.openxmlformats.org/drawingml/2006/main">
              <a:ext uri="{FF2B5EF4-FFF2-40B4-BE49-F238E27FC236}">
                <a16:creationId xmlns:a16="http://schemas.microsoft.com/office/drawing/2014/main" id="{120EDA22-BF93-4C7C-9756-D2A51417F3AE}"/>
              </a:ext>
            </a:extLst>
          </p:cNvPr>
          <p:cNvSpPr>
            <a:spLocks xmlns:a="http://schemas.openxmlformats.org/drawingml/2006/main" noGrp="1"/>
          </p:cNvSpPr>
          <p:nvPr/>
        </p:nvSpPr>
        <p:spPr>
          <a:xfrm xmlns:a="http://schemas.openxmlformats.org/drawingml/2006/main">
            <a:off x="3190875" y="44005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defRPr sz="2025" b="0">
                <a:solidFill>
                  <a:srgbClr val="E4EFEC"/>
                </a:solidFill>
                <a:latin typeface="Noto Sans KR"/>
                <a:ea typeface="Noto Sans KR"/>
                <a:cs typeface="Noto Sans KR"/>
              </a:defRPr>
            </a:lvl1pPr>
            <a:lvl2pPr>
              <a:defRPr sz="2025" b="0">
                <a:solidFill>
                  <a:srgbClr val="E4EFEC"/>
                </a:solidFill>
                <a:latin typeface="Noto Sans KR"/>
                <a:ea typeface="Noto Sans KR"/>
                <a:cs typeface="Noto Sans KR"/>
              </a:defRPr>
            </a:lvl2pPr>
            <a:lvl3pPr>
              <a:defRPr sz="2025" b="0">
                <a:solidFill>
                  <a:srgbClr val="E4EFEC"/>
                </a:solidFill>
                <a:latin typeface="Noto Sans KR"/>
                <a:ea typeface="Noto Sans KR"/>
                <a:cs typeface="Noto Sans KR"/>
              </a:defRPr>
            </a:lvl3pPr>
            <a:lvl4pPr>
              <a:defRPr sz="2025" b="0">
                <a:solidFill>
                  <a:srgbClr val="E4EFEC"/>
                </a:solidFill>
                <a:latin typeface="Noto Sans KR"/>
                <a:ea typeface="Noto Sans KR"/>
                <a:cs typeface="Noto Sans KR"/>
              </a:defRPr>
            </a:lvl4pPr>
            <a:lvl5pPr>
              <a:defRPr sz="2025" b="0">
                <a:solidFill>
                  <a:srgbClr val="E4EFEC"/>
                </a:solidFill>
                <a:latin typeface="Noto Sans KR"/>
                <a:ea typeface="Noto Sans KR"/>
                <a:cs typeface="Noto Sans KR"/>
              </a:defRPr>
            </a:lvl5pPr>
            <a:lvl6pPr>
              <a:defRPr sz="2025" b="0">
                <a:solidFill>
                  <a:srgbClr val="E4EFEC"/>
                </a:solidFill>
                <a:latin typeface="Noto Sans KR"/>
                <a:ea typeface="Noto Sans KR"/>
                <a:cs typeface="Noto Sans KR"/>
              </a:defRPr>
            </a:lvl6pPr>
            <a:lvl7pPr>
              <a:defRPr sz="2025" b="0">
                <a:solidFill>
                  <a:srgbClr val="E4EFEC"/>
                </a:solidFill>
                <a:latin typeface="Noto Sans KR"/>
                <a:ea typeface="Noto Sans KR"/>
                <a:cs typeface="Noto Sans KR"/>
              </a:defRPr>
            </a:lvl7pPr>
            <a:lvl8pPr>
              <a:defRPr sz="2025" b="0">
                <a:solidFill>
                  <a:srgbClr val="E4EFEC"/>
                </a:solidFill>
                <a:latin typeface="Noto Sans KR"/>
                <a:ea typeface="Noto Sans KR"/>
                <a:cs typeface="Noto Sans KR"/>
              </a:defRPr>
            </a:lvl8pPr>
            <a:lvl9pPr>
              <a:defRPr sz="2025" b="0">
                <a:solidFill>
                  <a:srgbClr val="E4EFEC"/>
                </a:solidFill>
                <a:latin typeface="Noto Sans KR"/>
                <a:ea typeface="Noto Sans KR"/>
                <a:cs typeface="Noto Sans KR"/>
              </a:defRPr>
            </a:lvl9pPr>
          </a:lstStyle>
          <a:p xmlns:a="http://schemas.openxmlformats.org/drawingml/2006/main">
            <a:pPr>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같은 문장에 나왔다는 사실만으로 실제 업무 관계를 단정할 수 없습니다.</a:t>
            </a:r>
          </a:p>
        </p:txBody>
      </p:sp>
      <p:sp>
        <p:nvSpPr>
          <p:cNvPr id="9" name="page">
            <a:extLst xmlns:a="http://schemas.openxmlformats.org/drawingml/2006/main">
              <a:ext uri="{FF2B5EF4-FFF2-40B4-BE49-F238E27FC236}">
                <a16:creationId xmlns:a16="http://schemas.microsoft.com/office/drawing/2014/main" id="{2A40FF32-C354-46F1-871C-210807FCBDFD}"/>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defRPr sz="1125" b="0">
                <a:solidFill>
                  <a:srgbClr val="8EABB7"/>
                </a:solidFill>
                <a:latin typeface="Noto Sans KR"/>
                <a:ea typeface="Noto Sans KR"/>
                <a:cs typeface="Noto Sans KR"/>
              </a:defRPr>
            </a:lvl1pPr>
            <a:lvl2pPr>
              <a:defRPr sz="1125" b="0">
                <a:solidFill>
                  <a:srgbClr val="8EABB7"/>
                </a:solidFill>
                <a:latin typeface="Noto Sans KR"/>
                <a:ea typeface="Noto Sans KR"/>
                <a:cs typeface="Noto Sans KR"/>
              </a:defRPr>
            </a:lvl2pPr>
            <a:lvl3pPr>
              <a:defRPr sz="1125" b="0">
                <a:solidFill>
                  <a:srgbClr val="8EABB7"/>
                </a:solidFill>
                <a:latin typeface="Noto Sans KR"/>
                <a:ea typeface="Noto Sans KR"/>
                <a:cs typeface="Noto Sans KR"/>
              </a:defRPr>
            </a:lvl3pPr>
            <a:lvl4pPr>
              <a:defRPr sz="1125" b="0">
                <a:solidFill>
                  <a:srgbClr val="8EABB7"/>
                </a:solidFill>
                <a:latin typeface="Noto Sans KR"/>
                <a:ea typeface="Noto Sans KR"/>
                <a:cs typeface="Noto Sans KR"/>
              </a:defRPr>
            </a:lvl4pPr>
            <a:lvl5pPr>
              <a:defRPr sz="1125" b="0">
                <a:solidFill>
                  <a:srgbClr val="8EABB7"/>
                </a:solidFill>
                <a:latin typeface="Noto Sans KR"/>
                <a:ea typeface="Noto Sans KR"/>
                <a:cs typeface="Noto Sans KR"/>
              </a:defRPr>
            </a:lvl5pPr>
            <a:lvl6pPr>
              <a:defRPr sz="1125" b="0">
                <a:solidFill>
                  <a:srgbClr val="8EABB7"/>
                </a:solidFill>
                <a:latin typeface="Noto Sans KR"/>
                <a:ea typeface="Noto Sans KR"/>
                <a:cs typeface="Noto Sans KR"/>
              </a:defRPr>
            </a:lvl6pPr>
            <a:lvl7pPr>
              <a:defRPr sz="1125" b="0">
                <a:solidFill>
                  <a:srgbClr val="8EABB7"/>
                </a:solidFill>
                <a:latin typeface="Noto Sans KR"/>
                <a:ea typeface="Noto Sans KR"/>
                <a:cs typeface="Noto Sans KR"/>
              </a:defRPr>
            </a:lvl7pPr>
            <a:lvl8pPr>
              <a:defRPr sz="1125" b="0">
                <a:solidFill>
                  <a:srgbClr val="8EABB7"/>
                </a:solidFill>
                <a:latin typeface="Noto Sans KR"/>
                <a:ea typeface="Noto Sans KR"/>
                <a:cs typeface="Noto Sans KR"/>
              </a:defRPr>
            </a:lvl8pPr>
            <a:lvl9pPr>
              <a:defRPr sz="1125" b="0">
                <a:solidFill>
                  <a:srgbClr val="8EABB7"/>
                </a:solidFill>
                <a:latin typeface="Noto Sans KR"/>
                <a:ea typeface="Noto Sans KR"/>
                <a:cs typeface="Noto Sans KR"/>
              </a:defRPr>
            </a:lvl9pPr>
          </a:lstStyle>
          <a:p xmlns:a="http://schemas.openxmlformats.org/drawingml/2006/main">
            <a:pPr>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31</a:t>
            </a:r>
          </a:p>
        </p:txBody>
      </p:sp>
    </p:spTree>
    <p:extLst>
      <p:ext uri="{BB962C8B-B14F-4D97-AF65-F5344CB8AC3E}">
        <p14:creationId xmlns:p14="http://schemas.microsoft.com/office/powerpoint/2010/main" val="1002293206"/>
      </p:ext>
    </p:extLst>
  </p:cSld>
</p:sld>
</file>

<file path=ppt/slides/slide32.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0" name="section">
            <a:extLst xmlns:a="http://schemas.openxmlformats.org/drawingml/2006/main">
              <a:ext uri="{FF2B5EF4-FFF2-40B4-BE49-F238E27FC236}">
                <a16:creationId xmlns:a16="http://schemas.microsoft.com/office/drawing/2014/main" id="{DB4A51E8-5407-46BC-BD08-DEB2F47F6337}"/>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defRPr sz="1125" b="1">
                <a:solidFill>
                  <a:srgbClr val="A4DDCA"/>
                </a:solidFill>
                <a:latin typeface="Noto Sans KR"/>
                <a:ea typeface="Noto Sans KR"/>
                <a:cs typeface="Noto Sans KR"/>
              </a:defRPr>
            </a:lvl1pPr>
            <a:lvl2pPr>
              <a:defRPr sz="1125" b="1">
                <a:solidFill>
                  <a:srgbClr val="A4DDCA"/>
                </a:solidFill>
                <a:latin typeface="Noto Sans KR"/>
                <a:ea typeface="Noto Sans KR"/>
                <a:cs typeface="Noto Sans KR"/>
              </a:defRPr>
            </a:lvl2pPr>
            <a:lvl3pPr>
              <a:defRPr sz="1125" b="1">
                <a:solidFill>
                  <a:srgbClr val="A4DDCA"/>
                </a:solidFill>
                <a:latin typeface="Noto Sans KR"/>
                <a:ea typeface="Noto Sans KR"/>
                <a:cs typeface="Noto Sans KR"/>
              </a:defRPr>
            </a:lvl3pPr>
            <a:lvl4pPr>
              <a:defRPr sz="1125" b="1">
                <a:solidFill>
                  <a:srgbClr val="A4DDCA"/>
                </a:solidFill>
                <a:latin typeface="Noto Sans KR"/>
                <a:ea typeface="Noto Sans KR"/>
                <a:cs typeface="Noto Sans KR"/>
              </a:defRPr>
            </a:lvl4pPr>
            <a:lvl5pPr>
              <a:defRPr sz="1125" b="1">
                <a:solidFill>
                  <a:srgbClr val="A4DDCA"/>
                </a:solidFill>
                <a:latin typeface="Noto Sans KR"/>
                <a:ea typeface="Noto Sans KR"/>
                <a:cs typeface="Noto Sans KR"/>
              </a:defRPr>
            </a:lvl5pPr>
            <a:lvl6pPr>
              <a:defRPr sz="1125" b="1">
                <a:solidFill>
                  <a:srgbClr val="A4DDCA"/>
                </a:solidFill>
                <a:latin typeface="Noto Sans KR"/>
                <a:ea typeface="Noto Sans KR"/>
                <a:cs typeface="Noto Sans KR"/>
              </a:defRPr>
            </a:lvl6pPr>
            <a:lvl7pPr>
              <a:defRPr sz="1125" b="1">
                <a:solidFill>
                  <a:srgbClr val="A4DDCA"/>
                </a:solidFill>
                <a:latin typeface="Noto Sans KR"/>
                <a:ea typeface="Noto Sans KR"/>
                <a:cs typeface="Noto Sans KR"/>
              </a:defRPr>
            </a:lvl7pPr>
            <a:lvl8pPr>
              <a:defRPr sz="1125" b="1">
                <a:solidFill>
                  <a:srgbClr val="A4DDCA"/>
                </a:solidFill>
                <a:latin typeface="Noto Sans KR"/>
                <a:ea typeface="Noto Sans KR"/>
                <a:cs typeface="Noto Sans KR"/>
              </a:defRPr>
            </a:lvl8pPr>
            <a:lvl9pPr>
              <a:defRPr sz="1125" b="1">
                <a:solidFill>
                  <a:srgbClr val="A4DDCA"/>
                </a:solidFill>
                <a:latin typeface="Noto Sans KR"/>
                <a:ea typeface="Noto Sans KR"/>
                <a:cs typeface="Noto Sans KR"/>
              </a:defRPr>
            </a:lvl9pPr>
          </a:lstStyle>
          <a:p xmlns:a="http://schemas.openxmlformats.org/drawingml/2006/main">
            <a:pPr>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DF515193-3DB7-4EC4-AC0F-5C46A11B5665}"/>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defRPr sz="3000" b="1">
                <a:solidFill>
                  <a:srgbClr val="E4EFEC"/>
                </a:solidFill>
                <a:latin typeface="Noto Sans KR"/>
                <a:ea typeface="Noto Sans KR"/>
                <a:cs typeface="Noto Sans KR"/>
              </a:defRPr>
            </a:lvl1pPr>
            <a:lvl2pPr>
              <a:defRPr sz="3000" b="1">
                <a:solidFill>
                  <a:srgbClr val="E4EFEC"/>
                </a:solidFill>
                <a:latin typeface="Noto Sans KR"/>
                <a:ea typeface="Noto Sans KR"/>
                <a:cs typeface="Noto Sans KR"/>
              </a:defRPr>
            </a:lvl2pPr>
            <a:lvl3pPr>
              <a:defRPr sz="3000" b="1">
                <a:solidFill>
                  <a:srgbClr val="E4EFEC"/>
                </a:solidFill>
                <a:latin typeface="Noto Sans KR"/>
                <a:ea typeface="Noto Sans KR"/>
                <a:cs typeface="Noto Sans KR"/>
              </a:defRPr>
            </a:lvl3pPr>
            <a:lvl4pPr>
              <a:defRPr sz="3000" b="1">
                <a:solidFill>
                  <a:srgbClr val="E4EFEC"/>
                </a:solidFill>
                <a:latin typeface="Noto Sans KR"/>
                <a:ea typeface="Noto Sans KR"/>
                <a:cs typeface="Noto Sans KR"/>
              </a:defRPr>
            </a:lvl4pPr>
            <a:lvl5pPr>
              <a:defRPr sz="3000" b="1">
                <a:solidFill>
                  <a:srgbClr val="E4EFEC"/>
                </a:solidFill>
                <a:latin typeface="Noto Sans KR"/>
                <a:ea typeface="Noto Sans KR"/>
                <a:cs typeface="Noto Sans KR"/>
              </a:defRPr>
            </a:lvl5pPr>
            <a:lvl6pPr>
              <a:defRPr sz="3000" b="1">
                <a:solidFill>
                  <a:srgbClr val="E4EFEC"/>
                </a:solidFill>
                <a:latin typeface="Noto Sans KR"/>
                <a:ea typeface="Noto Sans KR"/>
                <a:cs typeface="Noto Sans KR"/>
              </a:defRPr>
            </a:lvl6pPr>
            <a:lvl7pPr>
              <a:defRPr sz="3000" b="1">
                <a:solidFill>
                  <a:srgbClr val="E4EFEC"/>
                </a:solidFill>
                <a:latin typeface="Noto Sans KR"/>
                <a:ea typeface="Noto Sans KR"/>
                <a:cs typeface="Noto Sans KR"/>
              </a:defRPr>
            </a:lvl7pPr>
            <a:lvl8pPr>
              <a:defRPr sz="3000" b="1">
                <a:solidFill>
                  <a:srgbClr val="E4EFEC"/>
                </a:solidFill>
                <a:latin typeface="Noto Sans KR"/>
                <a:ea typeface="Noto Sans KR"/>
                <a:cs typeface="Noto Sans KR"/>
              </a:defRPr>
            </a:lvl8pPr>
            <a:lvl9pPr>
              <a:defRPr sz="3000" b="1">
                <a:solidFill>
                  <a:srgbClr val="E4EFEC"/>
                </a:solidFill>
                <a:latin typeface="Noto Sans KR"/>
                <a:ea typeface="Noto Sans KR"/>
                <a:cs typeface="Noto Sans KR"/>
              </a:defRPr>
            </a:lvl9pPr>
          </a:lstStyle>
          <a:p xmlns:a="http://schemas.openxmlformats.org/drawingml/2006/main">
            <a:pPr>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AtomicRAG: 문서를 독립적인 작은 사실로 나누기</a:t>
            </a:r>
          </a:p>
        </p:txBody>
      </p:sp>
      <p:sp>
        <p:nvSpPr>
          <p:cNvPr id="3" name="label-0">
            <a:extLst xmlns:a="http://schemas.openxmlformats.org/drawingml/2006/main">
              <a:ext uri="{FF2B5EF4-FFF2-40B4-BE49-F238E27FC236}">
                <a16:creationId xmlns:a16="http://schemas.microsoft.com/office/drawing/2014/main" id="{37D799D8-5E1B-415E-A754-D23D9D529E31}"/>
              </a:ext>
            </a:extLst>
          </p:cNvPr>
          <p:cNvSpPr>
            <a:spLocks xmlns:a="http://schemas.openxmlformats.org/drawingml/2006/main" noGrp="1"/>
          </p:cNvSpPr>
          <p:nvPr/>
        </p:nvSpPr>
        <p:spPr>
          <a:xfrm xmlns:a="http://schemas.openxmlformats.org/drawingml/2006/main">
            <a:off x="609600" y="186690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defRPr sz="1950" b="1">
                <a:solidFill>
                  <a:srgbClr val="A4DDCA"/>
                </a:solidFill>
                <a:latin typeface="Noto Sans KR"/>
                <a:ea typeface="Noto Sans KR"/>
                <a:cs typeface="Noto Sans KR"/>
              </a:defRPr>
            </a:lvl1pPr>
            <a:lvl2pPr>
              <a:defRPr sz="1950" b="1">
                <a:solidFill>
                  <a:srgbClr val="A4DDCA"/>
                </a:solidFill>
                <a:latin typeface="Noto Sans KR"/>
                <a:ea typeface="Noto Sans KR"/>
                <a:cs typeface="Noto Sans KR"/>
              </a:defRPr>
            </a:lvl2pPr>
            <a:lvl3pPr>
              <a:defRPr sz="1950" b="1">
                <a:solidFill>
                  <a:srgbClr val="A4DDCA"/>
                </a:solidFill>
                <a:latin typeface="Noto Sans KR"/>
                <a:ea typeface="Noto Sans KR"/>
                <a:cs typeface="Noto Sans KR"/>
              </a:defRPr>
            </a:lvl3pPr>
            <a:lvl4pPr>
              <a:defRPr sz="1950" b="1">
                <a:solidFill>
                  <a:srgbClr val="A4DDCA"/>
                </a:solidFill>
                <a:latin typeface="Noto Sans KR"/>
                <a:ea typeface="Noto Sans KR"/>
                <a:cs typeface="Noto Sans KR"/>
              </a:defRPr>
            </a:lvl4pPr>
            <a:lvl5pPr>
              <a:defRPr sz="1950" b="1">
                <a:solidFill>
                  <a:srgbClr val="A4DDCA"/>
                </a:solidFill>
                <a:latin typeface="Noto Sans KR"/>
                <a:ea typeface="Noto Sans KR"/>
                <a:cs typeface="Noto Sans KR"/>
              </a:defRPr>
            </a:lvl5pPr>
            <a:lvl6pPr>
              <a:defRPr sz="1950" b="1">
                <a:solidFill>
                  <a:srgbClr val="A4DDCA"/>
                </a:solidFill>
                <a:latin typeface="Noto Sans KR"/>
                <a:ea typeface="Noto Sans KR"/>
                <a:cs typeface="Noto Sans KR"/>
              </a:defRPr>
            </a:lvl6pPr>
            <a:lvl7pPr>
              <a:defRPr sz="1950" b="1">
                <a:solidFill>
                  <a:srgbClr val="A4DDCA"/>
                </a:solidFill>
                <a:latin typeface="Noto Sans KR"/>
                <a:ea typeface="Noto Sans KR"/>
                <a:cs typeface="Noto Sans KR"/>
              </a:defRPr>
            </a:lvl7pPr>
            <a:lvl8pPr>
              <a:defRPr sz="1950" b="1">
                <a:solidFill>
                  <a:srgbClr val="A4DDCA"/>
                </a:solidFill>
                <a:latin typeface="Noto Sans KR"/>
                <a:ea typeface="Noto Sans KR"/>
                <a:cs typeface="Noto Sans KR"/>
              </a:defRPr>
            </a:lvl8pPr>
            <a:lvl9pPr>
              <a:defRPr sz="1950" b="1">
                <a:solidFill>
                  <a:srgbClr val="A4DDCA"/>
                </a:solidFill>
                <a:latin typeface="Noto Sans KR"/>
                <a:ea typeface="Noto Sans KR"/>
                <a:cs typeface="Noto Sans KR"/>
              </a:defRPr>
            </a:lvl9pPr>
          </a:lstStyle>
          <a:p xmlns:a="http://schemas.openxmlformats.org/drawingml/2006/main">
            <a:pPr>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저장하는 것</a:t>
            </a:r>
          </a:p>
        </p:txBody>
      </p:sp>
      <p:sp>
        <p:nvSpPr>
          <p:cNvPr id="4" name="body-0">
            <a:extLst xmlns:a="http://schemas.openxmlformats.org/drawingml/2006/main">
              <a:ext uri="{FF2B5EF4-FFF2-40B4-BE49-F238E27FC236}">
                <a16:creationId xmlns:a16="http://schemas.microsoft.com/office/drawing/2014/main" id="{2375EC24-F0C0-46FD-95A4-1FD16678782C}"/>
              </a:ext>
            </a:extLst>
          </p:cNvPr>
          <p:cNvSpPr>
            <a:spLocks xmlns:a="http://schemas.openxmlformats.org/drawingml/2006/main" noGrp="1"/>
          </p:cNvSpPr>
          <p:nvPr/>
        </p:nvSpPr>
        <p:spPr>
          <a:xfrm xmlns:a="http://schemas.openxmlformats.org/drawingml/2006/main">
            <a:off x="3190875" y="186690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defRPr sz="2025" b="0">
                <a:solidFill>
                  <a:srgbClr val="E4EFEC"/>
                </a:solidFill>
                <a:latin typeface="Noto Sans KR"/>
                <a:ea typeface="Noto Sans KR"/>
                <a:cs typeface="Noto Sans KR"/>
              </a:defRPr>
            </a:lvl1pPr>
            <a:lvl2pPr>
              <a:defRPr sz="2025" b="0">
                <a:solidFill>
                  <a:srgbClr val="E4EFEC"/>
                </a:solidFill>
                <a:latin typeface="Noto Sans KR"/>
                <a:ea typeface="Noto Sans KR"/>
                <a:cs typeface="Noto Sans KR"/>
              </a:defRPr>
            </a:lvl2pPr>
            <a:lvl3pPr>
              <a:defRPr sz="2025" b="0">
                <a:solidFill>
                  <a:srgbClr val="E4EFEC"/>
                </a:solidFill>
                <a:latin typeface="Noto Sans KR"/>
                <a:ea typeface="Noto Sans KR"/>
                <a:cs typeface="Noto Sans KR"/>
              </a:defRPr>
            </a:lvl3pPr>
            <a:lvl4pPr>
              <a:defRPr sz="2025" b="0">
                <a:solidFill>
                  <a:srgbClr val="E4EFEC"/>
                </a:solidFill>
                <a:latin typeface="Noto Sans KR"/>
                <a:ea typeface="Noto Sans KR"/>
                <a:cs typeface="Noto Sans KR"/>
              </a:defRPr>
            </a:lvl4pPr>
            <a:lvl5pPr>
              <a:defRPr sz="2025" b="0">
                <a:solidFill>
                  <a:srgbClr val="E4EFEC"/>
                </a:solidFill>
                <a:latin typeface="Noto Sans KR"/>
                <a:ea typeface="Noto Sans KR"/>
                <a:cs typeface="Noto Sans KR"/>
              </a:defRPr>
            </a:lvl5pPr>
            <a:lvl6pPr>
              <a:defRPr sz="2025" b="0">
                <a:solidFill>
                  <a:srgbClr val="E4EFEC"/>
                </a:solidFill>
                <a:latin typeface="Noto Sans KR"/>
                <a:ea typeface="Noto Sans KR"/>
                <a:cs typeface="Noto Sans KR"/>
              </a:defRPr>
            </a:lvl6pPr>
            <a:lvl7pPr>
              <a:defRPr sz="2025" b="0">
                <a:solidFill>
                  <a:srgbClr val="E4EFEC"/>
                </a:solidFill>
                <a:latin typeface="Noto Sans KR"/>
                <a:ea typeface="Noto Sans KR"/>
                <a:cs typeface="Noto Sans KR"/>
              </a:defRPr>
            </a:lvl7pPr>
            <a:lvl8pPr>
              <a:defRPr sz="2025" b="0">
                <a:solidFill>
                  <a:srgbClr val="E4EFEC"/>
                </a:solidFill>
                <a:latin typeface="Noto Sans KR"/>
                <a:ea typeface="Noto Sans KR"/>
                <a:cs typeface="Noto Sans KR"/>
              </a:defRPr>
            </a:lvl8pPr>
            <a:lvl9pPr>
              <a:defRPr sz="2025" b="0">
                <a:solidFill>
                  <a:srgbClr val="E4EFEC"/>
                </a:solidFill>
                <a:latin typeface="Noto Sans KR"/>
                <a:ea typeface="Noto Sans KR"/>
                <a:cs typeface="Noto Sans KR"/>
              </a:defRPr>
            </a:lvl9pPr>
          </a:lstStyle>
          <a:p xmlns:a="http://schemas.openxmlformats.org/drawingml/2006/main">
            <a:pPr>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혼자 읽어도 뜻이 통하는 작은 사실과 개체</a:t>
            </a:r>
          </a:p>
        </p:txBody>
      </p:sp>
      <p:sp>
        <p:nvSpPr>
          <p:cNvPr id="5" name="label-1">
            <a:extLst xmlns:a="http://schemas.openxmlformats.org/drawingml/2006/main">
              <a:ext uri="{FF2B5EF4-FFF2-40B4-BE49-F238E27FC236}">
                <a16:creationId xmlns:a16="http://schemas.microsoft.com/office/drawing/2014/main" id="{6D2EC660-F1DF-4AE5-8D8A-E7E081649D30}"/>
              </a:ext>
            </a:extLst>
          </p:cNvPr>
          <p:cNvSpPr>
            <a:spLocks xmlns:a="http://schemas.openxmlformats.org/drawingml/2006/main" noGrp="1"/>
          </p:cNvSpPr>
          <p:nvPr/>
        </p:nvSpPr>
        <p:spPr>
          <a:xfrm xmlns:a="http://schemas.openxmlformats.org/drawingml/2006/main">
            <a:off x="609600" y="31337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defRPr sz="1950" b="1">
                <a:solidFill>
                  <a:srgbClr val="A4DDCA"/>
                </a:solidFill>
                <a:latin typeface="Noto Sans KR"/>
                <a:ea typeface="Noto Sans KR"/>
                <a:cs typeface="Noto Sans KR"/>
              </a:defRPr>
            </a:lvl1pPr>
            <a:lvl2pPr>
              <a:defRPr sz="1950" b="1">
                <a:solidFill>
                  <a:srgbClr val="A4DDCA"/>
                </a:solidFill>
                <a:latin typeface="Noto Sans KR"/>
                <a:ea typeface="Noto Sans KR"/>
                <a:cs typeface="Noto Sans KR"/>
              </a:defRPr>
            </a:lvl2pPr>
            <a:lvl3pPr>
              <a:defRPr sz="1950" b="1">
                <a:solidFill>
                  <a:srgbClr val="A4DDCA"/>
                </a:solidFill>
                <a:latin typeface="Noto Sans KR"/>
                <a:ea typeface="Noto Sans KR"/>
                <a:cs typeface="Noto Sans KR"/>
              </a:defRPr>
            </a:lvl3pPr>
            <a:lvl4pPr>
              <a:defRPr sz="1950" b="1">
                <a:solidFill>
                  <a:srgbClr val="A4DDCA"/>
                </a:solidFill>
                <a:latin typeface="Noto Sans KR"/>
                <a:ea typeface="Noto Sans KR"/>
                <a:cs typeface="Noto Sans KR"/>
              </a:defRPr>
            </a:lvl4pPr>
            <a:lvl5pPr>
              <a:defRPr sz="1950" b="1">
                <a:solidFill>
                  <a:srgbClr val="A4DDCA"/>
                </a:solidFill>
                <a:latin typeface="Noto Sans KR"/>
                <a:ea typeface="Noto Sans KR"/>
                <a:cs typeface="Noto Sans KR"/>
              </a:defRPr>
            </a:lvl5pPr>
            <a:lvl6pPr>
              <a:defRPr sz="1950" b="1">
                <a:solidFill>
                  <a:srgbClr val="A4DDCA"/>
                </a:solidFill>
                <a:latin typeface="Noto Sans KR"/>
                <a:ea typeface="Noto Sans KR"/>
                <a:cs typeface="Noto Sans KR"/>
              </a:defRPr>
            </a:lvl6pPr>
            <a:lvl7pPr>
              <a:defRPr sz="1950" b="1">
                <a:solidFill>
                  <a:srgbClr val="A4DDCA"/>
                </a:solidFill>
                <a:latin typeface="Noto Sans KR"/>
                <a:ea typeface="Noto Sans KR"/>
                <a:cs typeface="Noto Sans KR"/>
              </a:defRPr>
            </a:lvl7pPr>
            <a:lvl8pPr>
              <a:defRPr sz="1950" b="1">
                <a:solidFill>
                  <a:srgbClr val="A4DDCA"/>
                </a:solidFill>
                <a:latin typeface="Noto Sans KR"/>
                <a:ea typeface="Noto Sans KR"/>
                <a:cs typeface="Noto Sans KR"/>
              </a:defRPr>
            </a:lvl8pPr>
            <a:lvl9pPr>
              <a:defRPr sz="1950" b="1">
                <a:solidFill>
                  <a:srgbClr val="A4DDCA"/>
                </a:solidFill>
                <a:latin typeface="Noto Sans KR"/>
                <a:ea typeface="Noto Sans KR"/>
                <a:cs typeface="Noto Sans KR"/>
              </a:defRPr>
            </a:lvl9pPr>
          </a:lstStyle>
          <a:p xmlns:a="http://schemas.openxmlformats.org/drawingml/2006/main">
            <a:pPr>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미리 준비하는 일</a:t>
            </a:r>
          </a:p>
        </p:txBody>
      </p:sp>
      <p:sp>
        <p:nvSpPr>
          <p:cNvPr id="6" name="body-1">
            <a:extLst xmlns:a="http://schemas.openxmlformats.org/drawingml/2006/main">
              <a:ext uri="{FF2B5EF4-FFF2-40B4-BE49-F238E27FC236}">
                <a16:creationId xmlns:a16="http://schemas.microsoft.com/office/drawing/2014/main" id="{DCCBBB58-92C1-407B-9095-A26965DF884A}"/>
              </a:ext>
            </a:extLst>
          </p:cNvPr>
          <p:cNvSpPr>
            <a:spLocks xmlns:a="http://schemas.openxmlformats.org/drawingml/2006/main" noGrp="1"/>
          </p:cNvSpPr>
          <p:nvPr/>
        </p:nvSpPr>
        <p:spPr>
          <a:xfrm xmlns:a="http://schemas.openxmlformats.org/drawingml/2006/main">
            <a:off x="3190875" y="31337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defRPr sz="2025" b="0">
                <a:solidFill>
                  <a:srgbClr val="E4EFEC"/>
                </a:solidFill>
                <a:latin typeface="Noto Sans KR"/>
                <a:ea typeface="Noto Sans KR"/>
                <a:cs typeface="Noto Sans KR"/>
              </a:defRPr>
            </a:lvl1pPr>
            <a:lvl2pPr>
              <a:defRPr sz="2025" b="0">
                <a:solidFill>
                  <a:srgbClr val="E4EFEC"/>
                </a:solidFill>
                <a:latin typeface="Noto Sans KR"/>
                <a:ea typeface="Noto Sans KR"/>
                <a:cs typeface="Noto Sans KR"/>
              </a:defRPr>
            </a:lvl2pPr>
            <a:lvl3pPr>
              <a:defRPr sz="2025" b="0">
                <a:solidFill>
                  <a:srgbClr val="E4EFEC"/>
                </a:solidFill>
                <a:latin typeface="Noto Sans KR"/>
                <a:ea typeface="Noto Sans KR"/>
                <a:cs typeface="Noto Sans KR"/>
              </a:defRPr>
            </a:lvl3pPr>
            <a:lvl4pPr>
              <a:defRPr sz="2025" b="0">
                <a:solidFill>
                  <a:srgbClr val="E4EFEC"/>
                </a:solidFill>
                <a:latin typeface="Noto Sans KR"/>
                <a:ea typeface="Noto Sans KR"/>
                <a:cs typeface="Noto Sans KR"/>
              </a:defRPr>
            </a:lvl4pPr>
            <a:lvl5pPr>
              <a:defRPr sz="2025" b="0">
                <a:solidFill>
                  <a:srgbClr val="E4EFEC"/>
                </a:solidFill>
                <a:latin typeface="Noto Sans KR"/>
                <a:ea typeface="Noto Sans KR"/>
                <a:cs typeface="Noto Sans KR"/>
              </a:defRPr>
            </a:lvl5pPr>
            <a:lvl6pPr>
              <a:defRPr sz="2025" b="0">
                <a:solidFill>
                  <a:srgbClr val="E4EFEC"/>
                </a:solidFill>
                <a:latin typeface="Noto Sans KR"/>
                <a:ea typeface="Noto Sans KR"/>
                <a:cs typeface="Noto Sans KR"/>
              </a:defRPr>
            </a:lvl6pPr>
            <a:lvl7pPr>
              <a:defRPr sz="2025" b="0">
                <a:solidFill>
                  <a:srgbClr val="E4EFEC"/>
                </a:solidFill>
                <a:latin typeface="Noto Sans KR"/>
                <a:ea typeface="Noto Sans KR"/>
                <a:cs typeface="Noto Sans KR"/>
              </a:defRPr>
            </a:lvl7pPr>
            <a:lvl8pPr>
              <a:defRPr sz="2025" b="0">
                <a:solidFill>
                  <a:srgbClr val="E4EFEC"/>
                </a:solidFill>
                <a:latin typeface="Noto Sans KR"/>
                <a:ea typeface="Noto Sans KR"/>
                <a:cs typeface="Noto Sans KR"/>
              </a:defRPr>
            </a:lvl8pPr>
            <a:lvl9pPr>
              <a:defRPr sz="2025" b="0">
                <a:solidFill>
                  <a:srgbClr val="E4EFEC"/>
                </a:solidFill>
                <a:latin typeface="Noto Sans KR"/>
                <a:ea typeface="Noto Sans KR"/>
                <a:cs typeface="Noto Sans KR"/>
              </a:defRPr>
            </a:lvl9pPr>
          </a:lstStyle>
          <a:p xmlns:a="http://schemas.openxmlformats.org/drawingml/2006/main">
            <a:pPr>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여러 사실이 섞인 문서를 나누고 각 사실에 등장한 개체를 연결합니다.</a:t>
            </a:r>
          </a:p>
        </p:txBody>
      </p:sp>
      <p:sp>
        <p:nvSpPr>
          <p:cNvPr id="7" name="label-2">
            <a:extLst xmlns:a="http://schemas.openxmlformats.org/drawingml/2006/main">
              <a:ext uri="{FF2B5EF4-FFF2-40B4-BE49-F238E27FC236}">
                <a16:creationId xmlns:a16="http://schemas.microsoft.com/office/drawing/2014/main" id="{633F982F-3D4A-45CF-A24D-E333CB9B1ECF}"/>
              </a:ext>
            </a:extLst>
          </p:cNvPr>
          <p:cNvSpPr>
            <a:spLocks xmlns:a="http://schemas.openxmlformats.org/drawingml/2006/main" noGrp="1"/>
          </p:cNvSpPr>
          <p:nvPr/>
        </p:nvSpPr>
        <p:spPr>
          <a:xfrm xmlns:a="http://schemas.openxmlformats.org/drawingml/2006/main">
            <a:off x="609600" y="44005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defRPr sz="1950" b="1">
                <a:solidFill>
                  <a:srgbClr val="A4DDCA"/>
                </a:solidFill>
                <a:latin typeface="Noto Sans KR"/>
                <a:ea typeface="Noto Sans KR"/>
                <a:cs typeface="Noto Sans KR"/>
              </a:defRPr>
            </a:lvl1pPr>
            <a:lvl2pPr>
              <a:defRPr sz="1950" b="1">
                <a:solidFill>
                  <a:srgbClr val="A4DDCA"/>
                </a:solidFill>
                <a:latin typeface="Noto Sans KR"/>
                <a:ea typeface="Noto Sans KR"/>
                <a:cs typeface="Noto Sans KR"/>
              </a:defRPr>
            </a:lvl2pPr>
            <a:lvl3pPr>
              <a:defRPr sz="1950" b="1">
                <a:solidFill>
                  <a:srgbClr val="A4DDCA"/>
                </a:solidFill>
                <a:latin typeface="Noto Sans KR"/>
                <a:ea typeface="Noto Sans KR"/>
                <a:cs typeface="Noto Sans KR"/>
              </a:defRPr>
            </a:lvl3pPr>
            <a:lvl4pPr>
              <a:defRPr sz="1950" b="1">
                <a:solidFill>
                  <a:srgbClr val="A4DDCA"/>
                </a:solidFill>
                <a:latin typeface="Noto Sans KR"/>
                <a:ea typeface="Noto Sans KR"/>
                <a:cs typeface="Noto Sans KR"/>
              </a:defRPr>
            </a:lvl4pPr>
            <a:lvl5pPr>
              <a:defRPr sz="1950" b="1">
                <a:solidFill>
                  <a:srgbClr val="A4DDCA"/>
                </a:solidFill>
                <a:latin typeface="Noto Sans KR"/>
                <a:ea typeface="Noto Sans KR"/>
                <a:cs typeface="Noto Sans KR"/>
              </a:defRPr>
            </a:lvl5pPr>
            <a:lvl6pPr>
              <a:defRPr sz="1950" b="1">
                <a:solidFill>
                  <a:srgbClr val="A4DDCA"/>
                </a:solidFill>
                <a:latin typeface="Noto Sans KR"/>
                <a:ea typeface="Noto Sans KR"/>
                <a:cs typeface="Noto Sans KR"/>
              </a:defRPr>
            </a:lvl6pPr>
            <a:lvl7pPr>
              <a:defRPr sz="1950" b="1">
                <a:solidFill>
                  <a:srgbClr val="A4DDCA"/>
                </a:solidFill>
                <a:latin typeface="Noto Sans KR"/>
                <a:ea typeface="Noto Sans KR"/>
                <a:cs typeface="Noto Sans KR"/>
              </a:defRPr>
            </a:lvl7pPr>
            <a:lvl8pPr>
              <a:defRPr sz="1950" b="1">
                <a:solidFill>
                  <a:srgbClr val="A4DDCA"/>
                </a:solidFill>
                <a:latin typeface="Noto Sans KR"/>
                <a:ea typeface="Noto Sans KR"/>
                <a:cs typeface="Noto Sans KR"/>
              </a:defRPr>
            </a:lvl8pPr>
            <a:lvl9pPr>
              <a:defRPr sz="1950" b="1">
                <a:solidFill>
                  <a:srgbClr val="A4DDCA"/>
                </a:solidFill>
                <a:latin typeface="Noto Sans KR"/>
                <a:ea typeface="Noto Sans KR"/>
                <a:cs typeface="Noto Sans KR"/>
              </a:defRPr>
            </a:lvl9pPr>
          </a:lstStyle>
          <a:p xmlns:a="http://schemas.openxmlformats.org/drawingml/2006/main">
            <a:pPr>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질문이 오면 하는 일</a:t>
            </a:r>
          </a:p>
        </p:txBody>
      </p:sp>
      <p:sp>
        <p:nvSpPr>
          <p:cNvPr id="8" name="body-2">
            <a:extLst xmlns:a="http://schemas.openxmlformats.org/drawingml/2006/main">
              <a:ext uri="{FF2B5EF4-FFF2-40B4-BE49-F238E27FC236}">
                <a16:creationId xmlns:a16="http://schemas.microsoft.com/office/drawing/2014/main" id="{9134B0BA-4D7E-4895-934E-17B12699DAB3}"/>
              </a:ext>
            </a:extLst>
          </p:cNvPr>
          <p:cNvSpPr>
            <a:spLocks xmlns:a="http://schemas.openxmlformats.org/drawingml/2006/main" noGrp="1"/>
          </p:cNvSpPr>
          <p:nvPr/>
        </p:nvSpPr>
        <p:spPr>
          <a:xfrm xmlns:a="http://schemas.openxmlformats.org/drawingml/2006/main">
            <a:off x="3190875" y="44005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defRPr sz="2025" b="0">
                <a:solidFill>
                  <a:srgbClr val="E4EFEC"/>
                </a:solidFill>
                <a:latin typeface="Noto Sans KR"/>
                <a:ea typeface="Noto Sans KR"/>
                <a:cs typeface="Noto Sans KR"/>
              </a:defRPr>
            </a:lvl1pPr>
            <a:lvl2pPr>
              <a:defRPr sz="2025" b="0">
                <a:solidFill>
                  <a:srgbClr val="E4EFEC"/>
                </a:solidFill>
                <a:latin typeface="Noto Sans KR"/>
                <a:ea typeface="Noto Sans KR"/>
                <a:cs typeface="Noto Sans KR"/>
              </a:defRPr>
            </a:lvl2pPr>
            <a:lvl3pPr>
              <a:defRPr sz="2025" b="0">
                <a:solidFill>
                  <a:srgbClr val="E4EFEC"/>
                </a:solidFill>
                <a:latin typeface="Noto Sans KR"/>
                <a:ea typeface="Noto Sans KR"/>
                <a:cs typeface="Noto Sans KR"/>
              </a:defRPr>
            </a:lvl3pPr>
            <a:lvl4pPr>
              <a:defRPr sz="2025" b="0">
                <a:solidFill>
                  <a:srgbClr val="E4EFEC"/>
                </a:solidFill>
                <a:latin typeface="Noto Sans KR"/>
                <a:ea typeface="Noto Sans KR"/>
                <a:cs typeface="Noto Sans KR"/>
              </a:defRPr>
            </a:lvl4pPr>
            <a:lvl5pPr>
              <a:defRPr sz="2025" b="0">
                <a:solidFill>
                  <a:srgbClr val="E4EFEC"/>
                </a:solidFill>
                <a:latin typeface="Noto Sans KR"/>
                <a:ea typeface="Noto Sans KR"/>
                <a:cs typeface="Noto Sans KR"/>
              </a:defRPr>
            </a:lvl5pPr>
            <a:lvl6pPr>
              <a:defRPr sz="2025" b="0">
                <a:solidFill>
                  <a:srgbClr val="E4EFEC"/>
                </a:solidFill>
                <a:latin typeface="Noto Sans KR"/>
                <a:ea typeface="Noto Sans KR"/>
                <a:cs typeface="Noto Sans KR"/>
              </a:defRPr>
            </a:lvl6pPr>
            <a:lvl7pPr>
              <a:defRPr sz="2025" b="0">
                <a:solidFill>
                  <a:srgbClr val="E4EFEC"/>
                </a:solidFill>
                <a:latin typeface="Noto Sans KR"/>
                <a:ea typeface="Noto Sans KR"/>
                <a:cs typeface="Noto Sans KR"/>
              </a:defRPr>
            </a:lvl7pPr>
            <a:lvl8pPr>
              <a:defRPr sz="2025" b="0">
                <a:solidFill>
                  <a:srgbClr val="E4EFEC"/>
                </a:solidFill>
                <a:latin typeface="Noto Sans KR"/>
                <a:ea typeface="Noto Sans KR"/>
                <a:cs typeface="Noto Sans KR"/>
              </a:defRPr>
            </a:lvl8pPr>
            <a:lvl9pPr>
              <a:defRPr sz="2025" b="0">
                <a:solidFill>
                  <a:srgbClr val="E4EFEC"/>
                </a:solidFill>
                <a:latin typeface="Noto Sans KR"/>
                <a:ea typeface="Noto Sans KR"/>
                <a:cs typeface="Noto Sans KR"/>
              </a:defRPr>
            </a:lvl9pPr>
          </a:lstStyle>
          <a:p xmlns:a="http://schemas.openxmlformats.org/drawingml/2006/main">
            <a:pPr>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질문에 맞는 사실을 찾고 연결을 넓힌 뒤 중복·무관한 내용을 거릅니다.</a:t>
            </a:r>
          </a:p>
        </p:txBody>
      </p:sp>
      <p:sp>
        <p:nvSpPr>
          <p:cNvPr id="9" name="page">
            <a:extLst xmlns:a="http://schemas.openxmlformats.org/drawingml/2006/main">
              <a:ext uri="{FF2B5EF4-FFF2-40B4-BE49-F238E27FC236}">
                <a16:creationId xmlns:a16="http://schemas.microsoft.com/office/drawing/2014/main" id="{AD99D48D-B572-4597-8544-5C23DD9C7A00}"/>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defRPr sz="1125" b="0">
                <a:solidFill>
                  <a:srgbClr val="8EABB7"/>
                </a:solidFill>
                <a:latin typeface="Noto Sans KR"/>
                <a:ea typeface="Noto Sans KR"/>
                <a:cs typeface="Noto Sans KR"/>
              </a:defRPr>
            </a:lvl1pPr>
            <a:lvl2pPr>
              <a:defRPr sz="1125" b="0">
                <a:solidFill>
                  <a:srgbClr val="8EABB7"/>
                </a:solidFill>
                <a:latin typeface="Noto Sans KR"/>
                <a:ea typeface="Noto Sans KR"/>
                <a:cs typeface="Noto Sans KR"/>
              </a:defRPr>
            </a:lvl2pPr>
            <a:lvl3pPr>
              <a:defRPr sz="1125" b="0">
                <a:solidFill>
                  <a:srgbClr val="8EABB7"/>
                </a:solidFill>
                <a:latin typeface="Noto Sans KR"/>
                <a:ea typeface="Noto Sans KR"/>
                <a:cs typeface="Noto Sans KR"/>
              </a:defRPr>
            </a:lvl3pPr>
            <a:lvl4pPr>
              <a:defRPr sz="1125" b="0">
                <a:solidFill>
                  <a:srgbClr val="8EABB7"/>
                </a:solidFill>
                <a:latin typeface="Noto Sans KR"/>
                <a:ea typeface="Noto Sans KR"/>
                <a:cs typeface="Noto Sans KR"/>
              </a:defRPr>
            </a:lvl4pPr>
            <a:lvl5pPr>
              <a:defRPr sz="1125" b="0">
                <a:solidFill>
                  <a:srgbClr val="8EABB7"/>
                </a:solidFill>
                <a:latin typeface="Noto Sans KR"/>
                <a:ea typeface="Noto Sans KR"/>
                <a:cs typeface="Noto Sans KR"/>
              </a:defRPr>
            </a:lvl5pPr>
            <a:lvl6pPr>
              <a:defRPr sz="1125" b="0">
                <a:solidFill>
                  <a:srgbClr val="8EABB7"/>
                </a:solidFill>
                <a:latin typeface="Noto Sans KR"/>
                <a:ea typeface="Noto Sans KR"/>
                <a:cs typeface="Noto Sans KR"/>
              </a:defRPr>
            </a:lvl6pPr>
            <a:lvl7pPr>
              <a:defRPr sz="1125" b="0">
                <a:solidFill>
                  <a:srgbClr val="8EABB7"/>
                </a:solidFill>
                <a:latin typeface="Noto Sans KR"/>
                <a:ea typeface="Noto Sans KR"/>
                <a:cs typeface="Noto Sans KR"/>
              </a:defRPr>
            </a:lvl7pPr>
            <a:lvl8pPr>
              <a:defRPr sz="1125" b="0">
                <a:solidFill>
                  <a:srgbClr val="8EABB7"/>
                </a:solidFill>
                <a:latin typeface="Noto Sans KR"/>
                <a:ea typeface="Noto Sans KR"/>
                <a:cs typeface="Noto Sans KR"/>
              </a:defRPr>
            </a:lvl8pPr>
            <a:lvl9pPr>
              <a:defRPr sz="1125" b="0">
                <a:solidFill>
                  <a:srgbClr val="8EABB7"/>
                </a:solidFill>
                <a:latin typeface="Noto Sans KR"/>
                <a:ea typeface="Noto Sans KR"/>
                <a:cs typeface="Noto Sans KR"/>
              </a:defRPr>
            </a:lvl9pPr>
          </a:lstStyle>
          <a:p xmlns:a="http://schemas.openxmlformats.org/drawingml/2006/main">
            <a:pPr>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32</a:t>
            </a:r>
          </a:p>
        </p:txBody>
      </p:sp>
    </p:spTree>
    <p:extLst>
      <p:ext uri="{BB962C8B-B14F-4D97-AF65-F5344CB8AC3E}">
        <p14:creationId xmlns:p14="http://schemas.microsoft.com/office/powerpoint/2010/main" val="913705965"/>
      </p:ext>
    </p:extLst>
  </p:cSld>
</p:sld>
</file>

<file path=ppt/slides/slide33.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0" name="section">
            <a:extLst xmlns:a="http://schemas.openxmlformats.org/drawingml/2006/main">
              <a:ext uri="{FF2B5EF4-FFF2-40B4-BE49-F238E27FC236}">
                <a16:creationId xmlns:a16="http://schemas.microsoft.com/office/drawing/2014/main" id="{03F6F6CB-35D1-4C1E-A697-9B5EDD4CB13A}"/>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defRPr sz="1125" b="1">
                <a:solidFill>
                  <a:srgbClr val="A4DDCA"/>
                </a:solidFill>
                <a:latin typeface="Noto Sans KR"/>
                <a:ea typeface="Noto Sans KR"/>
                <a:cs typeface="Noto Sans KR"/>
              </a:defRPr>
            </a:lvl1pPr>
            <a:lvl2pPr>
              <a:defRPr sz="1125" b="1">
                <a:solidFill>
                  <a:srgbClr val="A4DDCA"/>
                </a:solidFill>
                <a:latin typeface="Noto Sans KR"/>
                <a:ea typeface="Noto Sans KR"/>
                <a:cs typeface="Noto Sans KR"/>
              </a:defRPr>
            </a:lvl2pPr>
            <a:lvl3pPr>
              <a:defRPr sz="1125" b="1">
                <a:solidFill>
                  <a:srgbClr val="A4DDCA"/>
                </a:solidFill>
                <a:latin typeface="Noto Sans KR"/>
                <a:ea typeface="Noto Sans KR"/>
                <a:cs typeface="Noto Sans KR"/>
              </a:defRPr>
            </a:lvl3pPr>
            <a:lvl4pPr>
              <a:defRPr sz="1125" b="1">
                <a:solidFill>
                  <a:srgbClr val="A4DDCA"/>
                </a:solidFill>
                <a:latin typeface="Noto Sans KR"/>
                <a:ea typeface="Noto Sans KR"/>
                <a:cs typeface="Noto Sans KR"/>
              </a:defRPr>
            </a:lvl4pPr>
            <a:lvl5pPr>
              <a:defRPr sz="1125" b="1">
                <a:solidFill>
                  <a:srgbClr val="A4DDCA"/>
                </a:solidFill>
                <a:latin typeface="Noto Sans KR"/>
                <a:ea typeface="Noto Sans KR"/>
                <a:cs typeface="Noto Sans KR"/>
              </a:defRPr>
            </a:lvl5pPr>
            <a:lvl6pPr>
              <a:defRPr sz="1125" b="1">
                <a:solidFill>
                  <a:srgbClr val="A4DDCA"/>
                </a:solidFill>
                <a:latin typeface="Noto Sans KR"/>
                <a:ea typeface="Noto Sans KR"/>
                <a:cs typeface="Noto Sans KR"/>
              </a:defRPr>
            </a:lvl6pPr>
            <a:lvl7pPr>
              <a:defRPr sz="1125" b="1">
                <a:solidFill>
                  <a:srgbClr val="A4DDCA"/>
                </a:solidFill>
                <a:latin typeface="Noto Sans KR"/>
                <a:ea typeface="Noto Sans KR"/>
                <a:cs typeface="Noto Sans KR"/>
              </a:defRPr>
            </a:lvl7pPr>
            <a:lvl8pPr>
              <a:defRPr sz="1125" b="1">
                <a:solidFill>
                  <a:srgbClr val="A4DDCA"/>
                </a:solidFill>
                <a:latin typeface="Noto Sans KR"/>
                <a:ea typeface="Noto Sans KR"/>
                <a:cs typeface="Noto Sans KR"/>
              </a:defRPr>
            </a:lvl8pPr>
            <a:lvl9pPr>
              <a:defRPr sz="1125" b="1">
                <a:solidFill>
                  <a:srgbClr val="A4DDCA"/>
                </a:solidFill>
                <a:latin typeface="Noto Sans KR"/>
                <a:ea typeface="Noto Sans KR"/>
                <a:cs typeface="Noto Sans KR"/>
              </a:defRPr>
            </a:lvl9pPr>
          </a:lstStyle>
          <a:p xmlns:a="http://schemas.openxmlformats.org/drawingml/2006/main">
            <a:pPr>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5E774B21-1C08-4779-BD9F-BFBD0A9C8F41}"/>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defRPr sz="3000" b="1">
                <a:solidFill>
                  <a:srgbClr val="E4EFEC"/>
                </a:solidFill>
                <a:latin typeface="Noto Sans KR"/>
                <a:ea typeface="Noto Sans KR"/>
                <a:cs typeface="Noto Sans KR"/>
              </a:defRPr>
            </a:lvl1pPr>
            <a:lvl2pPr>
              <a:defRPr sz="3000" b="1">
                <a:solidFill>
                  <a:srgbClr val="E4EFEC"/>
                </a:solidFill>
                <a:latin typeface="Noto Sans KR"/>
                <a:ea typeface="Noto Sans KR"/>
                <a:cs typeface="Noto Sans KR"/>
              </a:defRPr>
            </a:lvl2pPr>
            <a:lvl3pPr>
              <a:defRPr sz="3000" b="1">
                <a:solidFill>
                  <a:srgbClr val="E4EFEC"/>
                </a:solidFill>
                <a:latin typeface="Noto Sans KR"/>
                <a:ea typeface="Noto Sans KR"/>
                <a:cs typeface="Noto Sans KR"/>
              </a:defRPr>
            </a:lvl3pPr>
            <a:lvl4pPr>
              <a:defRPr sz="3000" b="1">
                <a:solidFill>
                  <a:srgbClr val="E4EFEC"/>
                </a:solidFill>
                <a:latin typeface="Noto Sans KR"/>
                <a:ea typeface="Noto Sans KR"/>
                <a:cs typeface="Noto Sans KR"/>
              </a:defRPr>
            </a:lvl4pPr>
            <a:lvl5pPr>
              <a:defRPr sz="3000" b="1">
                <a:solidFill>
                  <a:srgbClr val="E4EFEC"/>
                </a:solidFill>
                <a:latin typeface="Noto Sans KR"/>
                <a:ea typeface="Noto Sans KR"/>
                <a:cs typeface="Noto Sans KR"/>
              </a:defRPr>
            </a:lvl5pPr>
            <a:lvl6pPr>
              <a:defRPr sz="3000" b="1">
                <a:solidFill>
                  <a:srgbClr val="E4EFEC"/>
                </a:solidFill>
                <a:latin typeface="Noto Sans KR"/>
                <a:ea typeface="Noto Sans KR"/>
                <a:cs typeface="Noto Sans KR"/>
              </a:defRPr>
            </a:lvl6pPr>
            <a:lvl7pPr>
              <a:defRPr sz="3000" b="1">
                <a:solidFill>
                  <a:srgbClr val="E4EFEC"/>
                </a:solidFill>
                <a:latin typeface="Noto Sans KR"/>
                <a:ea typeface="Noto Sans KR"/>
                <a:cs typeface="Noto Sans KR"/>
              </a:defRPr>
            </a:lvl7pPr>
            <a:lvl8pPr>
              <a:defRPr sz="3000" b="1">
                <a:solidFill>
                  <a:srgbClr val="E4EFEC"/>
                </a:solidFill>
                <a:latin typeface="Noto Sans KR"/>
                <a:ea typeface="Noto Sans KR"/>
                <a:cs typeface="Noto Sans KR"/>
              </a:defRPr>
            </a:lvl8pPr>
            <a:lvl9pPr>
              <a:defRPr sz="3000" b="1">
                <a:solidFill>
                  <a:srgbClr val="E4EFEC"/>
                </a:solidFill>
                <a:latin typeface="Noto Sans KR"/>
                <a:ea typeface="Noto Sans KR"/>
                <a:cs typeface="Noto Sans KR"/>
              </a:defRPr>
            </a:lvl9pPr>
          </a:lstStyle>
          <a:p xmlns:a="http://schemas.openxmlformats.org/drawingml/2006/main">
            <a:pPr>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AtomicRAG를 질문에 대입하면</a:t>
            </a:r>
          </a:p>
        </p:txBody>
      </p:sp>
      <p:sp>
        <p:nvSpPr>
          <p:cNvPr id="3" name="label-0">
            <a:extLst xmlns:a="http://schemas.openxmlformats.org/drawingml/2006/main">
              <a:ext uri="{FF2B5EF4-FFF2-40B4-BE49-F238E27FC236}">
                <a16:creationId xmlns:a16="http://schemas.microsoft.com/office/drawing/2014/main" id="{EC517F44-04D0-4CE8-AC59-7F8A2604CB13}"/>
              </a:ext>
            </a:extLst>
          </p:cNvPr>
          <p:cNvSpPr>
            <a:spLocks xmlns:a="http://schemas.openxmlformats.org/drawingml/2006/main" noGrp="1"/>
          </p:cNvSpPr>
          <p:nvPr/>
        </p:nvSpPr>
        <p:spPr>
          <a:xfrm xmlns:a="http://schemas.openxmlformats.org/drawingml/2006/main">
            <a:off x="609600" y="186690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defRPr sz="1950" b="1">
                <a:solidFill>
                  <a:srgbClr val="A4DDCA"/>
                </a:solidFill>
                <a:latin typeface="Noto Sans KR"/>
                <a:ea typeface="Noto Sans KR"/>
                <a:cs typeface="Noto Sans KR"/>
              </a:defRPr>
            </a:lvl1pPr>
            <a:lvl2pPr>
              <a:defRPr sz="1950" b="1">
                <a:solidFill>
                  <a:srgbClr val="A4DDCA"/>
                </a:solidFill>
                <a:latin typeface="Noto Sans KR"/>
                <a:ea typeface="Noto Sans KR"/>
                <a:cs typeface="Noto Sans KR"/>
              </a:defRPr>
            </a:lvl2pPr>
            <a:lvl3pPr>
              <a:defRPr sz="1950" b="1">
                <a:solidFill>
                  <a:srgbClr val="A4DDCA"/>
                </a:solidFill>
                <a:latin typeface="Noto Sans KR"/>
                <a:ea typeface="Noto Sans KR"/>
                <a:cs typeface="Noto Sans KR"/>
              </a:defRPr>
            </a:lvl3pPr>
            <a:lvl4pPr>
              <a:defRPr sz="1950" b="1">
                <a:solidFill>
                  <a:srgbClr val="A4DDCA"/>
                </a:solidFill>
                <a:latin typeface="Noto Sans KR"/>
                <a:ea typeface="Noto Sans KR"/>
                <a:cs typeface="Noto Sans KR"/>
              </a:defRPr>
            </a:lvl4pPr>
            <a:lvl5pPr>
              <a:defRPr sz="1950" b="1">
                <a:solidFill>
                  <a:srgbClr val="A4DDCA"/>
                </a:solidFill>
                <a:latin typeface="Noto Sans KR"/>
                <a:ea typeface="Noto Sans KR"/>
                <a:cs typeface="Noto Sans KR"/>
              </a:defRPr>
            </a:lvl5pPr>
            <a:lvl6pPr>
              <a:defRPr sz="1950" b="1">
                <a:solidFill>
                  <a:srgbClr val="A4DDCA"/>
                </a:solidFill>
                <a:latin typeface="Noto Sans KR"/>
                <a:ea typeface="Noto Sans KR"/>
                <a:cs typeface="Noto Sans KR"/>
              </a:defRPr>
            </a:lvl6pPr>
            <a:lvl7pPr>
              <a:defRPr sz="1950" b="1">
                <a:solidFill>
                  <a:srgbClr val="A4DDCA"/>
                </a:solidFill>
                <a:latin typeface="Noto Sans KR"/>
                <a:ea typeface="Noto Sans KR"/>
                <a:cs typeface="Noto Sans KR"/>
              </a:defRPr>
            </a:lvl7pPr>
            <a:lvl8pPr>
              <a:defRPr sz="1950" b="1">
                <a:solidFill>
                  <a:srgbClr val="A4DDCA"/>
                </a:solidFill>
                <a:latin typeface="Noto Sans KR"/>
                <a:ea typeface="Noto Sans KR"/>
                <a:cs typeface="Noto Sans KR"/>
              </a:defRPr>
            </a:lvl8pPr>
            <a:lvl9pPr>
              <a:defRPr sz="1950" b="1">
                <a:solidFill>
                  <a:srgbClr val="A4DDCA"/>
                </a:solidFill>
                <a:latin typeface="Noto Sans KR"/>
                <a:ea typeface="Noto Sans KR"/>
                <a:cs typeface="Noto Sans KR"/>
              </a:defRPr>
            </a:lvl9pPr>
          </a:lstStyle>
          <a:p xmlns:a="http://schemas.openxmlformats.org/drawingml/2006/main">
            <a:pPr>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예시 질문</a:t>
            </a:r>
          </a:p>
        </p:txBody>
      </p:sp>
      <p:sp>
        <p:nvSpPr>
          <p:cNvPr id="4" name="body-0">
            <a:extLst xmlns:a="http://schemas.openxmlformats.org/drawingml/2006/main">
              <a:ext uri="{FF2B5EF4-FFF2-40B4-BE49-F238E27FC236}">
                <a16:creationId xmlns:a16="http://schemas.microsoft.com/office/drawing/2014/main" id="{BEDD28FE-D172-44CE-A488-19DE7F976EB9}"/>
              </a:ext>
            </a:extLst>
          </p:cNvPr>
          <p:cNvSpPr>
            <a:spLocks xmlns:a="http://schemas.openxmlformats.org/drawingml/2006/main" noGrp="1"/>
          </p:cNvSpPr>
          <p:nvPr/>
        </p:nvSpPr>
        <p:spPr>
          <a:xfrm xmlns:a="http://schemas.openxmlformats.org/drawingml/2006/main">
            <a:off x="3190875" y="186690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defRPr sz="2025" b="0">
                <a:solidFill>
                  <a:srgbClr val="E4EFEC"/>
                </a:solidFill>
                <a:latin typeface="Noto Sans KR"/>
                <a:ea typeface="Noto Sans KR"/>
                <a:cs typeface="Noto Sans KR"/>
              </a:defRPr>
            </a:lvl1pPr>
            <a:lvl2pPr>
              <a:defRPr sz="2025" b="0">
                <a:solidFill>
                  <a:srgbClr val="E4EFEC"/>
                </a:solidFill>
                <a:latin typeface="Noto Sans KR"/>
                <a:ea typeface="Noto Sans KR"/>
                <a:cs typeface="Noto Sans KR"/>
              </a:defRPr>
            </a:lvl2pPr>
            <a:lvl3pPr>
              <a:defRPr sz="2025" b="0">
                <a:solidFill>
                  <a:srgbClr val="E4EFEC"/>
                </a:solidFill>
                <a:latin typeface="Noto Sans KR"/>
                <a:ea typeface="Noto Sans KR"/>
                <a:cs typeface="Noto Sans KR"/>
              </a:defRPr>
            </a:lvl3pPr>
            <a:lvl4pPr>
              <a:defRPr sz="2025" b="0">
                <a:solidFill>
                  <a:srgbClr val="E4EFEC"/>
                </a:solidFill>
                <a:latin typeface="Noto Sans KR"/>
                <a:ea typeface="Noto Sans KR"/>
                <a:cs typeface="Noto Sans KR"/>
              </a:defRPr>
            </a:lvl4pPr>
            <a:lvl5pPr>
              <a:defRPr sz="2025" b="0">
                <a:solidFill>
                  <a:srgbClr val="E4EFEC"/>
                </a:solidFill>
                <a:latin typeface="Noto Sans KR"/>
                <a:ea typeface="Noto Sans KR"/>
                <a:cs typeface="Noto Sans KR"/>
              </a:defRPr>
            </a:lvl5pPr>
            <a:lvl6pPr>
              <a:defRPr sz="2025" b="0">
                <a:solidFill>
                  <a:srgbClr val="E4EFEC"/>
                </a:solidFill>
                <a:latin typeface="Noto Sans KR"/>
                <a:ea typeface="Noto Sans KR"/>
                <a:cs typeface="Noto Sans KR"/>
              </a:defRPr>
            </a:lvl6pPr>
            <a:lvl7pPr>
              <a:defRPr sz="2025" b="0">
                <a:solidFill>
                  <a:srgbClr val="E4EFEC"/>
                </a:solidFill>
                <a:latin typeface="Noto Sans KR"/>
                <a:ea typeface="Noto Sans KR"/>
                <a:cs typeface="Noto Sans KR"/>
              </a:defRPr>
            </a:lvl7pPr>
            <a:lvl8pPr>
              <a:defRPr sz="2025" b="0">
                <a:solidFill>
                  <a:srgbClr val="E4EFEC"/>
                </a:solidFill>
                <a:latin typeface="Noto Sans KR"/>
                <a:ea typeface="Noto Sans KR"/>
                <a:cs typeface="Noto Sans KR"/>
              </a:defRPr>
            </a:lvl8pPr>
            <a:lvl9pPr>
              <a:defRPr sz="2025" b="0">
                <a:solidFill>
                  <a:srgbClr val="E4EFEC"/>
                </a:solidFill>
                <a:latin typeface="Noto Sans KR"/>
                <a:ea typeface="Noto Sans KR"/>
                <a:cs typeface="Noto Sans KR"/>
              </a:defRPr>
            </a:lvl9pPr>
          </a:lstStyle>
          <a:p xmlns:a="http://schemas.openxmlformats.org/drawingml/2006/main">
            <a:pPr>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날씨 정보가 배차 결정에 어떻게 이어지나요?</a:t>
            </a:r>
          </a:p>
        </p:txBody>
      </p:sp>
      <p:sp>
        <p:nvSpPr>
          <p:cNvPr id="5" name="label-1">
            <a:extLst xmlns:a="http://schemas.openxmlformats.org/drawingml/2006/main">
              <a:ext uri="{FF2B5EF4-FFF2-40B4-BE49-F238E27FC236}">
                <a16:creationId xmlns:a16="http://schemas.microsoft.com/office/drawing/2014/main" id="{F9D43FE4-ED38-430A-8D93-5838CED2A9F4}"/>
              </a:ext>
            </a:extLst>
          </p:cNvPr>
          <p:cNvSpPr>
            <a:spLocks xmlns:a="http://schemas.openxmlformats.org/drawingml/2006/main" noGrp="1"/>
          </p:cNvSpPr>
          <p:nvPr/>
        </p:nvSpPr>
        <p:spPr>
          <a:xfrm xmlns:a="http://schemas.openxmlformats.org/drawingml/2006/main">
            <a:off x="609600" y="31337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defRPr sz="1950" b="1">
                <a:solidFill>
                  <a:srgbClr val="A4DDCA"/>
                </a:solidFill>
                <a:latin typeface="Noto Sans KR"/>
                <a:ea typeface="Noto Sans KR"/>
                <a:cs typeface="Noto Sans KR"/>
              </a:defRPr>
            </a:lvl1pPr>
            <a:lvl2pPr>
              <a:defRPr sz="1950" b="1">
                <a:solidFill>
                  <a:srgbClr val="A4DDCA"/>
                </a:solidFill>
                <a:latin typeface="Noto Sans KR"/>
                <a:ea typeface="Noto Sans KR"/>
                <a:cs typeface="Noto Sans KR"/>
              </a:defRPr>
            </a:lvl2pPr>
            <a:lvl3pPr>
              <a:defRPr sz="1950" b="1">
                <a:solidFill>
                  <a:srgbClr val="A4DDCA"/>
                </a:solidFill>
                <a:latin typeface="Noto Sans KR"/>
                <a:ea typeface="Noto Sans KR"/>
                <a:cs typeface="Noto Sans KR"/>
              </a:defRPr>
            </a:lvl3pPr>
            <a:lvl4pPr>
              <a:defRPr sz="1950" b="1">
                <a:solidFill>
                  <a:srgbClr val="A4DDCA"/>
                </a:solidFill>
                <a:latin typeface="Noto Sans KR"/>
                <a:ea typeface="Noto Sans KR"/>
                <a:cs typeface="Noto Sans KR"/>
              </a:defRPr>
            </a:lvl4pPr>
            <a:lvl5pPr>
              <a:defRPr sz="1950" b="1">
                <a:solidFill>
                  <a:srgbClr val="A4DDCA"/>
                </a:solidFill>
                <a:latin typeface="Noto Sans KR"/>
                <a:ea typeface="Noto Sans KR"/>
                <a:cs typeface="Noto Sans KR"/>
              </a:defRPr>
            </a:lvl5pPr>
            <a:lvl6pPr>
              <a:defRPr sz="1950" b="1">
                <a:solidFill>
                  <a:srgbClr val="A4DDCA"/>
                </a:solidFill>
                <a:latin typeface="Noto Sans KR"/>
                <a:ea typeface="Noto Sans KR"/>
                <a:cs typeface="Noto Sans KR"/>
              </a:defRPr>
            </a:lvl6pPr>
            <a:lvl7pPr>
              <a:defRPr sz="1950" b="1">
                <a:solidFill>
                  <a:srgbClr val="A4DDCA"/>
                </a:solidFill>
                <a:latin typeface="Noto Sans KR"/>
                <a:ea typeface="Noto Sans KR"/>
                <a:cs typeface="Noto Sans KR"/>
              </a:defRPr>
            </a:lvl7pPr>
            <a:lvl8pPr>
              <a:defRPr sz="1950" b="1">
                <a:solidFill>
                  <a:srgbClr val="A4DDCA"/>
                </a:solidFill>
                <a:latin typeface="Noto Sans KR"/>
                <a:ea typeface="Noto Sans KR"/>
                <a:cs typeface="Noto Sans KR"/>
              </a:defRPr>
            </a:lvl8pPr>
            <a:lvl9pPr>
              <a:defRPr sz="1950" b="1">
                <a:solidFill>
                  <a:srgbClr val="A4DDCA"/>
                </a:solidFill>
                <a:latin typeface="Noto Sans KR"/>
                <a:ea typeface="Noto Sans KR"/>
                <a:cs typeface="Noto Sans KR"/>
              </a:defRPr>
            </a:lvl9pPr>
          </a:lstStyle>
          <a:p xmlns:a="http://schemas.openxmlformats.org/drawingml/2006/main">
            <a:pPr>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모을 근거</a:t>
            </a:r>
          </a:p>
        </p:txBody>
      </p:sp>
      <p:sp>
        <p:nvSpPr>
          <p:cNvPr id="6" name="body-1">
            <a:extLst xmlns:a="http://schemas.openxmlformats.org/drawingml/2006/main">
              <a:ext uri="{FF2B5EF4-FFF2-40B4-BE49-F238E27FC236}">
                <a16:creationId xmlns:a16="http://schemas.microsoft.com/office/drawing/2014/main" id="{CDCB9520-471D-483D-BF68-F6A4D1B3E623}"/>
              </a:ext>
            </a:extLst>
          </p:cNvPr>
          <p:cNvSpPr>
            <a:spLocks xmlns:a="http://schemas.openxmlformats.org/drawingml/2006/main" noGrp="1"/>
          </p:cNvSpPr>
          <p:nvPr/>
        </p:nvSpPr>
        <p:spPr>
          <a:xfrm xmlns:a="http://schemas.openxmlformats.org/drawingml/2006/main">
            <a:off x="3190875" y="31337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defRPr sz="2025" b="0">
                <a:solidFill>
                  <a:srgbClr val="E4EFEC"/>
                </a:solidFill>
                <a:latin typeface="Noto Sans KR"/>
                <a:ea typeface="Noto Sans KR"/>
                <a:cs typeface="Noto Sans KR"/>
              </a:defRPr>
            </a:lvl1pPr>
            <a:lvl2pPr>
              <a:defRPr sz="2025" b="0">
                <a:solidFill>
                  <a:srgbClr val="E4EFEC"/>
                </a:solidFill>
                <a:latin typeface="Noto Sans KR"/>
                <a:ea typeface="Noto Sans KR"/>
                <a:cs typeface="Noto Sans KR"/>
              </a:defRPr>
            </a:lvl2pPr>
            <a:lvl3pPr>
              <a:defRPr sz="2025" b="0">
                <a:solidFill>
                  <a:srgbClr val="E4EFEC"/>
                </a:solidFill>
                <a:latin typeface="Noto Sans KR"/>
                <a:ea typeface="Noto Sans KR"/>
                <a:cs typeface="Noto Sans KR"/>
              </a:defRPr>
            </a:lvl3pPr>
            <a:lvl4pPr>
              <a:defRPr sz="2025" b="0">
                <a:solidFill>
                  <a:srgbClr val="E4EFEC"/>
                </a:solidFill>
                <a:latin typeface="Noto Sans KR"/>
                <a:ea typeface="Noto Sans KR"/>
                <a:cs typeface="Noto Sans KR"/>
              </a:defRPr>
            </a:lvl4pPr>
            <a:lvl5pPr>
              <a:defRPr sz="2025" b="0">
                <a:solidFill>
                  <a:srgbClr val="E4EFEC"/>
                </a:solidFill>
                <a:latin typeface="Noto Sans KR"/>
                <a:ea typeface="Noto Sans KR"/>
                <a:cs typeface="Noto Sans KR"/>
              </a:defRPr>
            </a:lvl5pPr>
            <a:lvl6pPr>
              <a:defRPr sz="2025" b="0">
                <a:solidFill>
                  <a:srgbClr val="E4EFEC"/>
                </a:solidFill>
                <a:latin typeface="Noto Sans KR"/>
                <a:ea typeface="Noto Sans KR"/>
                <a:cs typeface="Noto Sans KR"/>
              </a:defRPr>
            </a:lvl6pPr>
            <a:lvl7pPr>
              <a:defRPr sz="2025" b="0">
                <a:solidFill>
                  <a:srgbClr val="E4EFEC"/>
                </a:solidFill>
                <a:latin typeface="Noto Sans KR"/>
                <a:ea typeface="Noto Sans KR"/>
                <a:cs typeface="Noto Sans KR"/>
              </a:defRPr>
            </a:lvl7pPr>
            <a:lvl8pPr>
              <a:defRPr sz="2025" b="0">
                <a:solidFill>
                  <a:srgbClr val="E4EFEC"/>
                </a:solidFill>
                <a:latin typeface="Noto Sans KR"/>
                <a:ea typeface="Noto Sans KR"/>
                <a:cs typeface="Noto Sans KR"/>
              </a:defRPr>
            </a:lvl8pPr>
            <a:lvl9pPr>
              <a:defRPr sz="2025" b="0">
                <a:solidFill>
                  <a:srgbClr val="E4EFEC"/>
                </a:solidFill>
                <a:latin typeface="Noto Sans KR"/>
                <a:ea typeface="Noto Sans KR"/>
                <a:cs typeface="Noto Sans KR"/>
              </a:defRPr>
            </a:lvl9pPr>
          </a:lstStyle>
          <a:p xmlns:a="http://schemas.openxmlformats.org/drawingml/2006/main">
            <a:pPr>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입력 정보, 모델, 배차 결정을 설명하는 필요한 사실만 모읍니다.</a:t>
            </a:r>
          </a:p>
        </p:txBody>
      </p:sp>
      <p:sp>
        <p:nvSpPr>
          <p:cNvPr id="7" name="label-2">
            <a:extLst xmlns:a="http://schemas.openxmlformats.org/drawingml/2006/main">
              <a:ext uri="{FF2B5EF4-FFF2-40B4-BE49-F238E27FC236}">
                <a16:creationId xmlns:a16="http://schemas.microsoft.com/office/drawing/2014/main" id="{5971513D-A408-4B99-B55D-A04C0869D636}"/>
              </a:ext>
            </a:extLst>
          </p:cNvPr>
          <p:cNvSpPr>
            <a:spLocks xmlns:a="http://schemas.openxmlformats.org/drawingml/2006/main" noGrp="1"/>
          </p:cNvSpPr>
          <p:nvPr/>
        </p:nvSpPr>
        <p:spPr>
          <a:xfrm xmlns:a="http://schemas.openxmlformats.org/drawingml/2006/main">
            <a:off x="609600" y="44005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defRPr sz="1950" b="1">
                <a:solidFill>
                  <a:srgbClr val="A4DDCA"/>
                </a:solidFill>
                <a:latin typeface="Noto Sans KR"/>
                <a:ea typeface="Noto Sans KR"/>
                <a:cs typeface="Noto Sans KR"/>
              </a:defRPr>
            </a:lvl1pPr>
            <a:lvl2pPr>
              <a:defRPr sz="1950" b="1">
                <a:solidFill>
                  <a:srgbClr val="A4DDCA"/>
                </a:solidFill>
                <a:latin typeface="Noto Sans KR"/>
                <a:ea typeface="Noto Sans KR"/>
                <a:cs typeface="Noto Sans KR"/>
              </a:defRPr>
            </a:lvl2pPr>
            <a:lvl3pPr>
              <a:defRPr sz="1950" b="1">
                <a:solidFill>
                  <a:srgbClr val="A4DDCA"/>
                </a:solidFill>
                <a:latin typeface="Noto Sans KR"/>
                <a:ea typeface="Noto Sans KR"/>
                <a:cs typeface="Noto Sans KR"/>
              </a:defRPr>
            </a:lvl3pPr>
            <a:lvl4pPr>
              <a:defRPr sz="1950" b="1">
                <a:solidFill>
                  <a:srgbClr val="A4DDCA"/>
                </a:solidFill>
                <a:latin typeface="Noto Sans KR"/>
                <a:ea typeface="Noto Sans KR"/>
                <a:cs typeface="Noto Sans KR"/>
              </a:defRPr>
            </a:lvl4pPr>
            <a:lvl5pPr>
              <a:defRPr sz="1950" b="1">
                <a:solidFill>
                  <a:srgbClr val="A4DDCA"/>
                </a:solidFill>
                <a:latin typeface="Noto Sans KR"/>
                <a:ea typeface="Noto Sans KR"/>
                <a:cs typeface="Noto Sans KR"/>
              </a:defRPr>
            </a:lvl5pPr>
            <a:lvl6pPr>
              <a:defRPr sz="1950" b="1">
                <a:solidFill>
                  <a:srgbClr val="A4DDCA"/>
                </a:solidFill>
                <a:latin typeface="Noto Sans KR"/>
                <a:ea typeface="Noto Sans KR"/>
                <a:cs typeface="Noto Sans KR"/>
              </a:defRPr>
            </a:lvl6pPr>
            <a:lvl7pPr>
              <a:defRPr sz="1950" b="1">
                <a:solidFill>
                  <a:srgbClr val="A4DDCA"/>
                </a:solidFill>
                <a:latin typeface="Noto Sans KR"/>
                <a:ea typeface="Noto Sans KR"/>
                <a:cs typeface="Noto Sans KR"/>
              </a:defRPr>
            </a:lvl7pPr>
            <a:lvl8pPr>
              <a:defRPr sz="1950" b="1">
                <a:solidFill>
                  <a:srgbClr val="A4DDCA"/>
                </a:solidFill>
                <a:latin typeface="Noto Sans KR"/>
                <a:ea typeface="Noto Sans KR"/>
                <a:cs typeface="Noto Sans KR"/>
              </a:defRPr>
            </a:lvl8pPr>
            <a:lvl9pPr>
              <a:defRPr sz="1950" b="1">
                <a:solidFill>
                  <a:srgbClr val="A4DDCA"/>
                </a:solidFill>
                <a:latin typeface="Noto Sans KR"/>
                <a:ea typeface="Noto Sans KR"/>
                <a:cs typeface="Noto Sans KR"/>
              </a:defRPr>
            </a:lvl9pPr>
          </a:lstStyle>
          <a:p xmlns:a="http://schemas.openxmlformats.org/drawingml/2006/main">
            <a:pPr>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주의할 점</a:t>
            </a:r>
          </a:p>
        </p:txBody>
      </p:sp>
      <p:sp>
        <p:nvSpPr>
          <p:cNvPr id="8" name="body-2">
            <a:extLst xmlns:a="http://schemas.openxmlformats.org/drawingml/2006/main">
              <a:ext uri="{FF2B5EF4-FFF2-40B4-BE49-F238E27FC236}">
                <a16:creationId xmlns:a16="http://schemas.microsoft.com/office/drawing/2014/main" id="{E4EF408A-E1AF-41DF-84ED-034105A7F519}"/>
              </a:ext>
            </a:extLst>
          </p:cNvPr>
          <p:cNvSpPr>
            <a:spLocks xmlns:a="http://schemas.openxmlformats.org/drawingml/2006/main" noGrp="1"/>
          </p:cNvSpPr>
          <p:nvPr/>
        </p:nvSpPr>
        <p:spPr>
          <a:xfrm xmlns:a="http://schemas.openxmlformats.org/drawingml/2006/main">
            <a:off x="3190875" y="44005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defRPr sz="2025" b="0">
                <a:solidFill>
                  <a:srgbClr val="E4EFEC"/>
                </a:solidFill>
                <a:latin typeface="Noto Sans KR"/>
                <a:ea typeface="Noto Sans KR"/>
                <a:cs typeface="Noto Sans KR"/>
              </a:defRPr>
            </a:lvl1pPr>
            <a:lvl2pPr>
              <a:defRPr sz="2025" b="0">
                <a:solidFill>
                  <a:srgbClr val="E4EFEC"/>
                </a:solidFill>
                <a:latin typeface="Noto Sans KR"/>
                <a:ea typeface="Noto Sans KR"/>
                <a:cs typeface="Noto Sans KR"/>
              </a:defRPr>
            </a:lvl2pPr>
            <a:lvl3pPr>
              <a:defRPr sz="2025" b="0">
                <a:solidFill>
                  <a:srgbClr val="E4EFEC"/>
                </a:solidFill>
                <a:latin typeface="Noto Sans KR"/>
                <a:ea typeface="Noto Sans KR"/>
                <a:cs typeface="Noto Sans KR"/>
              </a:defRPr>
            </a:lvl3pPr>
            <a:lvl4pPr>
              <a:defRPr sz="2025" b="0">
                <a:solidFill>
                  <a:srgbClr val="E4EFEC"/>
                </a:solidFill>
                <a:latin typeface="Noto Sans KR"/>
                <a:ea typeface="Noto Sans KR"/>
                <a:cs typeface="Noto Sans KR"/>
              </a:defRPr>
            </a:lvl4pPr>
            <a:lvl5pPr>
              <a:defRPr sz="2025" b="0">
                <a:solidFill>
                  <a:srgbClr val="E4EFEC"/>
                </a:solidFill>
                <a:latin typeface="Noto Sans KR"/>
                <a:ea typeface="Noto Sans KR"/>
                <a:cs typeface="Noto Sans KR"/>
              </a:defRPr>
            </a:lvl5pPr>
            <a:lvl6pPr>
              <a:defRPr sz="2025" b="0">
                <a:solidFill>
                  <a:srgbClr val="E4EFEC"/>
                </a:solidFill>
                <a:latin typeface="Noto Sans KR"/>
                <a:ea typeface="Noto Sans KR"/>
                <a:cs typeface="Noto Sans KR"/>
              </a:defRPr>
            </a:lvl6pPr>
            <a:lvl7pPr>
              <a:defRPr sz="2025" b="0">
                <a:solidFill>
                  <a:srgbClr val="E4EFEC"/>
                </a:solidFill>
                <a:latin typeface="Noto Sans KR"/>
                <a:ea typeface="Noto Sans KR"/>
                <a:cs typeface="Noto Sans KR"/>
              </a:defRPr>
            </a:lvl7pPr>
            <a:lvl8pPr>
              <a:defRPr sz="2025" b="0">
                <a:solidFill>
                  <a:srgbClr val="E4EFEC"/>
                </a:solidFill>
                <a:latin typeface="Noto Sans KR"/>
                <a:ea typeface="Noto Sans KR"/>
                <a:cs typeface="Noto Sans KR"/>
              </a:defRPr>
            </a:lvl8pPr>
            <a:lvl9pPr>
              <a:defRPr sz="2025" b="0">
                <a:solidFill>
                  <a:srgbClr val="E4EFEC"/>
                </a:solidFill>
                <a:latin typeface="Noto Sans KR"/>
                <a:ea typeface="Noto Sans KR"/>
                <a:cs typeface="Noto Sans KR"/>
              </a:defRPr>
            </a:lvl9pPr>
          </a:lstStyle>
          <a:p xmlns:a="http://schemas.openxmlformats.org/drawingml/2006/main">
            <a:pPr>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너무 잘게 나누면 조건이 빠집니다. 질문 분해와 필터의 오류도 확인합니다.</a:t>
            </a:r>
          </a:p>
        </p:txBody>
      </p:sp>
      <p:sp>
        <p:nvSpPr>
          <p:cNvPr id="9" name="page">
            <a:extLst xmlns:a="http://schemas.openxmlformats.org/drawingml/2006/main">
              <a:ext uri="{FF2B5EF4-FFF2-40B4-BE49-F238E27FC236}">
                <a16:creationId xmlns:a16="http://schemas.microsoft.com/office/drawing/2014/main" id="{3DADAB0D-8C05-42CC-B05B-63DAB772F919}"/>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defRPr sz="1125" b="0">
                <a:solidFill>
                  <a:srgbClr val="8EABB7"/>
                </a:solidFill>
                <a:latin typeface="Noto Sans KR"/>
                <a:ea typeface="Noto Sans KR"/>
                <a:cs typeface="Noto Sans KR"/>
              </a:defRPr>
            </a:lvl1pPr>
            <a:lvl2pPr>
              <a:defRPr sz="1125" b="0">
                <a:solidFill>
                  <a:srgbClr val="8EABB7"/>
                </a:solidFill>
                <a:latin typeface="Noto Sans KR"/>
                <a:ea typeface="Noto Sans KR"/>
                <a:cs typeface="Noto Sans KR"/>
              </a:defRPr>
            </a:lvl2pPr>
            <a:lvl3pPr>
              <a:defRPr sz="1125" b="0">
                <a:solidFill>
                  <a:srgbClr val="8EABB7"/>
                </a:solidFill>
                <a:latin typeface="Noto Sans KR"/>
                <a:ea typeface="Noto Sans KR"/>
                <a:cs typeface="Noto Sans KR"/>
              </a:defRPr>
            </a:lvl3pPr>
            <a:lvl4pPr>
              <a:defRPr sz="1125" b="0">
                <a:solidFill>
                  <a:srgbClr val="8EABB7"/>
                </a:solidFill>
                <a:latin typeface="Noto Sans KR"/>
                <a:ea typeface="Noto Sans KR"/>
                <a:cs typeface="Noto Sans KR"/>
              </a:defRPr>
            </a:lvl4pPr>
            <a:lvl5pPr>
              <a:defRPr sz="1125" b="0">
                <a:solidFill>
                  <a:srgbClr val="8EABB7"/>
                </a:solidFill>
                <a:latin typeface="Noto Sans KR"/>
                <a:ea typeface="Noto Sans KR"/>
                <a:cs typeface="Noto Sans KR"/>
              </a:defRPr>
            </a:lvl5pPr>
            <a:lvl6pPr>
              <a:defRPr sz="1125" b="0">
                <a:solidFill>
                  <a:srgbClr val="8EABB7"/>
                </a:solidFill>
                <a:latin typeface="Noto Sans KR"/>
                <a:ea typeface="Noto Sans KR"/>
                <a:cs typeface="Noto Sans KR"/>
              </a:defRPr>
            </a:lvl6pPr>
            <a:lvl7pPr>
              <a:defRPr sz="1125" b="0">
                <a:solidFill>
                  <a:srgbClr val="8EABB7"/>
                </a:solidFill>
                <a:latin typeface="Noto Sans KR"/>
                <a:ea typeface="Noto Sans KR"/>
                <a:cs typeface="Noto Sans KR"/>
              </a:defRPr>
            </a:lvl7pPr>
            <a:lvl8pPr>
              <a:defRPr sz="1125" b="0">
                <a:solidFill>
                  <a:srgbClr val="8EABB7"/>
                </a:solidFill>
                <a:latin typeface="Noto Sans KR"/>
                <a:ea typeface="Noto Sans KR"/>
                <a:cs typeface="Noto Sans KR"/>
              </a:defRPr>
            </a:lvl8pPr>
            <a:lvl9pPr>
              <a:defRPr sz="1125" b="0">
                <a:solidFill>
                  <a:srgbClr val="8EABB7"/>
                </a:solidFill>
                <a:latin typeface="Noto Sans KR"/>
                <a:ea typeface="Noto Sans KR"/>
                <a:cs typeface="Noto Sans KR"/>
              </a:defRPr>
            </a:lvl9pPr>
          </a:lstStyle>
          <a:p xmlns:a="http://schemas.openxmlformats.org/drawingml/2006/main">
            <a:pPr>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33</a:t>
            </a:r>
          </a:p>
        </p:txBody>
      </p:sp>
    </p:spTree>
    <p:extLst>
      <p:ext uri="{BB962C8B-B14F-4D97-AF65-F5344CB8AC3E}">
        <p14:creationId xmlns:p14="http://schemas.microsoft.com/office/powerpoint/2010/main" val="923800693"/>
      </p:ext>
    </p:extLst>
  </p:cSld>
</p:sld>
</file>

<file path=ppt/slides/slide34.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0" name="section">
            <a:extLst xmlns:a="http://schemas.openxmlformats.org/drawingml/2006/main">
              <a:ext uri="{FF2B5EF4-FFF2-40B4-BE49-F238E27FC236}">
                <a16:creationId xmlns:a16="http://schemas.microsoft.com/office/drawing/2014/main" id="{17ED317D-A5DE-4441-AE1C-8DAB017E8675}"/>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defRPr sz="1125" b="1">
                <a:solidFill>
                  <a:srgbClr val="A4DDCA"/>
                </a:solidFill>
                <a:latin typeface="Noto Sans KR"/>
                <a:ea typeface="Noto Sans KR"/>
                <a:cs typeface="Noto Sans KR"/>
              </a:defRPr>
            </a:lvl1pPr>
            <a:lvl2pPr>
              <a:defRPr sz="1125" b="1">
                <a:solidFill>
                  <a:srgbClr val="A4DDCA"/>
                </a:solidFill>
                <a:latin typeface="Noto Sans KR"/>
                <a:ea typeface="Noto Sans KR"/>
                <a:cs typeface="Noto Sans KR"/>
              </a:defRPr>
            </a:lvl2pPr>
            <a:lvl3pPr>
              <a:defRPr sz="1125" b="1">
                <a:solidFill>
                  <a:srgbClr val="A4DDCA"/>
                </a:solidFill>
                <a:latin typeface="Noto Sans KR"/>
                <a:ea typeface="Noto Sans KR"/>
                <a:cs typeface="Noto Sans KR"/>
              </a:defRPr>
            </a:lvl3pPr>
            <a:lvl4pPr>
              <a:defRPr sz="1125" b="1">
                <a:solidFill>
                  <a:srgbClr val="A4DDCA"/>
                </a:solidFill>
                <a:latin typeface="Noto Sans KR"/>
                <a:ea typeface="Noto Sans KR"/>
                <a:cs typeface="Noto Sans KR"/>
              </a:defRPr>
            </a:lvl4pPr>
            <a:lvl5pPr>
              <a:defRPr sz="1125" b="1">
                <a:solidFill>
                  <a:srgbClr val="A4DDCA"/>
                </a:solidFill>
                <a:latin typeface="Noto Sans KR"/>
                <a:ea typeface="Noto Sans KR"/>
                <a:cs typeface="Noto Sans KR"/>
              </a:defRPr>
            </a:lvl5pPr>
            <a:lvl6pPr>
              <a:defRPr sz="1125" b="1">
                <a:solidFill>
                  <a:srgbClr val="A4DDCA"/>
                </a:solidFill>
                <a:latin typeface="Noto Sans KR"/>
                <a:ea typeface="Noto Sans KR"/>
                <a:cs typeface="Noto Sans KR"/>
              </a:defRPr>
            </a:lvl6pPr>
            <a:lvl7pPr>
              <a:defRPr sz="1125" b="1">
                <a:solidFill>
                  <a:srgbClr val="A4DDCA"/>
                </a:solidFill>
                <a:latin typeface="Noto Sans KR"/>
                <a:ea typeface="Noto Sans KR"/>
                <a:cs typeface="Noto Sans KR"/>
              </a:defRPr>
            </a:lvl7pPr>
            <a:lvl8pPr>
              <a:defRPr sz="1125" b="1">
                <a:solidFill>
                  <a:srgbClr val="A4DDCA"/>
                </a:solidFill>
                <a:latin typeface="Noto Sans KR"/>
                <a:ea typeface="Noto Sans KR"/>
                <a:cs typeface="Noto Sans KR"/>
              </a:defRPr>
            </a:lvl8pPr>
            <a:lvl9pPr>
              <a:defRPr sz="1125" b="1">
                <a:solidFill>
                  <a:srgbClr val="A4DDCA"/>
                </a:solidFill>
                <a:latin typeface="Noto Sans KR"/>
                <a:ea typeface="Noto Sans KR"/>
                <a:cs typeface="Noto Sans KR"/>
              </a:defRPr>
            </a:lvl9pPr>
          </a:lstStyle>
          <a:p xmlns:a="http://schemas.openxmlformats.org/drawingml/2006/main">
            <a:pPr>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F8AF2A5C-ECD6-4B10-B6A6-A0EBA585594D}"/>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defRPr sz="3000" b="1">
                <a:solidFill>
                  <a:srgbClr val="E4EFEC"/>
                </a:solidFill>
                <a:latin typeface="Noto Sans KR"/>
                <a:ea typeface="Noto Sans KR"/>
                <a:cs typeface="Noto Sans KR"/>
              </a:defRPr>
            </a:lvl1pPr>
            <a:lvl2pPr>
              <a:defRPr sz="3000" b="1">
                <a:solidFill>
                  <a:srgbClr val="E4EFEC"/>
                </a:solidFill>
                <a:latin typeface="Noto Sans KR"/>
                <a:ea typeface="Noto Sans KR"/>
                <a:cs typeface="Noto Sans KR"/>
              </a:defRPr>
            </a:lvl2pPr>
            <a:lvl3pPr>
              <a:defRPr sz="3000" b="1">
                <a:solidFill>
                  <a:srgbClr val="E4EFEC"/>
                </a:solidFill>
                <a:latin typeface="Noto Sans KR"/>
                <a:ea typeface="Noto Sans KR"/>
                <a:cs typeface="Noto Sans KR"/>
              </a:defRPr>
            </a:lvl3pPr>
            <a:lvl4pPr>
              <a:defRPr sz="3000" b="1">
                <a:solidFill>
                  <a:srgbClr val="E4EFEC"/>
                </a:solidFill>
                <a:latin typeface="Noto Sans KR"/>
                <a:ea typeface="Noto Sans KR"/>
                <a:cs typeface="Noto Sans KR"/>
              </a:defRPr>
            </a:lvl4pPr>
            <a:lvl5pPr>
              <a:defRPr sz="3000" b="1">
                <a:solidFill>
                  <a:srgbClr val="E4EFEC"/>
                </a:solidFill>
                <a:latin typeface="Noto Sans KR"/>
                <a:ea typeface="Noto Sans KR"/>
                <a:cs typeface="Noto Sans KR"/>
              </a:defRPr>
            </a:lvl5pPr>
            <a:lvl6pPr>
              <a:defRPr sz="3000" b="1">
                <a:solidFill>
                  <a:srgbClr val="E4EFEC"/>
                </a:solidFill>
                <a:latin typeface="Noto Sans KR"/>
                <a:ea typeface="Noto Sans KR"/>
                <a:cs typeface="Noto Sans KR"/>
              </a:defRPr>
            </a:lvl6pPr>
            <a:lvl7pPr>
              <a:defRPr sz="3000" b="1">
                <a:solidFill>
                  <a:srgbClr val="E4EFEC"/>
                </a:solidFill>
                <a:latin typeface="Noto Sans KR"/>
                <a:ea typeface="Noto Sans KR"/>
                <a:cs typeface="Noto Sans KR"/>
              </a:defRPr>
            </a:lvl7pPr>
            <a:lvl8pPr>
              <a:defRPr sz="3000" b="1">
                <a:solidFill>
                  <a:srgbClr val="E4EFEC"/>
                </a:solidFill>
                <a:latin typeface="Noto Sans KR"/>
                <a:ea typeface="Noto Sans KR"/>
                <a:cs typeface="Noto Sans KR"/>
              </a:defRPr>
            </a:lvl8pPr>
            <a:lvl9pPr>
              <a:defRPr sz="3000" b="1">
                <a:solidFill>
                  <a:srgbClr val="E4EFEC"/>
                </a:solidFill>
                <a:latin typeface="Noto Sans KR"/>
                <a:ea typeface="Noto Sans KR"/>
                <a:cs typeface="Noto Sans KR"/>
              </a:defRPr>
            </a:lvl9pPr>
          </a:lstStyle>
          <a:p xmlns:a="http://schemas.openxmlformats.org/drawingml/2006/main">
            <a:pPr>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MiniRAG: 작은 모델이 읽을 짧은 연결 찾기</a:t>
            </a:r>
          </a:p>
        </p:txBody>
      </p:sp>
      <p:sp>
        <p:nvSpPr>
          <p:cNvPr id="3" name="label-0">
            <a:extLst xmlns:a="http://schemas.openxmlformats.org/drawingml/2006/main">
              <a:ext uri="{FF2B5EF4-FFF2-40B4-BE49-F238E27FC236}">
                <a16:creationId xmlns:a16="http://schemas.microsoft.com/office/drawing/2014/main" id="{6EFDB922-83F0-474D-8AA8-3B261B639274}"/>
              </a:ext>
            </a:extLst>
          </p:cNvPr>
          <p:cNvSpPr>
            <a:spLocks xmlns:a="http://schemas.openxmlformats.org/drawingml/2006/main" noGrp="1"/>
          </p:cNvSpPr>
          <p:nvPr/>
        </p:nvSpPr>
        <p:spPr>
          <a:xfrm xmlns:a="http://schemas.openxmlformats.org/drawingml/2006/main">
            <a:off x="609600" y="186690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defRPr sz="1950" b="1">
                <a:solidFill>
                  <a:srgbClr val="A4DDCA"/>
                </a:solidFill>
                <a:latin typeface="Noto Sans KR"/>
                <a:ea typeface="Noto Sans KR"/>
                <a:cs typeface="Noto Sans KR"/>
              </a:defRPr>
            </a:lvl1pPr>
            <a:lvl2pPr>
              <a:defRPr sz="1950" b="1">
                <a:solidFill>
                  <a:srgbClr val="A4DDCA"/>
                </a:solidFill>
                <a:latin typeface="Noto Sans KR"/>
                <a:ea typeface="Noto Sans KR"/>
                <a:cs typeface="Noto Sans KR"/>
              </a:defRPr>
            </a:lvl2pPr>
            <a:lvl3pPr>
              <a:defRPr sz="1950" b="1">
                <a:solidFill>
                  <a:srgbClr val="A4DDCA"/>
                </a:solidFill>
                <a:latin typeface="Noto Sans KR"/>
                <a:ea typeface="Noto Sans KR"/>
                <a:cs typeface="Noto Sans KR"/>
              </a:defRPr>
            </a:lvl3pPr>
            <a:lvl4pPr>
              <a:defRPr sz="1950" b="1">
                <a:solidFill>
                  <a:srgbClr val="A4DDCA"/>
                </a:solidFill>
                <a:latin typeface="Noto Sans KR"/>
                <a:ea typeface="Noto Sans KR"/>
                <a:cs typeface="Noto Sans KR"/>
              </a:defRPr>
            </a:lvl4pPr>
            <a:lvl5pPr>
              <a:defRPr sz="1950" b="1">
                <a:solidFill>
                  <a:srgbClr val="A4DDCA"/>
                </a:solidFill>
                <a:latin typeface="Noto Sans KR"/>
                <a:ea typeface="Noto Sans KR"/>
                <a:cs typeface="Noto Sans KR"/>
              </a:defRPr>
            </a:lvl5pPr>
            <a:lvl6pPr>
              <a:defRPr sz="1950" b="1">
                <a:solidFill>
                  <a:srgbClr val="A4DDCA"/>
                </a:solidFill>
                <a:latin typeface="Noto Sans KR"/>
                <a:ea typeface="Noto Sans KR"/>
                <a:cs typeface="Noto Sans KR"/>
              </a:defRPr>
            </a:lvl6pPr>
            <a:lvl7pPr>
              <a:defRPr sz="1950" b="1">
                <a:solidFill>
                  <a:srgbClr val="A4DDCA"/>
                </a:solidFill>
                <a:latin typeface="Noto Sans KR"/>
                <a:ea typeface="Noto Sans KR"/>
                <a:cs typeface="Noto Sans KR"/>
              </a:defRPr>
            </a:lvl7pPr>
            <a:lvl8pPr>
              <a:defRPr sz="1950" b="1">
                <a:solidFill>
                  <a:srgbClr val="A4DDCA"/>
                </a:solidFill>
                <a:latin typeface="Noto Sans KR"/>
                <a:ea typeface="Noto Sans KR"/>
                <a:cs typeface="Noto Sans KR"/>
              </a:defRPr>
            </a:lvl8pPr>
            <a:lvl9pPr>
              <a:defRPr sz="1950" b="1">
                <a:solidFill>
                  <a:srgbClr val="A4DDCA"/>
                </a:solidFill>
                <a:latin typeface="Noto Sans KR"/>
                <a:ea typeface="Noto Sans KR"/>
                <a:cs typeface="Noto Sans KR"/>
              </a:defRPr>
            </a:lvl9pPr>
          </a:lstStyle>
          <a:p xmlns:a="http://schemas.openxmlformats.org/drawingml/2006/main">
            <a:pPr>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저장하는 것</a:t>
            </a:r>
          </a:p>
        </p:txBody>
      </p:sp>
      <p:sp>
        <p:nvSpPr>
          <p:cNvPr id="4" name="body-0">
            <a:extLst xmlns:a="http://schemas.openxmlformats.org/drawingml/2006/main">
              <a:ext uri="{FF2B5EF4-FFF2-40B4-BE49-F238E27FC236}">
                <a16:creationId xmlns:a16="http://schemas.microsoft.com/office/drawing/2014/main" id="{F64AD2BA-F646-4F94-AF99-46371DA356B3}"/>
              </a:ext>
            </a:extLst>
          </p:cNvPr>
          <p:cNvSpPr>
            <a:spLocks xmlns:a="http://schemas.openxmlformats.org/drawingml/2006/main" noGrp="1"/>
          </p:cNvSpPr>
          <p:nvPr/>
        </p:nvSpPr>
        <p:spPr>
          <a:xfrm xmlns:a="http://schemas.openxmlformats.org/drawingml/2006/main">
            <a:off x="3190875" y="186690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defRPr sz="2025" b="0">
                <a:solidFill>
                  <a:srgbClr val="E4EFEC"/>
                </a:solidFill>
                <a:latin typeface="Noto Sans KR"/>
                <a:ea typeface="Noto Sans KR"/>
                <a:cs typeface="Noto Sans KR"/>
              </a:defRPr>
            </a:lvl1pPr>
            <a:lvl2pPr>
              <a:defRPr sz="2025" b="0">
                <a:solidFill>
                  <a:srgbClr val="E4EFEC"/>
                </a:solidFill>
                <a:latin typeface="Noto Sans KR"/>
                <a:ea typeface="Noto Sans KR"/>
                <a:cs typeface="Noto Sans KR"/>
              </a:defRPr>
            </a:lvl2pPr>
            <a:lvl3pPr>
              <a:defRPr sz="2025" b="0">
                <a:solidFill>
                  <a:srgbClr val="E4EFEC"/>
                </a:solidFill>
                <a:latin typeface="Noto Sans KR"/>
                <a:ea typeface="Noto Sans KR"/>
                <a:cs typeface="Noto Sans KR"/>
              </a:defRPr>
            </a:lvl3pPr>
            <a:lvl4pPr>
              <a:defRPr sz="2025" b="0">
                <a:solidFill>
                  <a:srgbClr val="E4EFEC"/>
                </a:solidFill>
                <a:latin typeface="Noto Sans KR"/>
                <a:ea typeface="Noto Sans KR"/>
                <a:cs typeface="Noto Sans KR"/>
              </a:defRPr>
            </a:lvl4pPr>
            <a:lvl5pPr>
              <a:defRPr sz="2025" b="0">
                <a:solidFill>
                  <a:srgbClr val="E4EFEC"/>
                </a:solidFill>
                <a:latin typeface="Noto Sans KR"/>
                <a:ea typeface="Noto Sans KR"/>
                <a:cs typeface="Noto Sans KR"/>
              </a:defRPr>
            </a:lvl5pPr>
            <a:lvl6pPr>
              <a:defRPr sz="2025" b="0">
                <a:solidFill>
                  <a:srgbClr val="E4EFEC"/>
                </a:solidFill>
                <a:latin typeface="Noto Sans KR"/>
                <a:ea typeface="Noto Sans KR"/>
                <a:cs typeface="Noto Sans KR"/>
              </a:defRPr>
            </a:lvl6pPr>
            <a:lvl7pPr>
              <a:defRPr sz="2025" b="0">
                <a:solidFill>
                  <a:srgbClr val="E4EFEC"/>
                </a:solidFill>
                <a:latin typeface="Noto Sans KR"/>
                <a:ea typeface="Noto Sans KR"/>
                <a:cs typeface="Noto Sans KR"/>
              </a:defRPr>
            </a:lvl7pPr>
            <a:lvl8pPr>
              <a:defRPr sz="2025" b="0">
                <a:solidFill>
                  <a:srgbClr val="E4EFEC"/>
                </a:solidFill>
                <a:latin typeface="Noto Sans KR"/>
                <a:ea typeface="Noto Sans KR"/>
                <a:cs typeface="Noto Sans KR"/>
              </a:defRPr>
            </a:lvl8pPr>
            <a:lvl9pPr>
              <a:defRPr sz="2025" b="0">
                <a:solidFill>
                  <a:srgbClr val="E4EFEC"/>
                </a:solidFill>
                <a:latin typeface="Noto Sans KR"/>
                <a:ea typeface="Noto Sans KR"/>
                <a:cs typeface="Noto Sans KR"/>
              </a:defRPr>
            </a:lvl9pPr>
          </a:lstStyle>
          <a:p xmlns:a="http://schemas.openxmlformats.org/drawingml/2006/main">
            <a:pPr>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개체와 원문 조각의 연결</a:t>
            </a:r>
          </a:p>
        </p:txBody>
      </p:sp>
      <p:sp>
        <p:nvSpPr>
          <p:cNvPr id="5" name="label-1">
            <a:extLst xmlns:a="http://schemas.openxmlformats.org/drawingml/2006/main">
              <a:ext uri="{FF2B5EF4-FFF2-40B4-BE49-F238E27FC236}">
                <a16:creationId xmlns:a16="http://schemas.microsoft.com/office/drawing/2014/main" id="{A992FA21-1516-4CEC-BE2E-736E8B2DEA12}"/>
              </a:ext>
            </a:extLst>
          </p:cNvPr>
          <p:cNvSpPr>
            <a:spLocks xmlns:a="http://schemas.openxmlformats.org/drawingml/2006/main" noGrp="1"/>
          </p:cNvSpPr>
          <p:nvPr/>
        </p:nvSpPr>
        <p:spPr>
          <a:xfrm xmlns:a="http://schemas.openxmlformats.org/drawingml/2006/main">
            <a:off x="609600" y="31337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defRPr sz="1950" b="1">
                <a:solidFill>
                  <a:srgbClr val="A4DDCA"/>
                </a:solidFill>
                <a:latin typeface="Noto Sans KR"/>
                <a:ea typeface="Noto Sans KR"/>
                <a:cs typeface="Noto Sans KR"/>
              </a:defRPr>
            </a:lvl1pPr>
            <a:lvl2pPr>
              <a:defRPr sz="1950" b="1">
                <a:solidFill>
                  <a:srgbClr val="A4DDCA"/>
                </a:solidFill>
                <a:latin typeface="Noto Sans KR"/>
                <a:ea typeface="Noto Sans KR"/>
                <a:cs typeface="Noto Sans KR"/>
              </a:defRPr>
            </a:lvl2pPr>
            <a:lvl3pPr>
              <a:defRPr sz="1950" b="1">
                <a:solidFill>
                  <a:srgbClr val="A4DDCA"/>
                </a:solidFill>
                <a:latin typeface="Noto Sans KR"/>
                <a:ea typeface="Noto Sans KR"/>
                <a:cs typeface="Noto Sans KR"/>
              </a:defRPr>
            </a:lvl3pPr>
            <a:lvl4pPr>
              <a:defRPr sz="1950" b="1">
                <a:solidFill>
                  <a:srgbClr val="A4DDCA"/>
                </a:solidFill>
                <a:latin typeface="Noto Sans KR"/>
                <a:ea typeface="Noto Sans KR"/>
                <a:cs typeface="Noto Sans KR"/>
              </a:defRPr>
            </a:lvl4pPr>
            <a:lvl5pPr>
              <a:defRPr sz="1950" b="1">
                <a:solidFill>
                  <a:srgbClr val="A4DDCA"/>
                </a:solidFill>
                <a:latin typeface="Noto Sans KR"/>
                <a:ea typeface="Noto Sans KR"/>
                <a:cs typeface="Noto Sans KR"/>
              </a:defRPr>
            </a:lvl5pPr>
            <a:lvl6pPr>
              <a:defRPr sz="1950" b="1">
                <a:solidFill>
                  <a:srgbClr val="A4DDCA"/>
                </a:solidFill>
                <a:latin typeface="Noto Sans KR"/>
                <a:ea typeface="Noto Sans KR"/>
                <a:cs typeface="Noto Sans KR"/>
              </a:defRPr>
            </a:lvl6pPr>
            <a:lvl7pPr>
              <a:defRPr sz="1950" b="1">
                <a:solidFill>
                  <a:srgbClr val="A4DDCA"/>
                </a:solidFill>
                <a:latin typeface="Noto Sans KR"/>
                <a:ea typeface="Noto Sans KR"/>
                <a:cs typeface="Noto Sans KR"/>
              </a:defRPr>
            </a:lvl7pPr>
            <a:lvl8pPr>
              <a:defRPr sz="1950" b="1">
                <a:solidFill>
                  <a:srgbClr val="A4DDCA"/>
                </a:solidFill>
                <a:latin typeface="Noto Sans KR"/>
                <a:ea typeface="Noto Sans KR"/>
                <a:cs typeface="Noto Sans KR"/>
              </a:defRPr>
            </a:lvl8pPr>
            <a:lvl9pPr>
              <a:defRPr sz="1950" b="1">
                <a:solidFill>
                  <a:srgbClr val="A4DDCA"/>
                </a:solidFill>
                <a:latin typeface="Noto Sans KR"/>
                <a:ea typeface="Noto Sans KR"/>
                <a:cs typeface="Noto Sans KR"/>
              </a:defRPr>
            </a:lvl9pPr>
          </a:lstStyle>
          <a:p xmlns:a="http://schemas.openxmlformats.org/drawingml/2006/main">
            <a:pPr>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미리 준비하는 일</a:t>
            </a:r>
          </a:p>
        </p:txBody>
      </p:sp>
      <p:sp>
        <p:nvSpPr>
          <p:cNvPr id="6" name="body-1">
            <a:extLst xmlns:a="http://schemas.openxmlformats.org/drawingml/2006/main">
              <a:ext uri="{FF2B5EF4-FFF2-40B4-BE49-F238E27FC236}">
                <a16:creationId xmlns:a16="http://schemas.microsoft.com/office/drawing/2014/main" id="{6E7F6482-C373-44D2-A32C-5BA87907677D}"/>
              </a:ext>
            </a:extLst>
          </p:cNvPr>
          <p:cNvSpPr>
            <a:spLocks xmlns:a="http://schemas.openxmlformats.org/drawingml/2006/main" noGrp="1"/>
          </p:cNvSpPr>
          <p:nvPr/>
        </p:nvSpPr>
        <p:spPr>
          <a:xfrm xmlns:a="http://schemas.openxmlformats.org/drawingml/2006/main">
            <a:off x="3190875" y="31337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defRPr sz="2025" b="0">
                <a:solidFill>
                  <a:srgbClr val="E4EFEC"/>
                </a:solidFill>
                <a:latin typeface="Noto Sans KR"/>
                <a:ea typeface="Noto Sans KR"/>
                <a:cs typeface="Noto Sans KR"/>
              </a:defRPr>
            </a:lvl1pPr>
            <a:lvl2pPr>
              <a:defRPr sz="2025" b="0">
                <a:solidFill>
                  <a:srgbClr val="E4EFEC"/>
                </a:solidFill>
                <a:latin typeface="Noto Sans KR"/>
                <a:ea typeface="Noto Sans KR"/>
                <a:cs typeface="Noto Sans KR"/>
              </a:defRPr>
            </a:lvl2pPr>
            <a:lvl3pPr>
              <a:defRPr sz="2025" b="0">
                <a:solidFill>
                  <a:srgbClr val="E4EFEC"/>
                </a:solidFill>
                <a:latin typeface="Noto Sans KR"/>
                <a:ea typeface="Noto Sans KR"/>
                <a:cs typeface="Noto Sans KR"/>
              </a:defRPr>
            </a:lvl3pPr>
            <a:lvl4pPr>
              <a:defRPr sz="2025" b="0">
                <a:solidFill>
                  <a:srgbClr val="E4EFEC"/>
                </a:solidFill>
                <a:latin typeface="Noto Sans KR"/>
                <a:ea typeface="Noto Sans KR"/>
                <a:cs typeface="Noto Sans KR"/>
              </a:defRPr>
            </a:lvl4pPr>
            <a:lvl5pPr>
              <a:defRPr sz="2025" b="0">
                <a:solidFill>
                  <a:srgbClr val="E4EFEC"/>
                </a:solidFill>
                <a:latin typeface="Noto Sans KR"/>
                <a:ea typeface="Noto Sans KR"/>
                <a:cs typeface="Noto Sans KR"/>
              </a:defRPr>
            </a:lvl5pPr>
            <a:lvl6pPr>
              <a:defRPr sz="2025" b="0">
                <a:solidFill>
                  <a:srgbClr val="E4EFEC"/>
                </a:solidFill>
                <a:latin typeface="Noto Sans KR"/>
                <a:ea typeface="Noto Sans KR"/>
                <a:cs typeface="Noto Sans KR"/>
              </a:defRPr>
            </a:lvl6pPr>
            <a:lvl7pPr>
              <a:defRPr sz="2025" b="0">
                <a:solidFill>
                  <a:srgbClr val="E4EFEC"/>
                </a:solidFill>
                <a:latin typeface="Noto Sans KR"/>
                <a:ea typeface="Noto Sans KR"/>
                <a:cs typeface="Noto Sans KR"/>
              </a:defRPr>
            </a:lvl7pPr>
            <a:lvl8pPr>
              <a:defRPr sz="2025" b="0">
                <a:solidFill>
                  <a:srgbClr val="E4EFEC"/>
                </a:solidFill>
                <a:latin typeface="Noto Sans KR"/>
                <a:ea typeface="Noto Sans KR"/>
                <a:cs typeface="Noto Sans KR"/>
              </a:defRPr>
            </a:lvl8pPr>
            <a:lvl9pPr>
              <a:defRPr sz="2025" b="0">
                <a:solidFill>
                  <a:srgbClr val="E4EFEC"/>
                </a:solidFill>
                <a:latin typeface="Noto Sans KR"/>
                <a:ea typeface="Noto Sans KR"/>
                <a:cs typeface="Noto Sans KR"/>
              </a:defRPr>
            </a:lvl9pPr>
          </a:lstStyle>
          <a:p xmlns:a="http://schemas.openxmlformats.org/drawingml/2006/main">
            <a:pPr>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가벼운 추출로 개체와 원문을 연결합니다.</a:t>
            </a:r>
          </a:p>
        </p:txBody>
      </p:sp>
      <p:sp>
        <p:nvSpPr>
          <p:cNvPr id="7" name="label-2">
            <a:extLst xmlns:a="http://schemas.openxmlformats.org/drawingml/2006/main">
              <a:ext uri="{FF2B5EF4-FFF2-40B4-BE49-F238E27FC236}">
                <a16:creationId xmlns:a16="http://schemas.microsoft.com/office/drawing/2014/main" id="{EFE11871-F7EE-47B9-A17B-DE787A380972}"/>
              </a:ext>
            </a:extLst>
          </p:cNvPr>
          <p:cNvSpPr>
            <a:spLocks xmlns:a="http://schemas.openxmlformats.org/drawingml/2006/main" noGrp="1"/>
          </p:cNvSpPr>
          <p:nvPr/>
        </p:nvSpPr>
        <p:spPr>
          <a:xfrm xmlns:a="http://schemas.openxmlformats.org/drawingml/2006/main">
            <a:off x="609600" y="44005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defRPr sz="1950" b="1">
                <a:solidFill>
                  <a:srgbClr val="A4DDCA"/>
                </a:solidFill>
                <a:latin typeface="Noto Sans KR"/>
                <a:ea typeface="Noto Sans KR"/>
                <a:cs typeface="Noto Sans KR"/>
              </a:defRPr>
            </a:lvl1pPr>
            <a:lvl2pPr>
              <a:defRPr sz="1950" b="1">
                <a:solidFill>
                  <a:srgbClr val="A4DDCA"/>
                </a:solidFill>
                <a:latin typeface="Noto Sans KR"/>
                <a:ea typeface="Noto Sans KR"/>
                <a:cs typeface="Noto Sans KR"/>
              </a:defRPr>
            </a:lvl2pPr>
            <a:lvl3pPr>
              <a:defRPr sz="1950" b="1">
                <a:solidFill>
                  <a:srgbClr val="A4DDCA"/>
                </a:solidFill>
                <a:latin typeface="Noto Sans KR"/>
                <a:ea typeface="Noto Sans KR"/>
                <a:cs typeface="Noto Sans KR"/>
              </a:defRPr>
            </a:lvl3pPr>
            <a:lvl4pPr>
              <a:defRPr sz="1950" b="1">
                <a:solidFill>
                  <a:srgbClr val="A4DDCA"/>
                </a:solidFill>
                <a:latin typeface="Noto Sans KR"/>
                <a:ea typeface="Noto Sans KR"/>
                <a:cs typeface="Noto Sans KR"/>
              </a:defRPr>
            </a:lvl4pPr>
            <a:lvl5pPr>
              <a:defRPr sz="1950" b="1">
                <a:solidFill>
                  <a:srgbClr val="A4DDCA"/>
                </a:solidFill>
                <a:latin typeface="Noto Sans KR"/>
                <a:ea typeface="Noto Sans KR"/>
                <a:cs typeface="Noto Sans KR"/>
              </a:defRPr>
            </a:lvl5pPr>
            <a:lvl6pPr>
              <a:defRPr sz="1950" b="1">
                <a:solidFill>
                  <a:srgbClr val="A4DDCA"/>
                </a:solidFill>
                <a:latin typeface="Noto Sans KR"/>
                <a:ea typeface="Noto Sans KR"/>
                <a:cs typeface="Noto Sans KR"/>
              </a:defRPr>
            </a:lvl6pPr>
            <a:lvl7pPr>
              <a:defRPr sz="1950" b="1">
                <a:solidFill>
                  <a:srgbClr val="A4DDCA"/>
                </a:solidFill>
                <a:latin typeface="Noto Sans KR"/>
                <a:ea typeface="Noto Sans KR"/>
                <a:cs typeface="Noto Sans KR"/>
              </a:defRPr>
            </a:lvl7pPr>
            <a:lvl8pPr>
              <a:defRPr sz="1950" b="1">
                <a:solidFill>
                  <a:srgbClr val="A4DDCA"/>
                </a:solidFill>
                <a:latin typeface="Noto Sans KR"/>
                <a:ea typeface="Noto Sans KR"/>
                <a:cs typeface="Noto Sans KR"/>
              </a:defRPr>
            </a:lvl8pPr>
            <a:lvl9pPr>
              <a:defRPr sz="1950" b="1">
                <a:solidFill>
                  <a:srgbClr val="A4DDCA"/>
                </a:solidFill>
                <a:latin typeface="Noto Sans KR"/>
                <a:ea typeface="Noto Sans KR"/>
                <a:cs typeface="Noto Sans KR"/>
              </a:defRPr>
            </a:lvl9pPr>
          </a:lstStyle>
          <a:p xmlns:a="http://schemas.openxmlformats.org/drawingml/2006/main">
            <a:pPr>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질문이 오면 하는 일</a:t>
            </a:r>
          </a:p>
        </p:txBody>
      </p:sp>
      <p:sp>
        <p:nvSpPr>
          <p:cNvPr id="8" name="body-2">
            <a:extLst xmlns:a="http://schemas.openxmlformats.org/drawingml/2006/main">
              <a:ext uri="{FF2B5EF4-FFF2-40B4-BE49-F238E27FC236}">
                <a16:creationId xmlns:a16="http://schemas.microsoft.com/office/drawing/2014/main" id="{7D6AAC67-C8A2-4D9C-AF6E-4EB471BFB220}"/>
              </a:ext>
            </a:extLst>
          </p:cNvPr>
          <p:cNvSpPr>
            <a:spLocks xmlns:a="http://schemas.openxmlformats.org/drawingml/2006/main" noGrp="1"/>
          </p:cNvSpPr>
          <p:nvPr/>
        </p:nvSpPr>
        <p:spPr>
          <a:xfrm xmlns:a="http://schemas.openxmlformats.org/drawingml/2006/main">
            <a:off x="3190875" y="44005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defRPr sz="2025" b="0">
                <a:solidFill>
                  <a:srgbClr val="E4EFEC"/>
                </a:solidFill>
                <a:latin typeface="Noto Sans KR"/>
                <a:ea typeface="Noto Sans KR"/>
                <a:cs typeface="Noto Sans KR"/>
              </a:defRPr>
            </a:lvl1pPr>
            <a:lvl2pPr>
              <a:defRPr sz="2025" b="0">
                <a:solidFill>
                  <a:srgbClr val="E4EFEC"/>
                </a:solidFill>
                <a:latin typeface="Noto Sans KR"/>
                <a:ea typeface="Noto Sans KR"/>
                <a:cs typeface="Noto Sans KR"/>
              </a:defRPr>
            </a:lvl2pPr>
            <a:lvl3pPr>
              <a:defRPr sz="2025" b="0">
                <a:solidFill>
                  <a:srgbClr val="E4EFEC"/>
                </a:solidFill>
                <a:latin typeface="Noto Sans KR"/>
                <a:ea typeface="Noto Sans KR"/>
                <a:cs typeface="Noto Sans KR"/>
              </a:defRPr>
            </a:lvl3pPr>
            <a:lvl4pPr>
              <a:defRPr sz="2025" b="0">
                <a:solidFill>
                  <a:srgbClr val="E4EFEC"/>
                </a:solidFill>
                <a:latin typeface="Noto Sans KR"/>
                <a:ea typeface="Noto Sans KR"/>
                <a:cs typeface="Noto Sans KR"/>
              </a:defRPr>
            </a:lvl4pPr>
            <a:lvl5pPr>
              <a:defRPr sz="2025" b="0">
                <a:solidFill>
                  <a:srgbClr val="E4EFEC"/>
                </a:solidFill>
                <a:latin typeface="Noto Sans KR"/>
                <a:ea typeface="Noto Sans KR"/>
                <a:cs typeface="Noto Sans KR"/>
              </a:defRPr>
            </a:lvl5pPr>
            <a:lvl6pPr>
              <a:defRPr sz="2025" b="0">
                <a:solidFill>
                  <a:srgbClr val="E4EFEC"/>
                </a:solidFill>
                <a:latin typeface="Noto Sans KR"/>
                <a:ea typeface="Noto Sans KR"/>
                <a:cs typeface="Noto Sans KR"/>
              </a:defRPr>
            </a:lvl6pPr>
            <a:lvl7pPr>
              <a:defRPr sz="2025" b="0">
                <a:solidFill>
                  <a:srgbClr val="E4EFEC"/>
                </a:solidFill>
                <a:latin typeface="Noto Sans KR"/>
                <a:ea typeface="Noto Sans KR"/>
                <a:cs typeface="Noto Sans KR"/>
              </a:defRPr>
            </a:lvl7pPr>
            <a:lvl8pPr>
              <a:defRPr sz="2025" b="0">
                <a:solidFill>
                  <a:srgbClr val="E4EFEC"/>
                </a:solidFill>
                <a:latin typeface="Noto Sans KR"/>
                <a:ea typeface="Noto Sans KR"/>
                <a:cs typeface="Noto Sans KR"/>
              </a:defRPr>
            </a:lvl8pPr>
            <a:lvl9pPr>
              <a:defRPr sz="2025" b="0">
                <a:solidFill>
                  <a:srgbClr val="E4EFEC"/>
                </a:solidFill>
                <a:latin typeface="Noto Sans KR"/>
                <a:ea typeface="Noto Sans KR"/>
                <a:cs typeface="Noto Sans KR"/>
              </a:defRPr>
            </a:lvl9pPr>
          </a:lstStyle>
          <a:p xmlns:a="http://schemas.openxmlformats.org/drawingml/2006/main">
            <a:pPr>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질문 속 개체와 답의 종류를 보고 짧은 근거 경로를 찾습니다.</a:t>
            </a:r>
          </a:p>
        </p:txBody>
      </p:sp>
      <p:sp>
        <p:nvSpPr>
          <p:cNvPr id="9" name="page">
            <a:extLst xmlns:a="http://schemas.openxmlformats.org/drawingml/2006/main">
              <a:ext uri="{FF2B5EF4-FFF2-40B4-BE49-F238E27FC236}">
                <a16:creationId xmlns:a16="http://schemas.microsoft.com/office/drawing/2014/main" id="{43E08111-FD14-47D9-8987-9BD0E0005AE6}"/>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defRPr sz="1125" b="0">
                <a:solidFill>
                  <a:srgbClr val="8EABB7"/>
                </a:solidFill>
                <a:latin typeface="Noto Sans KR"/>
                <a:ea typeface="Noto Sans KR"/>
                <a:cs typeface="Noto Sans KR"/>
              </a:defRPr>
            </a:lvl1pPr>
            <a:lvl2pPr>
              <a:defRPr sz="1125" b="0">
                <a:solidFill>
                  <a:srgbClr val="8EABB7"/>
                </a:solidFill>
                <a:latin typeface="Noto Sans KR"/>
                <a:ea typeface="Noto Sans KR"/>
                <a:cs typeface="Noto Sans KR"/>
              </a:defRPr>
            </a:lvl2pPr>
            <a:lvl3pPr>
              <a:defRPr sz="1125" b="0">
                <a:solidFill>
                  <a:srgbClr val="8EABB7"/>
                </a:solidFill>
                <a:latin typeface="Noto Sans KR"/>
                <a:ea typeface="Noto Sans KR"/>
                <a:cs typeface="Noto Sans KR"/>
              </a:defRPr>
            </a:lvl3pPr>
            <a:lvl4pPr>
              <a:defRPr sz="1125" b="0">
                <a:solidFill>
                  <a:srgbClr val="8EABB7"/>
                </a:solidFill>
                <a:latin typeface="Noto Sans KR"/>
                <a:ea typeface="Noto Sans KR"/>
                <a:cs typeface="Noto Sans KR"/>
              </a:defRPr>
            </a:lvl4pPr>
            <a:lvl5pPr>
              <a:defRPr sz="1125" b="0">
                <a:solidFill>
                  <a:srgbClr val="8EABB7"/>
                </a:solidFill>
                <a:latin typeface="Noto Sans KR"/>
                <a:ea typeface="Noto Sans KR"/>
                <a:cs typeface="Noto Sans KR"/>
              </a:defRPr>
            </a:lvl5pPr>
            <a:lvl6pPr>
              <a:defRPr sz="1125" b="0">
                <a:solidFill>
                  <a:srgbClr val="8EABB7"/>
                </a:solidFill>
                <a:latin typeface="Noto Sans KR"/>
                <a:ea typeface="Noto Sans KR"/>
                <a:cs typeface="Noto Sans KR"/>
              </a:defRPr>
            </a:lvl6pPr>
            <a:lvl7pPr>
              <a:defRPr sz="1125" b="0">
                <a:solidFill>
                  <a:srgbClr val="8EABB7"/>
                </a:solidFill>
                <a:latin typeface="Noto Sans KR"/>
                <a:ea typeface="Noto Sans KR"/>
                <a:cs typeface="Noto Sans KR"/>
              </a:defRPr>
            </a:lvl7pPr>
            <a:lvl8pPr>
              <a:defRPr sz="1125" b="0">
                <a:solidFill>
                  <a:srgbClr val="8EABB7"/>
                </a:solidFill>
                <a:latin typeface="Noto Sans KR"/>
                <a:ea typeface="Noto Sans KR"/>
                <a:cs typeface="Noto Sans KR"/>
              </a:defRPr>
            </a:lvl8pPr>
            <a:lvl9pPr>
              <a:defRPr sz="1125" b="0">
                <a:solidFill>
                  <a:srgbClr val="8EABB7"/>
                </a:solidFill>
                <a:latin typeface="Noto Sans KR"/>
                <a:ea typeface="Noto Sans KR"/>
                <a:cs typeface="Noto Sans KR"/>
              </a:defRPr>
            </a:lvl9pPr>
          </a:lstStyle>
          <a:p xmlns:a="http://schemas.openxmlformats.org/drawingml/2006/main">
            <a:pPr>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34</a:t>
            </a:r>
          </a:p>
        </p:txBody>
      </p:sp>
    </p:spTree>
    <p:extLst>
      <p:ext uri="{BB962C8B-B14F-4D97-AF65-F5344CB8AC3E}">
        <p14:creationId xmlns:p14="http://schemas.microsoft.com/office/powerpoint/2010/main" val="432922161"/>
      </p:ext>
    </p:extLst>
  </p:cSld>
</p:sld>
</file>

<file path=ppt/slides/slide35.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0" name="section">
            <a:extLst xmlns:a="http://schemas.openxmlformats.org/drawingml/2006/main">
              <a:ext uri="{FF2B5EF4-FFF2-40B4-BE49-F238E27FC236}">
                <a16:creationId xmlns:a16="http://schemas.microsoft.com/office/drawing/2014/main" id="{1D614A4E-6E60-497B-917A-B55FA0D9C207}"/>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defRPr sz="1125" b="1">
                <a:solidFill>
                  <a:srgbClr val="A4DDCA"/>
                </a:solidFill>
                <a:latin typeface="Noto Sans KR"/>
                <a:ea typeface="Noto Sans KR"/>
                <a:cs typeface="Noto Sans KR"/>
              </a:defRPr>
            </a:lvl1pPr>
            <a:lvl2pPr>
              <a:defRPr sz="1125" b="1">
                <a:solidFill>
                  <a:srgbClr val="A4DDCA"/>
                </a:solidFill>
                <a:latin typeface="Noto Sans KR"/>
                <a:ea typeface="Noto Sans KR"/>
                <a:cs typeface="Noto Sans KR"/>
              </a:defRPr>
            </a:lvl2pPr>
            <a:lvl3pPr>
              <a:defRPr sz="1125" b="1">
                <a:solidFill>
                  <a:srgbClr val="A4DDCA"/>
                </a:solidFill>
                <a:latin typeface="Noto Sans KR"/>
                <a:ea typeface="Noto Sans KR"/>
                <a:cs typeface="Noto Sans KR"/>
              </a:defRPr>
            </a:lvl3pPr>
            <a:lvl4pPr>
              <a:defRPr sz="1125" b="1">
                <a:solidFill>
                  <a:srgbClr val="A4DDCA"/>
                </a:solidFill>
                <a:latin typeface="Noto Sans KR"/>
                <a:ea typeface="Noto Sans KR"/>
                <a:cs typeface="Noto Sans KR"/>
              </a:defRPr>
            </a:lvl4pPr>
            <a:lvl5pPr>
              <a:defRPr sz="1125" b="1">
                <a:solidFill>
                  <a:srgbClr val="A4DDCA"/>
                </a:solidFill>
                <a:latin typeface="Noto Sans KR"/>
                <a:ea typeface="Noto Sans KR"/>
                <a:cs typeface="Noto Sans KR"/>
              </a:defRPr>
            </a:lvl5pPr>
            <a:lvl6pPr>
              <a:defRPr sz="1125" b="1">
                <a:solidFill>
                  <a:srgbClr val="A4DDCA"/>
                </a:solidFill>
                <a:latin typeface="Noto Sans KR"/>
                <a:ea typeface="Noto Sans KR"/>
                <a:cs typeface="Noto Sans KR"/>
              </a:defRPr>
            </a:lvl6pPr>
            <a:lvl7pPr>
              <a:defRPr sz="1125" b="1">
                <a:solidFill>
                  <a:srgbClr val="A4DDCA"/>
                </a:solidFill>
                <a:latin typeface="Noto Sans KR"/>
                <a:ea typeface="Noto Sans KR"/>
                <a:cs typeface="Noto Sans KR"/>
              </a:defRPr>
            </a:lvl7pPr>
            <a:lvl8pPr>
              <a:defRPr sz="1125" b="1">
                <a:solidFill>
                  <a:srgbClr val="A4DDCA"/>
                </a:solidFill>
                <a:latin typeface="Noto Sans KR"/>
                <a:ea typeface="Noto Sans KR"/>
                <a:cs typeface="Noto Sans KR"/>
              </a:defRPr>
            </a:lvl8pPr>
            <a:lvl9pPr>
              <a:defRPr sz="1125" b="1">
                <a:solidFill>
                  <a:srgbClr val="A4DDCA"/>
                </a:solidFill>
                <a:latin typeface="Noto Sans KR"/>
                <a:ea typeface="Noto Sans KR"/>
                <a:cs typeface="Noto Sans KR"/>
              </a:defRPr>
            </a:lvl9pPr>
          </a:lstStyle>
          <a:p xmlns:a="http://schemas.openxmlformats.org/drawingml/2006/main">
            <a:pPr>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D748E486-DB71-4A99-8A9C-6574578641BA}"/>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defRPr sz="3000" b="1">
                <a:solidFill>
                  <a:srgbClr val="E4EFEC"/>
                </a:solidFill>
                <a:latin typeface="Noto Sans KR"/>
                <a:ea typeface="Noto Sans KR"/>
                <a:cs typeface="Noto Sans KR"/>
              </a:defRPr>
            </a:lvl1pPr>
            <a:lvl2pPr>
              <a:defRPr sz="3000" b="1">
                <a:solidFill>
                  <a:srgbClr val="E4EFEC"/>
                </a:solidFill>
                <a:latin typeface="Noto Sans KR"/>
                <a:ea typeface="Noto Sans KR"/>
                <a:cs typeface="Noto Sans KR"/>
              </a:defRPr>
            </a:lvl2pPr>
            <a:lvl3pPr>
              <a:defRPr sz="3000" b="1">
                <a:solidFill>
                  <a:srgbClr val="E4EFEC"/>
                </a:solidFill>
                <a:latin typeface="Noto Sans KR"/>
                <a:ea typeface="Noto Sans KR"/>
                <a:cs typeface="Noto Sans KR"/>
              </a:defRPr>
            </a:lvl3pPr>
            <a:lvl4pPr>
              <a:defRPr sz="3000" b="1">
                <a:solidFill>
                  <a:srgbClr val="E4EFEC"/>
                </a:solidFill>
                <a:latin typeface="Noto Sans KR"/>
                <a:ea typeface="Noto Sans KR"/>
                <a:cs typeface="Noto Sans KR"/>
              </a:defRPr>
            </a:lvl4pPr>
            <a:lvl5pPr>
              <a:defRPr sz="3000" b="1">
                <a:solidFill>
                  <a:srgbClr val="E4EFEC"/>
                </a:solidFill>
                <a:latin typeface="Noto Sans KR"/>
                <a:ea typeface="Noto Sans KR"/>
                <a:cs typeface="Noto Sans KR"/>
              </a:defRPr>
            </a:lvl5pPr>
            <a:lvl6pPr>
              <a:defRPr sz="3000" b="1">
                <a:solidFill>
                  <a:srgbClr val="E4EFEC"/>
                </a:solidFill>
                <a:latin typeface="Noto Sans KR"/>
                <a:ea typeface="Noto Sans KR"/>
                <a:cs typeface="Noto Sans KR"/>
              </a:defRPr>
            </a:lvl6pPr>
            <a:lvl7pPr>
              <a:defRPr sz="3000" b="1">
                <a:solidFill>
                  <a:srgbClr val="E4EFEC"/>
                </a:solidFill>
                <a:latin typeface="Noto Sans KR"/>
                <a:ea typeface="Noto Sans KR"/>
                <a:cs typeface="Noto Sans KR"/>
              </a:defRPr>
            </a:lvl7pPr>
            <a:lvl8pPr>
              <a:defRPr sz="3000" b="1">
                <a:solidFill>
                  <a:srgbClr val="E4EFEC"/>
                </a:solidFill>
                <a:latin typeface="Noto Sans KR"/>
                <a:ea typeface="Noto Sans KR"/>
                <a:cs typeface="Noto Sans KR"/>
              </a:defRPr>
            </a:lvl8pPr>
            <a:lvl9pPr>
              <a:defRPr sz="3000" b="1">
                <a:solidFill>
                  <a:srgbClr val="E4EFEC"/>
                </a:solidFill>
                <a:latin typeface="Noto Sans KR"/>
                <a:ea typeface="Noto Sans KR"/>
                <a:cs typeface="Noto Sans KR"/>
              </a:defRPr>
            </a:lvl9pPr>
          </a:lstStyle>
          <a:p xmlns:a="http://schemas.openxmlformats.org/drawingml/2006/main">
            <a:pPr>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MiniRAG를 질문에 대입하면</a:t>
            </a:r>
          </a:p>
        </p:txBody>
      </p:sp>
      <p:sp>
        <p:nvSpPr>
          <p:cNvPr id="3" name="label-0">
            <a:extLst xmlns:a="http://schemas.openxmlformats.org/drawingml/2006/main">
              <a:ext uri="{FF2B5EF4-FFF2-40B4-BE49-F238E27FC236}">
                <a16:creationId xmlns:a16="http://schemas.microsoft.com/office/drawing/2014/main" id="{D7E3618E-E301-4D4C-B260-8B84F4A50399}"/>
              </a:ext>
            </a:extLst>
          </p:cNvPr>
          <p:cNvSpPr>
            <a:spLocks xmlns:a="http://schemas.openxmlformats.org/drawingml/2006/main" noGrp="1"/>
          </p:cNvSpPr>
          <p:nvPr/>
        </p:nvSpPr>
        <p:spPr>
          <a:xfrm xmlns:a="http://schemas.openxmlformats.org/drawingml/2006/main">
            <a:off x="609600" y="186690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defRPr sz="1950" b="1">
                <a:solidFill>
                  <a:srgbClr val="A4DDCA"/>
                </a:solidFill>
                <a:latin typeface="Noto Sans KR"/>
                <a:ea typeface="Noto Sans KR"/>
                <a:cs typeface="Noto Sans KR"/>
              </a:defRPr>
            </a:lvl1pPr>
            <a:lvl2pPr>
              <a:defRPr sz="1950" b="1">
                <a:solidFill>
                  <a:srgbClr val="A4DDCA"/>
                </a:solidFill>
                <a:latin typeface="Noto Sans KR"/>
                <a:ea typeface="Noto Sans KR"/>
                <a:cs typeface="Noto Sans KR"/>
              </a:defRPr>
            </a:lvl2pPr>
            <a:lvl3pPr>
              <a:defRPr sz="1950" b="1">
                <a:solidFill>
                  <a:srgbClr val="A4DDCA"/>
                </a:solidFill>
                <a:latin typeface="Noto Sans KR"/>
                <a:ea typeface="Noto Sans KR"/>
                <a:cs typeface="Noto Sans KR"/>
              </a:defRPr>
            </a:lvl3pPr>
            <a:lvl4pPr>
              <a:defRPr sz="1950" b="1">
                <a:solidFill>
                  <a:srgbClr val="A4DDCA"/>
                </a:solidFill>
                <a:latin typeface="Noto Sans KR"/>
                <a:ea typeface="Noto Sans KR"/>
                <a:cs typeface="Noto Sans KR"/>
              </a:defRPr>
            </a:lvl4pPr>
            <a:lvl5pPr>
              <a:defRPr sz="1950" b="1">
                <a:solidFill>
                  <a:srgbClr val="A4DDCA"/>
                </a:solidFill>
                <a:latin typeface="Noto Sans KR"/>
                <a:ea typeface="Noto Sans KR"/>
                <a:cs typeface="Noto Sans KR"/>
              </a:defRPr>
            </a:lvl5pPr>
            <a:lvl6pPr>
              <a:defRPr sz="1950" b="1">
                <a:solidFill>
                  <a:srgbClr val="A4DDCA"/>
                </a:solidFill>
                <a:latin typeface="Noto Sans KR"/>
                <a:ea typeface="Noto Sans KR"/>
                <a:cs typeface="Noto Sans KR"/>
              </a:defRPr>
            </a:lvl6pPr>
            <a:lvl7pPr>
              <a:defRPr sz="1950" b="1">
                <a:solidFill>
                  <a:srgbClr val="A4DDCA"/>
                </a:solidFill>
                <a:latin typeface="Noto Sans KR"/>
                <a:ea typeface="Noto Sans KR"/>
                <a:cs typeface="Noto Sans KR"/>
              </a:defRPr>
            </a:lvl7pPr>
            <a:lvl8pPr>
              <a:defRPr sz="1950" b="1">
                <a:solidFill>
                  <a:srgbClr val="A4DDCA"/>
                </a:solidFill>
                <a:latin typeface="Noto Sans KR"/>
                <a:ea typeface="Noto Sans KR"/>
                <a:cs typeface="Noto Sans KR"/>
              </a:defRPr>
            </a:lvl8pPr>
            <a:lvl9pPr>
              <a:defRPr sz="1950" b="1">
                <a:solidFill>
                  <a:srgbClr val="A4DDCA"/>
                </a:solidFill>
                <a:latin typeface="Noto Sans KR"/>
                <a:ea typeface="Noto Sans KR"/>
                <a:cs typeface="Noto Sans KR"/>
              </a:defRPr>
            </a:lvl9pPr>
          </a:lstStyle>
          <a:p xmlns:a="http://schemas.openxmlformats.org/drawingml/2006/main">
            <a:pPr>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예시 질문</a:t>
            </a:r>
          </a:p>
        </p:txBody>
      </p:sp>
      <p:sp>
        <p:nvSpPr>
          <p:cNvPr id="4" name="body-0">
            <a:extLst xmlns:a="http://schemas.openxmlformats.org/drawingml/2006/main">
              <a:ext uri="{FF2B5EF4-FFF2-40B4-BE49-F238E27FC236}">
                <a16:creationId xmlns:a16="http://schemas.microsoft.com/office/drawing/2014/main" id="{FCAC1BA5-FEAF-44A8-9EC7-6C99B7ECCB9D}"/>
              </a:ext>
            </a:extLst>
          </p:cNvPr>
          <p:cNvSpPr>
            <a:spLocks xmlns:a="http://schemas.openxmlformats.org/drawingml/2006/main" noGrp="1"/>
          </p:cNvSpPr>
          <p:nvPr/>
        </p:nvSpPr>
        <p:spPr>
          <a:xfrm xmlns:a="http://schemas.openxmlformats.org/drawingml/2006/main">
            <a:off x="3190875" y="186690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defRPr sz="2025" b="0">
                <a:solidFill>
                  <a:srgbClr val="E4EFEC"/>
                </a:solidFill>
                <a:latin typeface="Noto Sans KR"/>
                <a:ea typeface="Noto Sans KR"/>
                <a:cs typeface="Noto Sans KR"/>
              </a:defRPr>
            </a:lvl1pPr>
            <a:lvl2pPr>
              <a:defRPr sz="2025" b="0">
                <a:solidFill>
                  <a:srgbClr val="E4EFEC"/>
                </a:solidFill>
                <a:latin typeface="Noto Sans KR"/>
                <a:ea typeface="Noto Sans KR"/>
                <a:cs typeface="Noto Sans KR"/>
              </a:defRPr>
            </a:lvl2pPr>
            <a:lvl3pPr>
              <a:defRPr sz="2025" b="0">
                <a:solidFill>
                  <a:srgbClr val="E4EFEC"/>
                </a:solidFill>
                <a:latin typeface="Noto Sans KR"/>
                <a:ea typeface="Noto Sans KR"/>
                <a:cs typeface="Noto Sans KR"/>
              </a:defRPr>
            </a:lvl3pPr>
            <a:lvl4pPr>
              <a:defRPr sz="2025" b="0">
                <a:solidFill>
                  <a:srgbClr val="E4EFEC"/>
                </a:solidFill>
                <a:latin typeface="Noto Sans KR"/>
                <a:ea typeface="Noto Sans KR"/>
                <a:cs typeface="Noto Sans KR"/>
              </a:defRPr>
            </a:lvl4pPr>
            <a:lvl5pPr>
              <a:defRPr sz="2025" b="0">
                <a:solidFill>
                  <a:srgbClr val="E4EFEC"/>
                </a:solidFill>
                <a:latin typeface="Noto Sans KR"/>
                <a:ea typeface="Noto Sans KR"/>
                <a:cs typeface="Noto Sans KR"/>
              </a:defRPr>
            </a:lvl5pPr>
            <a:lvl6pPr>
              <a:defRPr sz="2025" b="0">
                <a:solidFill>
                  <a:srgbClr val="E4EFEC"/>
                </a:solidFill>
                <a:latin typeface="Noto Sans KR"/>
                <a:ea typeface="Noto Sans KR"/>
                <a:cs typeface="Noto Sans KR"/>
              </a:defRPr>
            </a:lvl6pPr>
            <a:lvl7pPr>
              <a:defRPr sz="2025" b="0">
                <a:solidFill>
                  <a:srgbClr val="E4EFEC"/>
                </a:solidFill>
                <a:latin typeface="Noto Sans KR"/>
                <a:ea typeface="Noto Sans KR"/>
                <a:cs typeface="Noto Sans KR"/>
              </a:defRPr>
            </a:lvl7pPr>
            <a:lvl8pPr>
              <a:defRPr sz="2025" b="0">
                <a:solidFill>
                  <a:srgbClr val="E4EFEC"/>
                </a:solidFill>
                <a:latin typeface="Noto Sans KR"/>
                <a:ea typeface="Noto Sans KR"/>
                <a:cs typeface="Noto Sans KR"/>
              </a:defRPr>
            </a:lvl8pPr>
            <a:lvl9pPr>
              <a:defRPr sz="2025" b="0">
                <a:solidFill>
                  <a:srgbClr val="E4EFEC"/>
                </a:solidFill>
                <a:latin typeface="Noto Sans KR"/>
                <a:ea typeface="Noto Sans KR"/>
                <a:cs typeface="Noto Sans KR"/>
              </a:defRPr>
            </a:lvl9pPr>
          </a:lstStyle>
          <a:p xmlns:a="http://schemas.openxmlformats.org/drawingml/2006/main">
            <a:pPr>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날씨API에 의존하는 소프트웨어 이름은 무엇인가요?</a:t>
            </a:r>
          </a:p>
        </p:txBody>
      </p:sp>
      <p:sp>
        <p:nvSpPr>
          <p:cNvPr id="5" name="label-1">
            <a:extLst xmlns:a="http://schemas.openxmlformats.org/drawingml/2006/main">
              <a:ext uri="{FF2B5EF4-FFF2-40B4-BE49-F238E27FC236}">
                <a16:creationId xmlns:a16="http://schemas.microsoft.com/office/drawing/2014/main" id="{61115EA1-D4EE-45A7-AB45-8EA2D02911DF}"/>
              </a:ext>
            </a:extLst>
          </p:cNvPr>
          <p:cNvSpPr>
            <a:spLocks xmlns:a="http://schemas.openxmlformats.org/drawingml/2006/main" noGrp="1"/>
          </p:cNvSpPr>
          <p:nvPr/>
        </p:nvSpPr>
        <p:spPr>
          <a:xfrm xmlns:a="http://schemas.openxmlformats.org/drawingml/2006/main">
            <a:off x="609600" y="31337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defRPr sz="1950" b="1">
                <a:solidFill>
                  <a:srgbClr val="A4DDCA"/>
                </a:solidFill>
                <a:latin typeface="Noto Sans KR"/>
                <a:ea typeface="Noto Sans KR"/>
                <a:cs typeface="Noto Sans KR"/>
              </a:defRPr>
            </a:lvl1pPr>
            <a:lvl2pPr>
              <a:defRPr sz="1950" b="1">
                <a:solidFill>
                  <a:srgbClr val="A4DDCA"/>
                </a:solidFill>
                <a:latin typeface="Noto Sans KR"/>
                <a:ea typeface="Noto Sans KR"/>
                <a:cs typeface="Noto Sans KR"/>
              </a:defRPr>
            </a:lvl2pPr>
            <a:lvl3pPr>
              <a:defRPr sz="1950" b="1">
                <a:solidFill>
                  <a:srgbClr val="A4DDCA"/>
                </a:solidFill>
                <a:latin typeface="Noto Sans KR"/>
                <a:ea typeface="Noto Sans KR"/>
                <a:cs typeface="Noto Sans KR"/>
              </a:defRPr>
            </a:lvl3pPr>
            <a:lvl4pPr>
              <a:defRPr sz="1950" b="1">
                <a:solidFill>
                  <a:srgbClr val="A4DDCA"/>
                </a:solidFill>
                <a:latin typeface="Noto Sans KR"/>
                <a:ea typeface="Noto Sans KR"/>
                <a:cs typeface="Noto Sans KR"/>
              </a:defRPr>
            </a:lvl4pPr>
            <a:lvl5pPr>
              <a:defRPr sz="1950" b="1">
                <a:solidFill>
                  <a:srgbClr val="A4DDCA"/>
                </a:solidFill>
                <a:latin typeface="Noto Sans KR"/>
                <a:ea typeface="Noto Sans KR"/>
                <a:cs typeface="Noto Sans KR"/>
              </a:defRPr>
            </a:lvl5pPr>
            <a:lvl6pPr>
              <a:defRPr sz="1950" b="1">
                <a:solidFill>
                  <a:srgbClr val="A4DDCA"/>
                </a:solidFill>
                <a:latin typeface="Noto Sans KR"/>
                <a:ea typeface="Noto Sans KR"/>
                <a:cs typeface="Noto Sans KR"/>
              </a:defRPr>
            </a:lvl6pPr>
            <a:lvl7pPr>
              <a:defRPr sz="1950" b="1">
                <a:solidFill>
                  <a:srgbClr val="A4DDCA"/>
                </a:solidFill>
                <a:latin typeface="Noto Sans KR"/>
                <a:ea typeface="Noto Sans KR"/>
                <a:cs typeface="Noto Sans KR"/>
              </a:defRPr>
            </a:lvl7pPr>
            <a:lvl8pPr>
              <a:defRPr sz="1950" b="1">
                <a:solidFill>
                  <a:srgbClr val="A4DDCA"/>
                </a:solidFill>
                <a:latin typeface="Noto Sans KR"/>
                <a:ea typeface="Noto Sans KR"/>
                <a:cs typeface="Noto Sans KR"/>
              </a:defRPr>
            </a:lvl8pPr>
            <a:lvl9pPr>
              <a:defRPr sz="1950" b="1">
                <a:solidFill>
                  <a:srgbClr val="A4DDCA"/>
                </a:solidFill>
                <a:latin typeface="Noto Sans KR"/>
                <a:ea typeface="Noto Sans KR"/>
                <a:cs typeface="Noto Sans KR"/>
              </a:defRPr>
            </a:lvl9pPr>
          </a:lstStyle>
          <a:p xmlns:a="http://schemas.openxmlformats.org/drawingml/2006/main">
            <a:pPr>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모을 근거</a:t>
            </a:r>
          </a:p>
        </p:txBody>
      </p:sp>
      <p:sp>
        <p:nvSpPr>
          <p:cNvPr id="6" name="body-1">
            <a:extLst xmlns:a="http://schemas.openxmlformats.org/drawingml/2006/main">
              <a:ext uri="{FF2B5EF4-FFF2-40B4-BE49-F238E27FC236}">
                <a16:creationId xmlns:a16="http://schemas.microsoft.com/office/drawing/2014/main" id="{993D6AB0-EEAD-46F9-99C8-5794D3FF6EC9}"/>
              </a:ext>
            </a:extLst>
          </p:cNvPr>
          <p:cNvSpPr>
            <a:spLocks xmlns:a="http://schemas.openxmlformats.org/drawingml/2006/main" noGrp="1"/>
          </p:cNvSpPr>
          <p:nvPr/>
        </p:nvSpPr>
        <p:spPr>
          <a:xfrm xmlns:a="http://schemas.openxmlformats.org/drawingml/2006/main">
            <a:off x="3190875" y="31337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defRPr sz="2025" b="0">
                <a:solidFill>
                  <a:srgbClr val="E4EFEC"/>
                </a:solidFill>
                <a:latin typeface="Noto Sans KR"/>
                <a:ea typeface="Noto Sans KR"/>
                <a:cs typeface="Noto Sans KR"/>
              </a:defRPr>
            </a:lvl1pPr>
            <a:lvl2pPr>
              <a:defRPr sz="2025" b="0">
                <a:solidFill>
                  <a:srgbClr val="E4EFEC"/>
                </a:solidFill>
                <a:latin typeface="Noto Sans KR"/>
                <a:ea typeface="Noto Sans KR"/>
                <a:cs typeface="Noto Sans KR"/>
              </a:defRPr>
            </a:lvl2pPr>
            <a:lvl3pPr>
              <a:defRPr sz="2025" b="0">
                <a:solidFill>
                  <a:srgbClr val="E4EFEC"/>
                </a:solidFill>
                <a:latin typeface="Noto Sans KR"/>
                <a:ea typeface="Noto Sans KR"/>
                <a:cs typeface="Noto Sans KR"/>
              </a:defRPr>
            </a:lvl3pPr>
            <a:lvl4pPr>
              <a:defRPr sz="2025" b="0">
                <a:solidFill>
                  <a:srgbClr val="E4EFEC"/>
                </a:solidFill>
                <a:latin typeface="Noto Sans KR"/>
                <a:ea typeface="Noto Sans KR"/>
                <a:cs typeface="Noto Sans KR"/>
              </a:defRPr>
            </a:lvl4pPr>
            <a:lvl5pPr>
              <a:defRPr sz="2025" b="0">
                <a:solidFill>
                  <a:srgbClr val="E4EFEC"/>
                </a:solidFill>
                <a:latin typeface="Noto Sans KR"/>
                <a:ea typeface="Noto Sans KR"/>
                <a:cs typeface="Noto Sans KR"/>
              </a:defRPr>
            </a:lvl5pPr>
            <a:lvl6pPr>
              <a:defRPr sz="2025" b="0">
                <a:solidFill>
                  <a:srgbClr val="E4EFEC"/>
                </a:solidFill>
                <a:latin typeface="Noto Sans KR"/>
                <a:ea typeface="Noto Sans KR"/>
                <a:cs typeface="Noto Sans KR"/>
              </a:defRPr>
            </a:lvl6pPr>
            <a:lvl7pPr>
              <a:defRPr sz="2025" b="0">
                <a:solidFill>
                  <a:srgbClr val="E4EFEC"/>
                </a:solidFill>
                <a:latin typeface="Noto Sans KR"/>
                <a:ea typeface="Noto Sans KR"/>
                <a:cs typeface="Noto Sans KR"/>
              </a:defRPr>
            </a:lvl7pPr>
            <a:lvl8pPr>
              <a:defRPr sz="2025" b="0">
                <a:solidFill>
                  <a:srgbClr val="E4EFEC"/>
                </a:solidFill>
                <a:latin typeface="Noto Sans KR"/>
                <a:ea typeface="Noto Sans KR"/>
                <a:cs typeface="Noto Sans KR"/>
              </a:defRPr>
            </a:lvl8pPr>
            <a:lvl9pPr>
              <a:defRPr sz="2025" b="0">
                <a:solidFill>
                  <a:srgbClr val="E4EFEC"/>
                </a:solidFill>
                <a:latin typeface="Noto Sans KR"/>
                <a:ea typeface="Noto Sans KR"/>
                <a:cs typeface="Noto Sans KR"/>
              </a:defRPr>
            </a:lvl9pPr>
          </a:lstStyle>
          <a:p xmlns:a="http://schemas.openxmlformats.org/drawingml/2006/main">
            <a:pPr>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답이 될 만한 시스템과 주변 원문을 짧게 모읍니다.</a:t>
            </a:r>
          </a:p>
        </p:txBody>
      </p:sp>
      <p:sp>
        <p:nvSpPr>
          <p:cNvPr id="7" name="label-2">
            <a:extLst xmlns:a="http://schemas.openxmlformats.org/drawingml/2006/main">
              <a:ext uri="{FF2B5EF4-FFF2-40B4-BE49-F238E27FC236}">
                <a16:creationId xmlns:a16="http://schemas.microsoft.com/office/drawing/2014/main" id="{A62B1D24-97AE-42EB-A8E7-7FF6D3B40453}"/>
              </a:ext>
            </a:extLst>
          </p:cNvPr>
          <p:cNvSpPr>
            <a:spLocks xmlns:a="http://schemas.openxmlformats.org/drawingml/2006/main" noGrp="1"/>
          </p:cNvSpPr>
          <p:nvPr/>
        </p:nvSpPr>
        <p:spPr>
          <a:xfrm xmlns:a="http://schemas.openxmlformats.org/drawingml/2006/main">
            <a:off x="609600" y="44005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defRPr sz="1950" b="1">
                <a:solidFill>
                  <a:srgbClr val="A4DDCA"/>
                </a:solidFill>
                <a:latin typeface="Noto Sans KR"/>
                <a:ea typeface="Noto Sans KR"/>
                <a:cs typeface="Noto Sans KR"/>
              </a:defRPr>
            </a:lvl1pPr>
            <a:lvl2pPr>
              <a:defRPr sz="1950" b="1">
                <a:solidFill>
                  <a:srgbClr val="A4DDCA"/>
                </a:solidFill>
                <a:latin typeface="Noto Sans KR"/>
                <a:ea typeface="Noto Sans KR"/>
                <a:cs typeface="Noto Sans KR"/>
              </a:defRPr>
            </a:lvl2pPr>
            <a:lvl3pPr>
              <a:defRPr sz="1950" b="1">
                <a:solidFill>
                  <a:srgbClr val="A4DDCA"/>
                </a:solidFill>
                <a:latin typeface="Noto Sans KR"/>
                <a:ea typeface="Noto Sans KR"/>
                <a:cs typeface="Noto Sans KR"/>
              </a:defRPr>
            </a:lvl3pPr>
            <a:lvl4pPr>
              <a:defRPr sz="1950" b="1">
                <a:solidFill>
                  <a:srgbClr val="A4DDCA"/>
                </a:solidFill>
                <a:latin typeface="Noto Sans KR"/>
                <a:ea typeface="Noto Sans KR"/>
                <a:cs typeface="Noto Sans KR"/>
              </a:defRPr>
            </a:lvl4pPr>
            <a:lvl5pPr>
              <a:defRPr sz="1950" b="1">
                <a:solidFill>
                  <a:srgbClr val="A4DDCA"/>
                </a:solidFill>
                <a:latin typeface="Noto Sans KR"/>
                <a:ea typeface="Noto Sans KR"/>
                <a:cs typeface="Noto Sans KR"/>
              </a:defRPr>
            </a:lvl5pPr>
            <a:lvl6pPr>
              <a:defRPr sz="1950" b="1">
                <a:solidFill>
                  <a:srgbClr val="A4DDCA"/>
                </a:solidFill>
                <a:latin typeface="Noto Sans KR"/>
                <a:ea typeface="Noto Sans KR"/>
                <a:cs typeface="Noto Sans KR"/>
              </a:defRPr>
            </a:lvl6pPr>
            <a:lvl7pPr>
              <a:defRPr sz="1950" b="1">
                <a:solidFill>
                  <a:srgbClr val="A4DDCA"/>
                </a:solidFill>
                <a:latin typeface="Noto Sans KR"/>
                <a:ea typeface="Noto Sans KR"/>
                <a:cs typeface="Noto Sans KR"/>
              </a:defRPr>
            </a:lvl7pPr>
            <a:lvl8pPr>
              <a:defRPr sz="1950" b="1">
                <a:solidFill>
                  <a:srgbClr val="A4DDCA"/>
                </a:solidFill>
                <a:latin typeface="Noto Sans KR"/>
                <a:ea typeface="Noto Sans KR"/>
                <a:cs typeface="Noto Sans KR"/>
              </a:defRPr>
            </a:lvl8pPr>
            <a:lvl9pPr>
              <a:defRPr sz="1950" b="1">
                <a:solidFill>
                  <a:srgbClr val="A4DDCA"/>
                </a:solidFill>
                <a:latin typeface="Noto Sans KR"/>
                <a:ea typeface="Noto Sans KR"/>
                <a:cs typeface="Noto Sans KR"/>
              </a:defRPr>
            </a:lvl9pPr>
          </a:lstStyle>
          <a:p xmlns:a="http://schemas.openxmlformats.org/drawingml/2006/main">
            <a:pPr>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주의할 점</a:t>
            </a:r>
          </a:p>
        </p:txBody>
      </p:sp>
      <p:sp>
        <p:nvSpPr>
          <p:cNvPr id="8" name="body-2">
            <a:extLst xmlns:a="http://schemas.openxmlformats.org/drawingml/2006/main">
              <a:ext uri="{FF2B5EF4-FFF2-40B4-BE49-F238E27FC236}">
                <a16:creationId xmlns:a16="http://schemas.microsoft.com/office/drawing/2014/main" id="{7C411066-6013-41EB-9D16-9F85A4DCB614}"/>
              </a:ext>
            </a:extLst>
          </p:cNvPr>
          <p:cNvSpPr>
            <a:spLocks xmlns:a="http://schemas.openxmlformats.org/drawingml/2006/main" noGrp="1"/>
          </p:cNvSpPr>
          <p:nvPr/>
        </p:nvSpPr>
        <p:spPr>
          <a:xfrm xmlns:a="http://schemas.openxmlformats.org/drawingml/2006/main">
            <a:off x="3190875" y="44005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defRPr sz="2025" b="0">
                <a:solidFill>
                  <a:srgbClr val="E4EFEC"/>
                </a:solidFill>
                <a:latin typeface="Noto Sans KR"/>
                <a:ea typeface="Noto Sans KR"/>
                <a:cs typeface="Noto Sans KR"/>
              </a:defRPr>
            </a:lvl1pPr>
            <a:lvl2pPr>
              <a:defRPr sz="2025" b="0">
                <a:solidFill>
                  <a:srgbClr val="E4EFEC"/>
                </a:solidFill>
                <a:latin typeface="Noto Sans KR"/>
                <a:ea typeface="Noto Sans KR"/>
                <a:cs typeface="Noto Sans KR"/>
              </a:defRPr>
            </a:lvl2pPr>
            <a:lvl3pPr>
              <a:defRPr sz="2025" b="0">
                <a:solidFill>
                  <a:srgbClr val="E4EFEC"/>
                </a:solidFill>
                <a:latin typeface="Noto Sans KR"/>
                <a:ea typeface="Noto Sans KR"/>
                <a:cs typeface="Noto Sans KR"/>
              </a:defRPr>
            </a:lvl3pPr>
            <a:lvl4pPr>
              <a:defRPr sz="2025" b="0">
                <a:solidFill>
                  <a:srgbClr val="E4EFEC"/>
                </a:solidFill>
                <a:latin typeface="Noto Sans KR"/>
                <a:ea typeface="Noto Sans KR"/>
                <a:cs typeface="Noto Sans KR"/>
              </a:defRPr>
            </a:lvl4pPr>
            <a:lvl5pPr>
              <a:defRPr sz="2025" b="0">
                <a:solidFill>
                  <a:srgbClr val="E4EFEC"/>
                </a:solidFill>
                <a:latin typeface="Noto Sans KR"/>
                <a:ea typeface="Noto Sans KR"/>
                <a:cs typeface="Noto Sans KR"/>
              </a:defRPr>
            </a:lvl5pPr>
            <a:lvl6pPr>
              <a:defRPr sz="2025" b="0">
                <a:solidFill>
                  <a:srgbClr val="E4EFEC"/>
                </a:solidFill>
                <a:latin typeface="Noto Sans KR"/>
                <a:ea typeface="Noto Sans KR"/>
                <a:cs typeface="Noto Sans KR"/>
              </a:defRPr>
            </a:lvl6pPr>
            <a:lvl7pPr>
              <a:defRPr sz="2025" b="0">
                <a:solidFill>
                  <a:srgbClr val="E4EFEC"/>
                </a:solidFill>
                <a:latin typeface="Noto Sans KR"/>
                <a:ea typeface="Noto Sans KR"/>
                <a:cs typeface="Noto Sans KR"/>
              </a:defRPr>
            </a:lvl7pPr>
            <a:lvl8pPr>
              <a:defRPr sz="2025" b="0">
                <a:solidFill>
                  <a:srgbClr val="E4EFEC"/>
                </a:solidFill>
                <a:latin typeface="Noto Sans KR"/>
                <a:ea typeface="Noto Sans KR"/>
                <a:cs typeface="Noto Sans KR"/>
              </a:defRPr>
            </a:lvl8pPr>
            <a:lvl9pPr>
              <a:defRPr sz="2025" b="0">
                <a:solidFill>
                  <a:srgbClr val="E4EFEC"/>
                </a:solidFill>
                <a:latin typeface="Noto Sans KR"/>
                <a:ea typeface="Noto Sans KR"/>
                <a:cs typeface="Noto Sans KR"/>
              </a:defRPr>
            </a:lvl9pPr>
          </a:lstStyle>
          <a:p xmlns:a="http://schemas.openxmlformats.org/drawingml/2006/main">
            <a:pPr>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작은 모델도 개체와 답의 종류를 잘못 판단할 수 있습니다.</a:t>
            </a:r>
          </a:p>
        </p:txBody>
      </p:sp>
      <p:sp>
        <p:nvSpPr>
          <p:cNvPr id="9" name="page">
            <a:extLst xmlns:a="http://schemas.openxmlformats.org/drawingml/2006/main">
              <a:ext uri="{FF2B5EF4-FFF2-40B4-BE49-F238E27FC236}">
                <a16:creationId xmlns:a16="http://schemas.microsoft.com/office/drawing/2014/main" id="{B9DA1280-A19F-4881-9058-ED9116866B25}"/>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defRPr sz="1125" b="0">
                <a:solidFill>
                  <a:srgbClr val="8EABB7"/>
                </a:solidFill>
                <a:latin typeface="Noto Sans KR"/>
                <a:ea typeface="Noto Sans KR"/>
                <a:cs typeface="Noto Sans KR"/>
              </a:defRPr>
            </a:lvl1pPr>
            <a:lvl2pPr>
              <a:defRPr sz="1125" b="0">
                <a:solidFill>
                  <a:srgbClr val="8EABB7"/>
                </a:solidFill>
                <a:latin typeface="Noto Sans KR"/>
                <a:ea typeface="Noto Sans KR"/>
                <a:cs typeface="Noto Sans KR"/>
              </a:defRPr>
            </a:lvl2pPr>
            <a:lvl3pPr>
              <a:defRPr sz="1125" b="0">
                <a:solidFill>
                  <a:srgbClr val="8EABB7"/>
                </a:solidFill>
                <a:latin typeface="Noto Sans KR"/>
                <a:ea typeface="Noto Sans KR"/>
                <a:cs typeface="Noto Sans KR"/>
              </a:defRPr>
            </a:lvl3pPr>
            <a:lvl4pPr>
              <a:defRPr sz="1125" b="0">
                <a:solidFill>
                  <a:srgbClr val="8EABB7"/>
                </a:solidFill>
                <a:latin typeface="Noto Sans KR"/>
                <a:ea typeface="Noto Sans KR"/>
                <a:cs typeface="Noto Sans KR"/>
              </a:defRPr>
            </a:lvl4pPr>
            <a:lvl5pPr>
              <a:defRPr sz="1125" b="0">
                <a:solidFill>
                  <a:srgbClr val="8EABB7"/>
                </a:solidFill>
                <a:latin typeface="Noto Sans KR"/>
                <a:ea typeface="Noto Sans KR"/>
                <a:cs typeface="Noto Sans KR"/>
              </a:defRPr>
            </a:lvl5pPr>
            <a:lvl6pPr>
              <a:defRPr sz="1125" b="0">
                <a:solidFill>
                  <a:srgbClr val="8EABB7"/>
                </a:solidFill>
                <a:latin typeface="Noto Sans KR"/>
                <a:ea typeface="Noto Sans KR"/>
                <a:cs typeface="Noto Sans KR"/>
              </a:defRPr>
            </a:lvl6pPr>
            <a:lvl7pPr>
              <a:defRPr sz="1125" b="0">
                <a:solidFill>
                  <a:srgbClr val="8EABB7"/>
                </a:solidFill>
                <a:latin typeface="Noto Sans KR"/>
                <a:ea typeface="Noto Sans KR"/>
                <a:cs typeface="Noto Sans KR"/>
              </a:defRPr>
            </a:lvl7pPr>
            <a:lvl8pPr>
              <a:defRPr sz="1125" b="0">
                <a:solidFill>
                  <a:srgbClr val="8EABB7"/>
                </a:solidFill>
                <a:latin typeface="Noto Sans KR"/>
                <a:ea typeface="Noto Sans KR"/>
                <a:cs typeface="Noto Sans KR"/>
              </a:defRPr>
            </a:lvl8pPr>
            <a:lvl9pPr>
              <a:defRPr sz="1125" b="0">
                <a:solidFill>
                  <a:srgbClr val="8EABB7"/>
                </a:solidFill>
                <a:latin typeface="Noto Sans KR"/>
                <a:ea typeface="Noto Sans KR"/>
                <a:cs typeface="Noto Sans KR"/>
              </a:defRPr>
            </a:lvl9pPr>
          </a:lstStyle>
          <a:p xmlns:a="http://schemas.openxmlformats.org/drawingml/2006/main">
            <a:pPr>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35</a:t>
            </a:r>
          </a:p>
        </p:txBody>
      </p:sp>
    </p:spTree>
    <p:extLst>
      <p:ext uri="{BB962C8B-B14F-4D97-AF65-F5344CB8AC3E}">
        <p14:creationId xmlns:p14="http://schemas.microsoft.com/office/powerpoint/2010/main" val="216887876"/>
      </p:ext>
    </p:extLst>
  </p:cSld>
</p:sld>
</file>

<file path=ppt/slides/slide36.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0" name="section">
            <a:extLst xmlns:a="http://schemas.openxmlformats.org/drawingml/2006/main">
              <a:ext uri="{FF2B5EF4-FFF2-40B4-BE49-F238E27FC236}">
                <a16:creationId xmlns:a16="http://schemas.microsoft.com/office/drawing/2014/main" id="{12C2421F-760A-4292-B531-D57060007BD5}"/>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defRPr sz="1125" b="1">
                <a:solidFill>
                  <a:srgbClr val="A4DDCA"/>
                </a:solidFill>
                <a:latin typeface="Noto Sans KR"/>
                <a:ea typeface="Noto Sans KR"/>
                <a:cs typeface="Noto Sans KR"/>
              </a:defRPr>
            </a:lvl1pPr>
            <a:lvl2pPr>
              <a:defRPr sz="1125" b="1">
                <a:solidFill>
                  <a:srgbClr val="A4DDCA"/>
                </a:solidFill>
                <a:latin typeface="Noto Sans KR"/>
                <a:ea typeface="Noto Sans KR"/>
                <a:cs typeface="Noto Sans KR"/>
              </a:defRPr>
            </a:lvl2pPr>
            <a:lvl3pPr>
              <a:defRPr sz="1125" b="1">
                <a:solidFill>
                  <a:srgbClr val="A4DDCA"/>
                </a:solidFill>
                <a:latin typeface="Noto Sans KR"/>
                <a:ea typeface="Noto Sans KR"/>
                <a:cs typeface="Noto Sans KR"/>
              </a:defRPr>
            </a:lvl3pPr>
            <a:lvl4pPr>
              <a:defRPr sz="1125" b="1">
                <a:solidFill>
                  <a:srgbClr val="A4DDCA"/>
                </a:solidFill>
                <a:latin typeface="Noto Sans KR"/>
                <a:ea typeface="Noto Sans KR"/>
                <a:cs typeface="Noto Sans KR"/>
              </a:defRPr>
            </a:lvl4pPr>
            <a:lvl5pPr>
              <a:defRPr sz="1125" b="1">
                <a:solidFill>
                  <a:srgbClr val="A4DDCA"/>
                </a:solidFill>
                <a:latin typeface="Noto Sans KR"/>
                <a:ea typeface="Noto Sans KR"/>
                <a:cs typeface="Noto Sans KR"/>
              </a:defRPr>
            </a:lvl5pPr>
            <a:lvl6pPr>
              <a:defRPr sz="1125" b="1">
                <a:solidFill>
                  <a:srgbClr val="A4DDCA"/>
                </a:solidFill>
                <a:latin typeface="Noto Sans KR"/>
                <a:ea typeface="Noto Sans KR"/>
                <a:cs typeface="Noto Sans KR"/>
              </a:defRPr>
            </a:lvl6pPr>
            <a:lvl7pPr>
              <a:defRPr sz="1125" b="1">
                <a:solidFill>
                  <a:srgbClr val="A4DDCA"/>
                </a:solidFill>
                <a:latin typeface="Noto Sans KR"/>
                <a:ea typeface="Noto Sans KR"/>
                <a:cs typeface="Noto Sans KR"/>
              </a:defRPr>
            </a:lvl7pPr>
            <a:lvl8pPr>
              <a:defRPr sz="1125" b="1">
                <a:solidFill>
                  <a:srgbClr val="A4DDCA"/>
                </a:solidFill>
                <a:latin typeface="Noto Sans KR"/>
                <a:ea typeface="Noto Sans KR"/>
                <a:cs typeface="Noto Sans KR"/>
              </a:defRPr>
            </a:lvl8pPr>
            <a:lvl9pPr>
              <a:defRPr sz="1125" b="1">
                <a:solidFill>
                  <a:srgbClr val="A4DDCA"/>
                </a:solidFill>
                <a:latin typeface="Noto Sans KR"/>
                <a:ea typeface="Noto Sans KR"/>
                <a:cs typeface="Noto Sans KR"/>
              </a:defRPr>
            </a:lvl9pPr>
          </a:lstStyle>
          <a:p xmlns:a="http://schemas.openxmlformats.org/drawingml/2006/main">
            <a:pPr>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E1A28D04-9AB0-42F5-9201-4E786818EDA8}"/>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defRPr sz="3000" b="1">
                <a:solidFill>
                  <a:srgbClr val="E4EFEC"/>
                </a:solidFill>
                <a:latin typeface="Noto Sans KR"/>
                <a:ea typeface="Noto Sans KR"/>
                <a:cs typeface="Noto Sans KR"/>
              </a:defRPr>
            </a:lvl1pPr>
            <a:lvl2pPr>
              <a:defRPr sz="3000" b="1">
                <a:solidFill>
                  <a:srgbClr val="E4EFEC"/>
                </a:solidFill>
                <a:latin typeface="Noto Sans KR"/>
                <a:ea typeface="Noto Sans KR"/>
                <a:cs typeface="Noto Sans KR"/>
              </a:defRPr>
            </a:lvl2pPr>
            <a:lvl3pPr>
              <a:defRPr sz="3000" b="1">
                <a:solidFill>
                  <a:srgbClr val="E4EFEC"/>
                </a:solidFill>
                <a:latin typeface="Noto Sans KR"/>
                <a:ea typeface="Noto Sans KR"/>
                <a:cs typeface="Noto Sans KR"/>
              </a:defRPr>
            </a:lvl3pPr>
            <a:lvl4pPr>
              <a:defRPr sz="3000" b="1">
                <a:solidFill>
                  <a:srgbClr val="E4EFEC"/>
                </a:solidFill>
                <a:latin typeface="Noto Sans KR"/>
                <a:ea typeface="Noto Sans KR"/>
                <a:cs typeface="Noto Sans KR"/>
              </a:defRPr>
            </a:lvl4pPr>
            <a:lvl5pPr>
              <a:defRPr sz="3000" b="1">
                <a:solidFill>
                  <a:srgbClr val="E4EFEC"/>
                </a:solidFill>
                <a:latin typeface="Noto Sans KR"/>
                <a:ea typeface="Noto Sans KR"/>
                <a:cs typeface="Noto Sans KR"/>
              </a:defRPr>
            </a:lvl5pPr>
            <a:lvl6pPr>
              <a:defRPr sz="3000" b="1">
                <a:solidFill>
                  <a:srgbClr val="E4EFEC"/>
                </a:solidFill>
                <a:latin typeface="Noto Sans KR"/>
                <a:ea typeface="Noto Sans KR"/>
                <a:cs typeface="Noto Sans KR"/>
              </a:defRPr>
            </a:lvl6pPr>
            <a:lvl7pPr>
              <a:defRPr sz="3000" b="1">
                <a:solidFill>
                  <a:srgbClr val="E4EFEC"/>
                </a:solidFill>
                <a:latin typeface="Noto Sans KR"/>
                <a:ea typeface="Noto Sans KR"/>
                <a:cs typeface="Noto Sans KR"/>
              </a:defRPr>
            </a:lvl7pPr>
            <a:lvl8pPr>
              <a:defRPr sz="3000" b="1">
                <a:solidFill>
                  <a:srgbClr val="E4EFEC"/>
                </a:solidFill>
                <a:latin typeface="Noto Sans KR"/>
                <a:ea typeface="Noto Sans KR"/>
                <a:cs typeface="Noto Sans KR"/>
              </a:defRPr>
            </a:lvl8pPr>
            <a:lvl9pPr>
              <a:defRPr sz="3000" b="1">
                <a:solidFill>
                  <a:srgbClr val="E4EFEC"/>
                </a:solidFill>
                <a:latin typeface="Noto Sans KR"/>
                <a:ea typeface="Noto Sans KR"/>
                <a:cs typeface="Noto Sans KR"/>
              </a:defRPr>
            </a:lvl9pPr>
          </a:lstStyle>
          <a:p xmlns:a="http://schemas.openxmlformats.org/drawingml/2006/main">
            <a:pPr>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GFM-RAG: 어디로 검색할지 모델이 학습</a:t>
            </a:r>
          </a:p>
        </p:txBody>
      </p:sp>
      <p:sp>
        <p:nvSpPr>
          <p:cNvPr id="3" name="label-0">
            <a:extLst xmlns:a="http://schemas.openxmlformats.org/drawingml/2006/main">
              <a:ext uri="{FF2B5EF4-FFF2-40B4-BE49-F238E27FC236}">
                <a16:creationId xmlns:a16="http://schemas.microsoft.com/office/drawing/2014/main" id="{DD1EF641-E4C4-4467-8CD0-2B8F011A936F}"/>
              </a:ext>
            </a:extLst>
          </p:cNvPr>
          <p:cNvSpPr>
            <a:spLocks xmlns:a="http://schemas.openxmlformats.org/drawingml/2006/main" noGrp="1"/>
          </p:cNvSpPr>
          <p:nvPr/>
        </p:nvSpPr>
        <p:spPr>
          <a:xfrm xmlns:a="http://schemas.openxmlformats.org/drawingml/2006/main">
            <a:off x="609600" y="186690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defRPr sz="1950" b="1">
                <a:solidFill>
                  <a:srgbClr val="A4DDCA"/>
                </a:solidFill>
                <a:latin typeface="Noto Sans KR"/>
                <a:ea typeface="Noto Sans KR"/>
                <a:cs typeface="Noto Sans KR"/>
              </a:defRPr>
            </a:lvl1pPr>
            <a:lvl2pPr>
              <a:defRPr sz="1950" b="1">
                <a:solidFill>
                  <a:srgbClr val="A4DDCA"/>
                </a:solidFill>
                <a:latin typeface="Noto Sans KR"/>
                <a:ea typeface="Noto Sans KR"/>
                <a:cs typeface="Noto Sans KR"/>
              </a:defRPr>
            </a:lvl2pPr>
            <a:lvl3pPr>
              <a:defRPr sz="1950" b="1">
                <a:solidFill>
                  <a:srgbClr val="A4DDCA"/>
                </a:solidFill>
                <a:latin typeface="Noto Sans KR"/>
                <a:ea typeface="Noto Sans KR"/>
                <a:cs typeface="Noto Sans KR"/>
              </a:defRPr>
            </a:lvl3pPr>
            <a:lvl4pPr>
              <a:defRPr sz="1950" b="1">
                <a:solidFill>
                  <a:srgbClr val="A4DDCA"/>
                </a:solidFill>
                <a:latin typeface="Noto Sans KR"/>
                <a:ea typeface="Noto Sans KR"/>
                <a:cs typeface="Noto Sans KR"/>
              </a:defRPr>
            </a:lvl4pPr>
            <a:lvl5pPr>
              <a:defRPr sz="1950" b="1">
                <a:solidFill>
                  <a:srgbClr val="A4DDCA"/>
                </a:solidFill>
                <a:latin typeface="Noto Sans KR"/>
                <a:ea typeface="Noto Sans KR"/>
                <a:cs typeface="Noto Sans KR"/>
              </a:defRPr>
            </a:lvl5pPr>
            <a:lvl6pPr>
              <a:defRPr sz="1950" b="1">
                <a:solidFill>
                  <a:srgbClr val="A4DDCA"/>
                </a:solidFill>
                <a:latin typeface="Noto Sans KR"/>
                <a:ea typeface="Noto Sans KR"/>
                <a:cs typeface="Noto Sans KR"/>
              </a:defRPr>
            </a:lvl6pPr>
            <a:lvl7pPr>
              <a:defRPr sz="1950" b="1">
                <a:solidFill>
                  <a:srgbClr val="A4DDCA"/>
                </a:solidFill>
                <a:latin typeface="Noto Sans KR"/>
                <a:ea typeface="Noto Sans KR"/>
                <a:cs typeface="Noto Sans KR"/>
              </a:defRPr>
            </a:lvl7pPr>
            <a:lvl8pPr>
              <a:defRPr sz="1950" b="1">
                <a:solidFill>
                  <a:srgbClr val="A4DDCA"/>
                </a:solidFill>
                <a:latin typeface="Noto Sans KR"/>
                <a:ea typeface="Noto Sans KR"/>
                <a:cs typeface="Noto Sans KR"/>
              </a:defRPr>
            </a:lvl8pPr>
            <a:lvl9pPr>
              <a:defRPr sz="1950" b="1">
                <a:solidFill>
                  <a:srgbClr val="A4DDCA"/>
                </a:solidFill>
                <a:latin typeface="Noto Sans KR"/>
                <a:ea typeface="Noto Sans KR"/>
                <a:cs typeface="Noto Sans KR"/>
              </a:defRPr>
            </a:lvl9pPr>
          </a:lstStyle>
          <a:p xmlns:a="http://schemas.openxmlformats.org/drawingml/2006/main">
            <a:pPr>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저장하는 것</a:t>
            </a:r>
          </a:p>
        </p:txBody>
      </p:sp>
      <p:sp>
        <p:nvSpPr>
          <p:cNvPr id="4" name="body-0">
            <a:extLst xmlns:a="http://schemas.openxmlformats.org/drawingml/2006/main">
              <a:ext uri="{FF2B5EF4-FFF2-40B4-BE49-F238E27FC236}">
                <a16:creationId xmlns:a16="http://schemas.microsoft.com/office/drawing/2014/main" id="{B50FC4E3-3C9E-420E-A46F-38CA4C9BCC85}"/>
              </a:ext>
            </a:extLst>
          </p:cNvPr>
          <p:cNvSpPr>
            <a:spLocks xmlns:a="http://schemas.openxmlformats.org/drawingml/2006/main" noGrp="1"/>
          </p:cNvSpPr>
          <p:nvPr/>
        </p:nvSpPr>
        <p:spPr>
          <a:xfrm xmlns:a="http://schemas.openxmlformats.org/drawingml/2006/main">
            <a:off x="3190875" y="186690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defRPr sz="2025" b="0">
                <a:solidFill>
                  <a:srgbClr val="E4EFEC"/>
                </a:solidFill>
                <a:latin typeface="Noto Sans KR"/>
                <a:ea typeface="Noto Sans KR"/>
                <a:cs typeface="Noto Sans KR"/>
              </a:defRPr>
            </a:lvl1pPr>
            <a:lvl2pPr>
              <a:defRPr sz="2025" b="0">
                <a:solidFill>
                  <a:srgbClr val="E4EFEC"/>
                </a:solidFill>
                <a:latin typeface="Noto Sans KR"/>
                <a:ea typeface="Noto Sans KR"/>
                <a:cs typeface="Noto Sans KR"/>
              </a:defRPr>
            </a:lvl2pPr>
            <a:lvl3pPr>
              <a:defRPr sz="2025" b="0">
                <a:solidFill>
                  <a:srgbClr val="E4EFEC"/>
                </a:solidFill>
                <a:latin typeface="Noto Sans KR"/>
                <a:ea typeface="Noto Sans KR"/>
                <a:cs typeface="Noto Sans KR"/>
              </a:defRPr>
            </a:lvl3pPr>
            <a:lvl4pPr>
              <a:defRPr sz="2025" b="0">
                <a:solidFill>
                  <a:srgbClr val="E4EFEC"/>
                </a:solidFill>
                <a:latin typeface="Noto Sans KR"/>
                <a:ea typeface="Noto Sans KR"/>
                <a:cs typeface="Noto Sans KR"/>
              </a:defRPr>
            </a:lvl4pPr>
            <a:lvl5pPr>
              <a:defRPr sz="2025" b="0">
                <a:solidFill>
                  <a:srgbClr val="E4EFEC"/>
                </a:solidFill>
                <a:latin typeface="Noto Sans KR"/>
                <a:ea typeface="Noto Sans KR"/>
                <a:cs typeface="Noto Sans KR"/>
              </a:defRPr>
            </a:lvl5pPr>
            <a:lvl6pPr>
              <a:defRPr sz="2025" b="0">
                <a:solidFill>
                  <a:srgbClr val="E4EFEC"/>
                </a:solidFill>
                <a:latin typeface="Noto Sans KR"/>
                <a:ea typeface="Noto Sans KR"/>
                <a:cs typeface="Noto Sans KR"/>
              </a:defRPr>
            </a:lvl6pPr>
            <a:lvl7pPr>
              <a:defRPr sz="2025" b="0">
                <a:solidFill>
                  <a:srgbClr val="E4EFEC"/>
                </a:solidFill>
                <a:latin typeface="Noto Sans KR"/>
                <a:ea typeface="Noto Sans KR"/>
                <a:cs typeface="Noto Sans KR"/>
              </a:defRPr>
            </a:lvl7pPr>
            <a:lvl8pPr>
              <a:defRPr sz="2025" b="0">
                <a:solidFill>
                  <a:srgbClr val="E4EFEC"/>
                </a:solidFill>
                <a:latin typeface="Noto Sans KR"/>
                <a:ea typeface="Noto Sans KR"/>
                <a:cs typeface="Noto Sans KR"/>
              </a:defRPr>
            </a:lvl8pPr>
            <a:lvl9pPr>
              <a:defRPr sz="2025" b="0">
                <a:solidFill>
                  <a:srgbClr val="E4EFEC"/>
                </a:solidFill>
                <a:latin typeface="Noto Sans KR"/>
                <a:ea typeface="Noto Sans KR"/>
                <a:cs typeface="Noto Sans KR"/>
              </a:defRPr>
            </a:lvl9pPr>
          </a:lstStyle>
          <a:p xmlns:a="http://schemas.openxmlformats.org/drawingml/2006/main">
            <a:pPr>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지식 그래프, 문서 연결, 학습된 검색 모델</a:t>
            </a:r>
          </a:p>
        </p:txBody>
      </p:sp>
      <p:sp>
        <p:nvSpPr>
          <p:cNvPr id="5" name="label-1">
            <a:extLst xmlns:a="http://schemas.openxmlformats.org/drawingml/2006/main">
              <a:ext uri="{FF2B5EF4-FFF2-40B4-BE49-F238E27FC236}">
                <a16:creationId xmlns:a16="http://schemas.microsoft.com/office/drawing/2014/main" id="{618EA59C-A9BB-45BC-97F9-F4FCA0C44956}"/>
              </a:ext>
            </a:extLst>
          </p:cNvPr>
          <p:cNvSpPr>
            <a:spLocks xmlns:a="http://schemas.openxmlformats.org/drawingml/2006/main" noGrp="1"/>
          </p:cNvSpPr>
          <p:nvPr/>
        </p:nvSpPr>
        <p:spPr>
          <a:xfrm xmlns:a="http://schemas.openxmlformats.org/drawingml/2006/main">
            <a:off x="609600" y="31337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defRPr sz="1950" b="1">
                <a:solidFill>
                  <a:srgbClr val="A4DDCA"/>
                </a:solidFill>
                <a:latin typeface="Noto Sans KR"/>
                <a:ea typeface="Noto Sans KR"/>
                <a:cs typeface="Noto Sans KR"/>
              </a:defRPr>
            </a:lvl1pPr>
            <a:lvl2pPr>
              <a:defRPr sz="1950" b="1">
                <a:solidFill>
                  <a:srgbClr val="A4DDCA"/>
                </a:solidFill>
                <a:latin typeface="Noto Sans KR"/>
                <a:ea typeface="Noto Sans KR"/>
                <a:cs typeface="Noto Sans KR"/>
              </a:defRPr>
            </a:lvl2pPr>
            <a:lvl3pPr>
              <a:defRPr sz="1950" b="1">
                <a:solidFill>
                  <a:srgbClr val="A4DDCA"/>
                </a:solidFill>
                <a:latin typeface="Noto Sans KR"/>
                <a:ea typeface="Noto Sans KR"/>
                <a:cs typeface="Noto Sans KR"/>
              </a:defRPr>
            </a:lvl3pPr>
            <a:lvl4pPr>
              <a:defRPr sz="1950" b="1">
                <a:solidFill>
                  <a:srgbClr val="A4DDCA"/>
                </a:solidFill>
                <a:latin typeface="Noto Sans KR"/>
                <a:ea typeface="Noto Sans KR"/>
                <a:cs typeface="Noto Sans KR"/>
              </a:defRPr>
            </a:lvl4pPr>
            <a:lvl5pPr>
              <a:defRPr sz="1950" b="1">
                <a:solidFill>
                  <a:srgbClr val="A4DDCA"/>
                </a:solidFill>
                <a:latin typeface="Noto Sans KR"/>
                <a:ea typeface="Noto Sans KR"/>
                <a:cs typeface="Noto Sans KR"/>
              </a:defRPr>
            </a:lvl5pPr>
            <a:lvl6pPr>
              <a:defRPr sz="1950" b="1">
                <a:solidFill>
                  <a:srgbClr val="A4DDCA"/>
                </a:solidFill>
                <a:latin typeface="Noto Sans KR"/>
                <a:ea typeface="Noto Sans KR"/>
                <a:cs typeface="Noto Sans KR"/>
              </a:defRPr>
            </a:lvl6pPr>
            <a:lvl7pPr>
              <a:defRPr sz="1950" b="1">
                <a:solidFill>
                  <a:srgbClr val="A4DDCA"/>
                </a:solidFill>
                <a:latin typeface="Noto Sans KR"/>
                <a:ea typeface="Noto Sans KR"/>
                <a:cs typeface="Noto Sans KR"/>
              </a:defRPr>
            </a:lvl7pPr>
            <a:lvl8pPr>
              <a:defRPr sz="1950" b="1">
                <a:solidFill>
                  <a:srgbClr val="A4DDCA"/>
                </a:solidFill>
                <a:latin typeface="Noto Sans KR"/>
                <a:ea typeface="Noto Sans KR"/>
                <a:cs typeface="Noto Sans KR"/>
              </a:defRPr>
            </a:lvl8pPr>
            <a:lvl9pPr>
              <a:defRPr sz="1950" b="1">
                <a:solidFill>
                  <a:srgbClr val="A4DDCA"/>
                </a:solidFill>
                <a:latin typeface="Noto Sans KR"/>
                <a:ea typeface="Noto Sans KR"/>
                <a:cs typeface="Noto Sans KR"/>
              </a:defRPr>
            </a:lvl9pPr>
          </a:lstStyle>
          <a:p xmlns:a="http://schemas.openxmlformats.org/drawingml/2006/main">
            <a:pPr>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미리 준비하는 일</a:t>
            </a:r>
          </a:p>
        </p:txBody>
      </p:sp>
      <p:sp>
        <p:nvSpPr>
          <p:cNvPr id="6" name="body-1">
            <a:extLst xmlns:a="http://schemas.openxmlformats.org/drawingml/2006/main">
              <a:ext uri="{FF2B5EF4-FFF2-40B4-BE49-F238E27FC236}">
                <a16:creationId xmlns:a16="http://schemas.microsoft.com/office/drawing/2014/main" id="{1B3CC808-78C0-436E-9C1C-C37AB7DAD5BB}"/>
              </a:ext>
            </a:extLst>
          </p:cNvPr>
          <p:cNvSpPr>
            <a:spLocks xmlns:a="http://schemas.openxmlformats.org/drawingml/2006/main" noGrp="1"/>
          </p:cNvSpPr>
          <p:nvPr/>
        </p:nvSpPr>
        <p:spPr>
          <a:xfrm xmlns:a="http://schemas.openxmlformats.org/drawingml/2006/main">
            <a:off x="3190875" y="31337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defRPr sz="2025" b="0">
                <a:solidFill>
                  <a:srgbClr val="E4EFEC"/>
                </a:solidFill>
                <a:latin typeface="Noto Sans KR"/>
                <a:ea typeface="Noto Sans KR"/>
                <a:cs typeface="Noto Sans KR"/>
              </a:defRPr>
            </a:lvl1pPr>
            <a:lvl2pPr>
              <a:defRPr sz="2025" b="0">
                <a:solidFill>
                  <a:srgbClr val="E4EFEC"/>
                </a:solidFill>
                <a:latin typeface="Noto Sans KR"/>
                <a:ea typeface="Noto Sans KR"/>
                <a:cs typeface="Noto Sans KR"/>
              </a:defRPr>
            </a:lvl2pPr>
            <a:lvl3pPr>
              <a:defRPr sz="2025" b="0">
                <a:solidFill>
                  <a:srgbClr val="E4EFEC"/>
                </a:solidFill>
                <a:latin typeface="Noto Sans KR"/>
                <a:ea typeface="Noto Sans KR"/>
                <a:cs typeface="Noto Sans KR"/>
              </a:defRPr>
            </a:lvl3pPr>
            <a:lvl4pPr>
              <a:defRPr sz="2025" b="0">
                <a:solidFill>
                  <a:srgbClr val="E4EFEC"/>
                </a:solidFill>
                <a:latin typeface="Noto Sans KR"/>
                <a:ea typeface="Noto Sans KR"/>
                <a:cs typeface="Noto Sans KR"/>
              </a:defRPr>
            </a:lvl4pPr>
            <a:lvl5pPr>
              <a:defRPr sz="2025" b="0">
                <a:solidFill>
                  <a:srgbClr val="E4EFEC"/>
                </a:solidFill>
                <a:latin typeface="Noto Sans KR"/>
                <a:ea typeface="Noto Sans KR"/>
                <a:cs typeface="Noto Sans KR"/>
              </a:defRPr>
            </a:lvl5pPr>
            <a:lvl6pPr>
              <a:defRPr sz="2025" b="0">
                <a:solidFill>
                  <a:srgbClr val="E4EFEC"/>
                </a:solidFill>
                <a:latin typeface="Noto Sans KR"/>
                <a:ea typeface="Noto Sans KR"/>
                <a:cs typeface="Noto Sans KR"/>
              </a:defRPr>
            </a:lvl6pPr>
            <a:lvl7pPr>
              <a:defRPr sz="2025" b="0">
                <a:solidFill>
                  <a:srgbClr val="E4EFEC"/>
                </a:solidFill>
                <a:latin typeface="Noto Sans KR"/>
                <a:ea typeface="Noto Sans KR"/>
                <a:cs typeface="Noto Sans KR"/>
              </a:defRPr>
            </a:lvl7pPr>
            <a:lvl8pPr>
              <a:defRPr sz="2025" b="0">
                <a:solidFill>
                  <a:srgbClr val="E4EFEC"/>
                </a:solidFill>
                <a:latin typeface="Noto Sans KR"/>
                <a:ea typeface="Noto Sans KR"/>
                <a:cs typeface="Noto Sans KR"/>
              </a:defRPr>
            </a:lvl8pPr>
            <a:lvl9pPr>
              <a:defRPr sz="2025" b="0">
                <a:solidFill>
                  <a:srgbClr val="E4EFEC"/>
                </a:solidFill>
                <a:latin typeface="Noto Sans KR"/>
                <a:ea typeface="Noto Sans KR"/>
                <a:cs typeface="Noto Sans KR"/>
              </a:defRPr>
            </a:lvl9pPr>
          </a:lstStyle>
          <a:p xmlns:a="http://schemas.openxmlformats.org/drawingml/2006/main">
            <a:pPr>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그래프와 문서 연결을 준비하고 학습된 모델을 불러옵니다.</a:t>
            </a:r>
          </a:p>
        </p:txBody>
      </p:sp>
      <p:sp>
        <p:nvSpPr>
          <p:cNvPr id="7" name="label-2">
            <a:extLst xmlns:a="http://schemas.openxmlformats.org/drawingml/2006/main">
              <a:ext uri="{FF2B5EF4-FFF2-40B4-BE49-F238E27FC236}">
                <a16:creationId xmlns:a16="http://schemas.microsoft.com/office/drawing/2014/main" id="{EC50F53E-0071-4F21-B41C-DD1C3CD65F86}"/>
              </a:ext>
            </a:extLst>
          </p:cNvPr>
          <p:cNvSpPr>
            <a:spLocks xmlns:a="http://schemas.openxmlformats.org/drawingml/2006/main" noGrp="1"/>
          </p:cNvSpPr>
          <p:nvPr/>
        </p:nvSpPr>
        <p:spPr>
          <a:xfrm xmlns:a="http://schemas.openxmlformats.org/drawingml/2006/main">
            <a:off x="609600" y="44005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defRPr sz="1950" b="1">
                <a:solidFill>
                  <a:srgbClr val="A4DDCA"/>
                </a:solidFill>
                <a:latin typeface="Noto Sans KR"/>
                <a:ea typeface="Noto Sans KR"/>
                <a:cs typeface="Noto Sans KR"/>
              </a:defRPr>
            </a:lvl1pPr>
            <a:lvl2pPr>
              <a:defRPr sz="1950" b="1">
                <a:solidFill>
                  <a:srgbClr val="A4DDCA"/>
                </a:solidFill>
                <a:latin typeface="Noto Sans KR"/>
                <a:ea typeface="Noto Sans KR"/>
                <a:cs typeface="Noto Sans KR"/>
              </a:defRPr>
            </a:lvl2pPr>
            <a:lvl3pPr>
              <a:defRPr sz="1950" b="1">
                <a:solidFill>
                  <a:srgbClr val="A4DDCA"/>
                </a:solidFill>
                <a:latin typeface="Noto Sans KR"/>
                <a:ea typeface="Noto Sans KR"/>
                <a:cs typeface="Noto Sans KR"/>
              </a:defRPr>
            </a:lvl3pPr>
            <a:lvl4pPr>
              <a:defRPr sz="1950" b="1">
                <a:solidFill>
                  <a:srgbClr val="A4DDCA"/>
                </a:solidFill>
                <a:latin typeface="Noto Sans KR"/>
                <a:ea typeface="Noto Sans KR"/>
                <a:cs typeface="Noto Sans KR"/>
              </a:defRPr>
            </a:lvl4pPr>
            <a:lvl5pPr>
              <a:defRPr sz="1950" b="1">
                <a:solidFill>
                  <a:srgbClr val="A4DDCA"/>
                </a:solidFill>
                <a:latin typeface="Noto Sans KR"/>
                <a:ea typeface="Noto Sans KR"/>
                <a:cs typeface="Noto Sans KR"/>
              </a:defRPr>
            </a:lvl5pPr>
            <a:lvl6pPr>
              <a:defRPr sz="1950" b="1">
                <a:solidFill>
                  <a:srgbClr val="A4DDCA"/>
                </a:solidFill>
                <a:latin typeface="Noto Sans KR"/>
                <a:ea typeface="Noto Sans KR"/>
                <a:cs typeface="Noto Sans KR"/>
              </a:defRPr>
            </a:lvl6pPr>
            <a:lvl7pPr>
              <a:defRPr sz="1950" b="1">
                <a:solidFill>
                  <a:srgbClr val="A4DDCA"/>
                </a:solidFill>
                <a:latin typeface="Noto Sans KR"/>
                <a:ea typeface="Noto Sans KR"/>
                <a:cs typeface="Noto Sans KR"/>
              </a:defRPr>
            </a:lvl7pPr>
            <a:lvl8pPr>
              <a:defRPr sz="1950" b="1">
                <a:solidFill>
                  <a:srgbClr val="A4DDCA"/>
                </a:solidFill>
                <a:latin typeface="Noto Sans KR"/>
                <a:ea typeface="Noto Sans KR"/>
                <a:cs typeface="Noto Sans KR"/>
              </a:defRPr>
            </a:lvl8pPr>
            <a:lvl9pPr>
              <a:defRPr sz="1950" b="1">
                <a:solidFill>
                  <a:srgbClr val="A4DDCA"/>
                </a:solidFill>
                <a:latin typeface="Noto Sans KR"/>
                <a:ea typeface="Noto Sans KR"/>
                <a:cs typeface="Noto Sans KR"/>
              </a:defRPr>
            </a:lvl9pPr>
          </a:lstStyle>
          <a:p xmlns:a="http://schemas.openxmlformats.org/drawingml/2006/main">
            <a:pPr>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질문이 오면 하는 일</a:t>
            </a:r>
          </a:p>
        </p:txBody>
      </p:sp>
      <p:sp>
        <p:nvSpPr>
          <p:cNvPr id="8" name="body-2">
            <a:extLst xmlns:a="http://schemas.openxmlformats.org/drawingml/2006/main">
              <a:ext uri="{FF2B5EF4-FFF2-40B4-BE49-F238E27FC236}">
                <a16:creationId xmlns:a16="http://schemas.microsoft.com/office/drawing/2014/main" id="{5CB1E8B7-EB80-44AE-A78E-CAF5F928AB54}"/>
              </a:ext>
            </a:extLst>
          </p:cNvPr>
          <p:cNvSpPr>
            <a:spLocks xmlns:a="http://schemas.openxmlformats.org/drawingml/2006/main" noGrp="1"/>
          </p:cNvSpPr>
          <p:nvPr/>
        </p:nvSpPr>
        <p:spPr>
          <a:xfrm xmlns:a="http://schemas.openxmlformats.org/drawingml/2006/main">
            <a:off x="3190875" y="44005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defRPr sz="2025" b="0">
                <a:solidFill>
                  <a:srgbClr val="E4EFEC"/>
                </a:solidFill>
                <a:latin typeface="Noto Sans KR"/>
                <a:ea typeface="Noto Sans KR"/>
                <a:cs typeface="Noto Sans KR"/>
              </a:defRPr>
            </a:lvl1pPr>
            <a:lvl2pPr>
              <a:defRPr sz="2025" b="0">
                <a:solidFill>
                  <a:srgbClr val="E4EFEC"/>
                </a:solidFill>
                <a:latin typeface="Noto Sans KR"/>
                <a:ea typeface="Noto Sans KR"/>
                <a:cs typeface="Noto Sans KR"/>
              </a:defRPr>
            </a:lvl2pPr>
            <a:lvl3pPr>
              <a:defRPr sz="2025" b="0">
                <a:solidFill>
                  <a:srgbClr val="E4EFEC"/>
                </a:solidFill>
                <a:latin typeface="Noto Sans KR"/>
                <a:ea typeface="Noto Sans KR"/>
                <a:cs typeface="Noto Sans KR"/>
              </a:defRPr>
            </a:lvl3pPr>
            <a:lvl4pPr>
              <a:defRPr sz="2025" b="0">
                <a:solidFill>
                  <a:srgbClr val="E4EFEC"/>
                </a:solidFill>
                <a:latin typeface="Noto Sans KR"/>
                <a:ea typeface="Noto Sans KR"/>
                <a:cs typeface="Noto Sans KR"/>
              </a:defRPr>
            </a:lvl4pPr>
            <a:lvl5pPr>
              <a:defRPr sz="2025" b="0">
                <a:solidFill>
                  <a:srgbClr val="E4EFEC"/>
                </a:solidFill>
                <a:latin typeface="Noto Sans KR"/>
                <a:ea typeface="Noto Sans KR"/>
                <a:cs typeface="Noto Sans KR"/>
              </a:defRPr>
            </a:lvl5pPr>
            <a:lvl6pPr>
              <a:defRPr sz="2025" b="0">
                <a:solidFill>
                  <a:srgbClr val="E4EFEC"/>
                </a:solidFill>
                <a:latin typeface="Noto Sans KR"/>
                <a:ea typeface="Noto Sans KR"/>
                <a:cs typeface="Noto Sans KR"/>
              </a:defRPr>
            </a:lvl6pPr>
            <a:lvl7pPr>
              <a:defRPr sz="2025" b="0">
                <a:solidFill>
                  <a:srgbClr val="E4EFEC"/>
                </a:solidFill>
                <a:latin typeface="Noto Sans KR"/>
                <a:ea typeface="Noto Sans KR"/>
                <a:cs typeface="Noto Sans KR"/>
              </a:defRPr>
            </a:lvl7pPr>
            <a:lvl8pPr>
              <a:defRPr sz="2025" b="0">
                <a:solidFill>
                  <a:srgbClr val="E4EFEC"/>
                </a:solidFill>
                <a:latin typeface="Noto Sans KR"/>
                <a:ea typeface="Noto Sans KR"/>
                <a:cs typeface="Noto Sans KR"/>
              </a:defRPr>
            </a:lvl8pPr>
            <a:lvl9pPr>
              <a:defRPr sz="2025" b="0">
                <a:solidFill>
                  <a:srgbClr val="E4EFEC"/>
                </a:solidFill>
                <a:latin typeface="Noto Sans KR"/>
                <a:ea typeface="Noto Sans KR"/>
                <a:cs typeface="Noto Sans KR"/>
              </a:defRPr>
            </a:lvl9pPr>
          </a:lstStyle>
          <a:p xmlns:a="http://schemas.openxmlformats.org/drawingml/2006/main">
            <a:pPr>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질문에 맞춰 그래프 정보를 전달하며 관련 개체와 문서를 예측합니다.</a:t>
            </a:r>
          </a:p>
        </p:txBody>
      </p:sp>
      <p:sp>
        <p:nvSpPr>
          <p:cNvPr id="9" name="page">
            <a:extLst xmlns:a="http://schemas.openxmlformats.org/drawingml/2006/main">
              <a:ext uri="{FF2B5EF4-FFF2-40B4-BE49-F238E27FC236}">
                <a16:creationId xmlns:a16="http://schemas.microsoft.com/office/drawing/2014/main" id="{153904F2-8D46-4CF0-882C-2D4FA89A6B28}"/>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defRPr sz="1125" b="0">
                <a:solidFill>
                  <a:srgbClr val="8EABB7"/>
                </a:solidFill>
                <a:latin typeface="Noto Sans KR"/>
                <a:ea typeface="Noto Sans KR"/>
                <a:cs typeface="Noto Sans KR"/>
              </a:defRPr>
            </a:lvl1pPr>
            <a:lvl2pPr>
              <a:defRPr sz="1125" b="0">
                <a:solidFill>
                  <a:srgbClr val="8EABB7"/>
                </a:solidFill>
                <a:latin typeface="Noto Sans KR"/>
                <a:ea typeface="Noto Sans KR"/>
                <a:cs typeface="Noto Sans KR"/>
              </a:defRPr>
            </a:lvl2pPr>
            <a:lvl3pPr>
              <a:defRPr sz="1125" b="0">
                <a:solidFill>
                  <a:srgbClr val="8EABB7"/>
                </a:solidFill>
                <a:latin typeface="Noto Sans KR"/>
                <a:ea typeface="Noto Sans KR"/>
                <a:cs typeface="Noto Sans KR"/>
              </a:defRPr>
            </a:lvl3pPr>
            <a:lvl4pPr>
              <a:defRPr sz="1125" b="0">
                <a:solidFill>
                  <a:srgbClr val="8EABB7"/>
                </a:solidFill>
                <a:latin typeface="Noto Sans KR"/>
                <a:ea typeface="Noto Sans KR"/>
                <a:cs typeface="Noto Sans KR"/>
              </a:defRPr>
            </a:lvl4pPr>
            <a:lvl5pPr>
              <a:defRPr sz="1125" b="0">
                <a:solidFill>
                  <a:srgbClr val="8EABB7"/>
                </a:solidFill>
                <a:latin typeface="Noto Sans KR"/>
                <a:ea typeface="Noto Sans KR"/>
                <a:cs typeface="Noto Sans KR"/>
              </a:defRPr>
            </a:lvl5pPr>
            <a:lvl6pPr>
              <a:defRPr sz="1125" b="0">
                <a:solidFill>
                  <a:srgbClr val="8EABB7"/>
                </a:solidFill>
                <a:latin typeface="Noto Sans KR"/>
                <a:ea typeface="Noto Sans KR"/>
                <a:cs typeface="Noto Sans KR"/>
              </a:defRPr>
            </a:lvl6pPr>
            <a:lvl7pPr>
              <a:defRPr sz="1125" b="0">
                <a:solidFill>
                  <a:srgbClr val="8EABB7"/>
                </a:solidFill>
                <a:latin typeface="Noto Sans KR"/>
                <a:ea typeface="Noto Sans KR"/>
                <a:cs typeface="Noto Sans KR"/>
              </a:defRPr>
            </a:lvl7pPr>
            <a:lvl8pPr>
              <a:defRPr sz="1125" b="0">
                <a:solidFill>
                  <a:srgbClr val="8EABB7"/>
                </a:solidFill>
                <a:latin typeface="Noto Sans KR"/>
                <a:ea typeface="Noto Sans KR"/>
                <a:cs typeface="Noto Sans KR"/>
              </a:defRPr>
            </a:lvl8pPr>
            <a:lvl9pPr>
              <a:defRPr sz="1125" b="0">
                <a:solidFill>
                  <a:srgbClr val="8EABB7"/>
                </a:solidFill>
                <a:latin typeface="Noto Sans KR"/>
                <a:ea typeface="Noto Sans KR"/>
                <a:cs typeface="Noto Sans KR"/>
              </a:defRPr>
            </a:lvl9pPr>
          </a:lstStyle>
          <a:p xmlns:a="http://schemas.openxmlformats.org/drawingml/2006/main">
            <a:pPr>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36</a:t>
            </a:r>
          </a:p>
        </p:txBody>
      </p:sp>
    </p:spTree>
    <p:extLst>
      <p:ext uri="{BB962C8B-B14F-4D97-AF65-F5344CB8AC3E}">
        <p14:creationId xmlns:p14="http://schemas.microsoft.com/office/powerpoint/2010/main" val="933183301"/>
      </p:ext>
    </p:extLst>
  </p:cSld>
</p:sld>
</file>

<file path=ppt/slides/slide37.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0" name="section">
            <a:extLst xmlns:a="http://schemas.openxmlformats.org/drawingml/2006/main">
              <a:ext uri="{FF2B5EF4-FFF2-40B4-BE49-F238E27FC236}">
                <a16:creationId xmlns:a16="http://schemas.microsoft.com/office/drawing/2014/main" id="{6C1FF61B-5A09-4D0A-9916-ADD2F9CC659B}"/>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defRPr sz="1125" b="1">
                <a:solidFill>
                  <a:srgbClr val="A4DDCA"/>
                </a:solidFill>
                <a:latin typeface="Noto Sans KR"/>
                <a:ea typeface="Noto Sans KR"/>
                <a:cs typeface="Noto Sans KR"/>
              </a:defRPr>
            </a:lvl1pPr>
            <a:lvl2pPr>
              <a:defRPr sz="1125" b="1">
                <a:solidFill>
                  <a:srgbClr val="A4DDCA"/>
                </a:solidFill>
                <a:latin typeface="Noto Sans KR"/>
                <a:ea typeface="Noto Sans KR"/>
                <a:cs typeface="Noto Sans KR"/>
              </a:defRPr>
            </a:lvl2pPr>
            <a:lvl3pPr>
              <a:defRPr sz="1125" b="1">
                <a:solidFill>
                  <a:srgbClr val="A4DDCA"/>
                </a:solidFill>
                <a:latin typeface="Noto Sans KR"/>
                <a:ea typeface="Noto Sans KR"/>
                <a:cs typeface="Noto Sans KR"/>
              </a:defRPr>
            </a:lvl3pPr>
            <a:lvl4pPr>
              <a:defRPr sz="1125" b="1">
                <a:solidFill>
                  <a:srgbClr val="A4DDCA"/>
                </a:solidFill>
                <a:latin typeface="Noto Sans KR"/>
                <a:ea typeface="Noto Sans KR"/>
                <a:cs typeface="Noto Sans KR"/>
              </a:defRPr>
            </a:lvl4pPr>
            <a:lvl5pPr>
              <a:defRPr sz="1125" b="1">
                <a:solidFill>
                  <a:srgbClr val="A4DDCA"/>
                </a:solidFill>
                <a:latin typeface="Noto Sans KR"/>
                <a:ea typeface="Noto Sans KR"/>
                <a:cs typeface="Noto Sans KR"/>
              </a:defRPr>
            </a:lvl5pPr>
            <a:lvl6pPr>
              <a:defRPr sz="1125" b="1">
                <a:solidFill>
                  <a:srgbClr val="A4DDCA"/>
                </a:solidFill>
                <a:latin typeface="Noto Sans KR"/>
                <a:ea typeface="Noto Sans KR"/>
                <a:cs typeface="Noto Sans KR"/>
              </a:defRPr>
            </a:lvl6pPr>
            <a:lvl7pPr>
              <a:defRPr sz="1125" b="1">
                <a:solidFill>
                  <a:srgbClr val="A4DDCA"/>
                </a:solidFill>
                <a:latin typeface="Noto Sans KR"/>
                <a:ea typeface="Noto Sans KR"/>
                <a:cs typeface="Noto Sans KR"/>
              </a:defRPr>
            </a:lvl7pPr>
            <a:lvl8pPr>
              <a:defRPr sz="1125" b="1">
                <a:solidFill>
                  <a:srgbClr val="A4DDCA"/>
                </a:solidFill>
                <a:latin typeface="Noto Sans KR"/>
                <a:ea typeface="Noto Sans KR"/>
                <a:cs typeface="Noto Sans KR"/>
              </a:defRPr>
            </a:lvl8pPr>
            <a:lvl9pPr>
              <a:defRPr sz="1125" b="1">
                <a:solidFill>
                  <a:srgbClr val="A4DDCA"/>
                </a:solidFill>
                <a:latin typeface="Noto Sans KR"/>
                <a:ea typeface="Noto Sans KR"/>
                <a:cs typeface="Noto Sans KR"/>
              </a:defRPr>
            </a:lvl9pPr>
          </a:lstStyle>
          <a:p xmlns:a="http://schemas.openxmlformats.org/drawingml/2006/main">
            <a:pPr>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C66961E0-7461-4E3F-A7C7-C1C74F510285}"/>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defRPr sz="3000" b="1">
                <a:solidFill>
                  <a:srgbClr val="E4EFEC"/>
                </a:solidFill>
                <a:latin typeface="Noto Sans KR"/>
                <a:ea typeface="Noto Sans KR"/>
                <a:cs typeface="Noto Sans KR"/>
              </a:defRPr>
            </a:lvl1pPr>
            <a:lvl2pPr>
              <a:defRPr sz="3000" b="1">
                <a:solidFill>
                  <a:srgbClr val="E4EFEC"/>
                </a:solidFill>
                <a:latin typeface="Noto Sans KR"/>
                <a:ea typeface="Noto Sans KR"/>
                <a:cs typeface="Noto Sans KR"/>
              </a:defRPr>
            </a:lvl2pPr>
            <a:lvl3pPr>
              <a:defRPr sz="3000" b="1">
                <a:solidFill>
                  <a:srgbClr val="E4EFEC"/>
                </a:solidFill>
                <a:latin typeface="Noto Sans KR"/>
                <a:ea typeface="Noto Sans KR"/>
                <a:cs typeface="Noto Sans KR"/>
              </a:defRPr>
            </a:lvl3pPr>
            <a:lvl4pPr>
              <a:defRPr sz="3000" b="1">
                <a:solidFill>
                  <a:srgbClr val="E4EFEC"/>
                </a:solidFill>
                <a:latin typeface="Noto Sans KR"/>
                <a:ea typeface="Noto Sans KR"/>
                <a:cs typeface="Noto Sans KR"/>
              </a:defRPr>
            </a:lvl4pPr>
            <a:lvl5pPr>
              <a:defRPr sz="3000" b="1">
                <a:solidFill>
                  <a:srgbClr val="E4EFEC"/>
                </a:solidFill>
                <a:latin typeface="Noto Sans KR"/>
                <a:ea typeface="Noto Sans KR"/>
                <a:cs typeface="Noto Sans KR"/>
              </a:defRPr>
            </a:lvl5pPr>
            <a:lvl6pPr>
              <a:defRPr sz="3000" b="1">
                <a:solidFill>
                  <a:srgbClr val="E4EFEC"/>
                </a:solidFill>
                <a:latin typeface="Noto Sans KR"/>
                <a:ea typeface="Noto Sans KR"/>
                <a:cs typeface="Noto Sans KR"/>
              </a:defRPr>
            </a:lvl6pPr>
            <a:lvl7pPr>
              <a:defRPr sz="3000" b="1">
                <a:solidFill>
                  <a:srgbClr val="E4EFEC"/>
                </a:solidFill>
                <a:latin typeface="Noto Sans KR"/>
                <a:ea typeface="Noto Sans KR"/>
                <a:cs typeface="Noto Sans KR"/>
              </a:defRPr>
            </a:lvl7pPr>
            <a:lvl8pPr>
              <a:defRPr sz="3000" b="1">
                <a:solidFill>
                  <a:srgbClr val="E4EFEC"/>
                </a:solidFill>
                <a:latin typeface="Noto Sans KR"/>
                <a:ea typeface="Noto Sans KR"/>
                <a:cs typeface="Noto Sans KR"/>
              </a:defRPr>
            </a:lvl8pPr>
            <a:lvl9pPr>
              <a:defRPr sz="3000" b="1">
                <a:solidFill>
                  <a:srgbClr val="E4EFEC"/>
                </a:solidFill>
                <a:latin typeface="Noto Sans KR"/>
                <a:ea typeface="Noto Sans KR"/>
                <a:cs typeface="Noto Sans KR"/>
              </a:defRPr>
            </a:lvl9pPr>
          </a:lstStyle>
          <a:p xmlns:a="http://schemas.openxmlformats.org/drawingml/2006/main">
            <a:pPr>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GFM-RAG를 질문에 대입하면</a:t>
            </a:r>
          </a:p>
        </p:txBody>
      </p:sp>
      <p:sp>
        <p:nvSpPr>
          <p:cNvPr id="3" name="label-0">
            <a:extLst xmlns:a="http://schemas.openxmlformats.org/drawingml/2006/main">
              <a:ext uri="{FF2B5EF4-FFF2-40B4-BE49-F238E27FC236}">
                <a16:creationId xmlns:a16="http://schemas.microsoft.com/office/drawing/2014/main" id="{F89338E7-B645-423A-9EC0-FC2811163795}"/>
              </a:ext>
            </a:extLst>
          </p:cNvPr>
          <p:cNvSpPr>
            <a:spLocks xmlns:a="http://schemas.openxmlformats.org/drawingml/2006/main" noGrp="1"/>
          </p:cNvSpPr>
          <p:nvPr/>
        </p:nvSpPr>
        <p:spPr>
          <a:xfrm xmlns:a="http://schemas.openxmlformats.org/drawingml/2006/main">
            <a:off x="609600" y="186690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defRPr sz="1950" b="1">
                <a:solidFill>
                  <a:srgbClr val="A4DDCA"/>
                </a:solidFill>
                <a:latin typeface="Noto Sans KR"/>
                <a:ea typeface="Noto Sans KR"/>
                <a:cs typeface="Noto Sans KR"/>
              </a:defRPr>
            </a:lvl1pPr>
            <a:lvl2pPr>
              <a:defRPr sz="1950" b="1">
                <a:solidFill>
                  <a:srgbClr val="A4DDCA"/>
                </a:solidFill>
                <a:latin typeface="Noto Sans KR"/>
                <a:ea typeface="Noto Sans KR"/>
                <a:cs typeface="Noto Sans KR"/>
              </a:defRPr>
            </a:lvl2pPr>
            <a:lvl3pPr>
              <a:defRPr sz="1950" b="1">
                <a:solidFill>
                  <a:srgbClr val="A4DDCA"/>
                </a:solidFill>
                <a:latin typeface="Noto Sans KR"/>
                <a:ea typeface="Noto Sans KR"/>
                <a:cs typeface="Noto Sans KR"/>
              </a:defRPr>
            </a:lvl3pPr>
            <a:lvl4pPr>
              <a:defRPr sz="1950" b="1">
                <a:solidFill>
                  <a:srgbClr val="A4DDCA"/>
                </a:solidFill>
                <a:latin typeface="Noto Sans KR"/>
                <a:ea typeface="Noto Sans KR"/>
                <a:cs typeface="Noto Sans KR"/>
              </a:defRPr>
            </a:lvl4pPr>
            <a:lvl5pPr>
              <a:defRPr sz="1950" b="1">
                <a:solidFill>
                  <a:srgbClr val="A4DDCA"/>
                </a:solidFill>
                <a:latin typeface="Noto Sans KR"/>
                <a:ea typeface="Noto Sans KR"/>
                <a:cs typeface="Noto Sans KR"/>
              </a:defRPr>
            </a:lvl5pPr>
            <a:lvl6pPr>
              <a:defRPr sz="1950" b="1">
                <a:solidFill>
                  <a:srgbClr val="A4DDCA"/>
                </a:solidFill>
                <a:latin typeface="Noto Sans KR"/>
                <a:ea typeface="Noto Sans KR"/>
                <a:cs typeface="Noto Sans KR"/>
              </a:defRPr>
            </a:lvl6pPr>
            <a:lvl7pPr>
              <a:defRPr sz="1950" b="1">
                <a:solidFill>
                  <a:srgbClr val="A4DDCA"/>
                </a:solidFill>
                <a:latin typeface="Noto Sans KR"/>
                <a:ea typeface="Noto Sans KR"/>
                <a:cs typeface="Noto Sans KR"/>
              </a:defRPr>
            </a:lvl7pPr>
            <a:lvl8pPr>
              <a:defRPr sz="1950" b="1">
                <a:solidFill>
                  <a:srgbClr val="A4DDCA"/>
                </a:solidFill>
                <a:latin typeface="Noto Sans KR"/>
                <a:ea typeface="Noto Sans KR"/>
                <a:cs typeface="Noto Sans KR"/>
              </a:defRPr>
            </a:lvl8pPr>
            <a:lvl9pPr>
              <a:defRPr sz="1950" b="1">
                <a:solidFill>
                  <a:srgbClr val="A4DDCA"/>
                </a:solidFill>
                <a:latin typeface="Noto Sans KR"/>
                <a:ea typeface="Noto Sans KR"/>
                <a:cs typeface="Noto Sans KR"/>
              </a:defRPr>
            </a:lvl9pPr>
          </a:lstStyle>
          <a:p xmlns:a="http://schemas.openxmlformats.org/drawingml/2006/main">
            <a:pPr>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예시 질문</a:t>
            </a:r>
          </a:p>
        </p:txBody>
      </p:sp>
      <p:sp>
        <p:nvSpPr>
          <p:cNvPr id="4" name="body-0">
            <a:extLst xmlns:a="http://schemas.openxmlformats.org/drawingml/2006/main">
              <a:ext uri="{FF2B5EF4-FFF2-40B4-BE49-F238E27FC236}">
                <a16:creationId xmlns:a16="http://schemas.microsoft.com/office/drawing/2014/main" id="{447D5C96-D0B3-4C00-B7B8-EE090692A88D}"/>
              </a:ext>
            </a:extLst>
          </p:cNvPr>
          <p:cNvSpPr>
            <a:spLocks xmlns:a="http://schemas.openxmlformats.org/drawingml/2006/main" noGrp="1"/>
          </p:cNvSpPr>
          <p:nvPr/>
        </p:nvSpPr>
        <p:spPr>
          <a:xfrm xmlns:a="http://schemas.openxmlformats.org/drawingml/2006/main">
            <a:off x="3190875" y="186690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defRPr sz="2025" b="0">
                <a:solidFill>
                  <a:srgbClr val="E4EFEC"/>
                </a:solidFill>
                <a:latin typeface="Noto Sans KR"/>
                <a:ea typeface="Noto Sans KR"/>
                <a:cs typeface="Noto Sans KR"/>
              </a:defRPr>
            </a:lvl1pPr>
            <a:lvl2pPr>
              <a:defRPr sz="2025" b="0">
                <a:solidFill>
                  <a:srgbClr val="E4EFEC"/>
                </a:solidFill>
                <a:latin typeface="Noto Sans KR"/>
                <a:ea typeface="Noto Sans KR"/>
                <a:cs typeface="Noto Sans KR"/>
              </a:defRPr>
            </a:lvl2pPr>
            <a:lvl3pPr>
              <a:defRPr sz="2025" b="0">
                <a:solidFill>
                  <a:srgbClr val="E4EFEC"/>
                </a:solidFill>
                <a:latin typeface="Noto Sans KR"/>
                <a:ea typeface="Noto Sans KR"/>
                <a:cs typeface="Noto Sans KR"/>
              </a:defRPr>
            </a:lvl3pPr>
            <a:lvl4pPr>
              <a:defRPr sz="2025" b="0">
                <a:solidFill>
                  <a:srgbClr val="E4EFEC"/>
                </a:solidFill>
                <a:latin typeface="Noto Sans KR"/>
                <a:ea typeface="Noto Sans KR"/>
                <a:cs typeface="Noto Sans KR"/>
              </a:defRPr>
            </a:lvl4pPr>
            <a:lvl5pPr>
              <a:defRPr sz="2025" b="0">
                <a:solidFill>
                  <a:srgbClr val="E4EFEC"/>
                </a:solidFill>
                <a:latin typeface="Noto Sans KR"/>
                <a:ea typeface="Noto Sans KR"/>
                <a:cs typeface="Noto Sans KR"/>
              </a:defRPr>
            </a:lvl5pPr>
            <a:lvl6pPr>
              <a:defRPr sz="2025" b="0">
                <a:solidFill>
                  <a:srgbClr val="E4EFEC"/>
                </a:solidFill>
                <a:latin typeface="Noto Sans KR"/>
                <a:ea typeface="Noto Sans KR"/>
                <a:cs typeface="Noto Sans KR"/>
              </a:defRPr>
            </a:lvl6pPr>
            <a:lvl7pPr>
              <a:defRPr sz="2025" b="0">
                <a:solidFill>
                  <a:srgbClr val="E4EFEC"/>
                </a:solidFill>
                <a:latin typeface="Noto Sans KR"/>
                <a:ea typeface="Noto Sans KR"/>
                <a:cs typeface="Noto Sans KR"/>
              </a:defRPr>
            </a:lvl7pPr>
            <a:lvl8pPr>
              <a:defRPr sz="2025" b="0">
                <a:solidFill>
                  <a:srgbClr val="E4EFEC"/>
                </a:solidFill>
                <a:latin typeface="Noto Sans KR"/>
                <a:ea typeface="Noto Sans KR"/>
                <a:cs typeface="Noto Sans KR"/>
              </a:defRPr>
            </a:lvl8pPr>
            <a:lvl9pPr>
              <a:defRPr sz="2025" b="0">
                <a:solidFill>
                  <a:srgbClr val="E4EFEC"/>
                </a:solidFill>
                <a:latin typeface="Noto Sans KR"/>
                <a:ea typeface="Noto Sans KR"/>
                <a:cs typeface="Noto Sans KR"/>
              </a:defRPr>
            </a:lvl9pPr>
          </a:lstStyle>
          <a:p xmlns:a="http://schemas.openxmlformats.org/drawingml/2006/main">
            <a:pPr>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여러 문서에 흩어진 답의 근거를 찾아 주세요.</a:t>
            </a:r>
          </a:p>
        </p:txBody>
      </p:sp>
      <p:sp>
        <p:nvSpPr>
          <p:cNvPr id="5" name="label-1">
            <a:extLst xmlns:a="http://schemas.openxmlformats.org/drawingml/2006/main">
              <a:ext uri="{FF2B5EF4-FFF2-40B4-BE49-F238E27FC236}">
                <a16:creationId xmlns:a16="http://schemas.microsoft.com/office/drawing/2014/main" id="{53A34591-9DC7-4E19-9680-C34E6D4C5F6A}"/>
              </a:ext>
            </a:extLst>
          </p:cNvPr>
          <p:cNvSpPr>
            <a:spLocks xmlns:a="http://schemas.openxmlformats.org/drawingml/2006/main" noGrp="1"/>
          </p:cNvSpPr>
          <p:nvPr/>
        </p:nvSpPr>
        <p:spPr>
          <a:xfrm xmlns:a="http://schemas.openxmlformats.org/drawingml/2006/main">
            <a:off x="609600" y="31337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defRPr sz="1950" b="1">
                <a:solidFill>
                  <a:srgbClr val="A4DDCA"/>
                </a:solidFill>
                <a:latin typeface="Noto Sans KR"/>
                <a:ea typeface="Noto Sans KR"/>
                <a:cs typeface="Noto Sans KR"/>
              </a:defRPr>
            </a:lvl1pPr>
            <a:lvl2pPr>
              <a:defRPr sz="1950" b="1">
                <a:solidFill>
                  <a:srgbClr val="A4DDCA"/>
                </a:solidFill>
                <a:latin typeface="Noto Sans KR"/>
                <a:ea typeface="Noto Sans KR"/>
                <a:cs typeface="Noto Sans KR"/>
              </a:defRPr>
            </a:lvl2pPr>
            <a:lvl3pPr>
              <a:defRPr sz="1950" b="1">
                <a:solidFill>
                  <a:srgbClr val="A4DDCA"/>
                </a:solidFill>
                <a:latin typeface="Noto Sans KR"/>
                <a:ea typeface="Noto Sans KR"/>
                <a:cs typeface="Noto Sans KR"/>
              </a:defRPr>
            </a:lvl3pPr>
            <a:lvl4pPr>
              <a:defRPr sz="1950" b="1">
                <a:solidFill>
                  <a:srgbClr val="A4DDCA"/>
                </a:solidFill>
                <a:latin typeface="Noto Sans KR"/>
                <a:ea typeface="Noto Sans KR"/>
                <a:cs typeface="Noto Sans KR"/>
              </a:defRPr>
            </a:lvl4pPr>
            <a:lvl5pPr>
              <a:defRPr sz="1950" b="1">
                <a:solidFill>
                  <a:srgbClr val="A4DDCA"/>
                </a:solidFill>
                <a:latin typeface="Noto Sans KR"/>
                <a:ea typeface="Noto Sans KR"/>
                <a:cs typeface="Noto Sans KR"/>
              </a:defRPr>
            </a:lvl5pPr>
            <a:lvl6pPr>
              <a:defRPr sz="1950" b="1">
                <a:solidFill>
                  <a:srgbClr val="A4DDCA"/>
                </a:solidFill>
                <a:latin typeface="Noto Sans KR"/>
                <a:ea typeface="Noto Sans KR"/>
                <a:cs typeface="Noto Sans KR"/>
              </a:defRPr>
            </a:lvl6pPr>
            <a:lvl7pPr>
              <a:defRPr sz="1950" b="1">
                <a:solidFill>
                  <a:srgbClr val="A4DDCA"/>
                </a:solidFill>
                <a:latin typeface="Noto Sans KR"/>
                <a:ea typeface="Noto Sans KR"/>
                <a:cs typeface="Noto Sans KR"/>
              </a:defRPr>
            </a:lvl7pPr>
            <a:lvl8pPr>
              <a:defRPr sz="1950" b="1">
                <a:solidFill>
                  <a:srgbClr val="A4DDCA"/>
                </a:solidFill>
                <a:latin typeface="Noto Sans KR"/>
                <a:ea typeface="Noto Sans KR"/>
                <a:cs typeface="Noto Sans KR"/>
              </a:defRPr>
            </a:lvl8pPr>
            <a:lvl9pPr>
              <a:defRPr sz="1950" b="1">
                <a:solidFill>
                  <a:srgbClr val="A4DDCA"/>
                </a:solidFill>
                <a:latin typeface="Noto Sans KR"/>
                <a:ea typeface="Noto Sans KR"/>
                <a:cs typeface="Noto Sans KR"/>
              </a:defRPr>
            </a:lvl9pPr>
          </a:lstStyle>
          <a:p xmlns:a="http://schemas.openxmlformats.org/drawingml/2006/main">
            <a:pPr>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모을 근거</a:t>
            </a:r>
          </a:p>
        </p:txBody>
      </p:sp>
      <p:sp>
        <p:nvSpPr>
          <p:cNvPr id="6" name="body-1">
            <a:extLst xmlns:a="http://schemas.openxmlformats.org/drawingml/2006/main">
              <a:ext uri="{FF2B5EF4-FFF2-40B4-BE49-F238E27FC236}">
                <a16:creationId xmlns:a16="http://schemas.microsoft.com/office/drawing/2014/main" id="{3CCBF9AD-3838-4E33-B8CB-53446419DD88}"/>
              </a:ext>
            </a:extLst>
          </p:cNvPr>
          <p:cNvSpPr>
            <a:spLocks xmlns:a="http://schemas.openxmlformats.org/drawingml/2006/main" noGrp="1"/>
          </p:cNvSpPr>
          <p:nvPr/>
        </p:nvSpPr>
        <p:spPr>
          <a:xfrm xmlns:a="http://schemas.openxmlformats.org/drawingml/2006/main">
            <a:off x="3190875" y="31337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defRPr sz="2025" b="0">
                <a:solidFill>
                  <a:srgbClr val="E4EFEC"/>
                </a:solidFill>
                <a:latin typeface="Noto Sans KR"/>
                <a:ea typeface="Noto Sans KR"/>
                <a:cs typeface="Noto Sans KR"/>
              </a:defRPr>
            </a:lvl1pPr>
            <a:lvl2pPr>
              <a:defRPr sz="2025" b="0">
                <a:solidFill>
                  <a:srgbClr val="E4EFEC"/>
                </a:solidFill>
                <a:latin typeface="Noto Sans KR"/>
                <a:ea typeface="Noto Sans KR"/>
                <a:cs typeface="Noto Sans KR"/>
              </a:defRPr>
            </a:lvl2pPr>
            <a:lvl3pPr>
              <a:defRPr sz="2025" b="0">
                <a:solidFill>
                  <a:srgbClr val="E4EFEC"/>
                </a:solidFill>
                <a:latin typeface="Noto Sans KR"/>
                <a:ea typeface="Noto Sans KR"/>
                <a:cs typeface="Noto Sans KR"/>
              </a:defRPr>
            </a:lvl3pPr>
            <a:lvl4pPr>
              <a:defRPr sz="2025" b="0">
                <a:solidFill>
                  <a:srgbClr val="E4EFEC"/>
                </a:solidFill>
                <a:latin typeface="Noto Sans KR"/>
                <a:ea typeface="Noto Sans KR"/>
                <a:cs typeface="Noto Sans KR"/>
              </a:defRPr>
            </a:lvl4pPr>
            <a:lvl5pPr>
              <a:defRPr sz="2025" b="0">
                <a:solidFill>
                  <a:srgbClr val="E4EFEC"/>
                </a:solidFill>
                <a:latin typeface="Noto Sans KR"/>
                <a:ea typeface="Noto Sans KR"/>
                <a:cs typeface="Noto Sans KR"/>
              </a:defRPr>
            </a:lvl5pPr>
            <a:lvl6pPr>
              <a:defRPr sz="2025" b="0">
                <a:solidFill>
                  <a:srgbClr val="E4EFEC"/>
                </a:solidFill>
                <a:latin typeface="Noto Sans KR"/>
                <a:ea typeface="Noto Sans KR"/>
                <a:cs typeface="Noto Sans KR"/>
              </a:defRPr>
            </a:lvl6pPr>
            <a:lvl7pPr>
              <a:defRPr sz="2025" b="0">
                <a:solidFill>
                  <a:srgbClr val="E4EFEC"/>
                </a:solidFill>
                <a:latin typeface="Noto Sans KR"/>
                <a:ea typeface="Noto Sans KR"/>
                <a:cs typeface="Noto Sans KR"/>
              </a:defRPr>
            </a:lvl7pPr>
            <a:lvl8pPr>
              <a:defRPr sz="2025" b="0">
                <a:solidFill>
                  <a:srgbClr val="E4EFEC"/>
                </a:solidFill>
                <a:latin typeface="Noto Sans KR"/>
                <a:ea typeface="Noto Sans KR"/>
                <a:cs typeface="Noto Sans KR"/>
              </a:defRPr>
            </a:lvl8pPr>
            <a:lvl9pPr>
              <a:defRPr sz="2025" b="0">
                <a:solidFill>
                  <a:srgbClr val="E4EFEC"/>
                </a:solidFill>
                <a:latin typeface="Noto Sans KR"/>
                <a:ea typeface="Noto Sans KR"/>
                <a:cs typeface="Noto Sans KR"/>
              </a:defRPr>
            </a:lvl9pPr>
          </a:lstStyle>
          <a:p xmlns:a="http://schemas.openxmlformats.org/drawingml/2006/main">
            <a:pPr>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모델이 계산한 개체 관련도를 원문 검색에 연결합니다.</a:t>
            </a:r>
          </a:p>
        </p:txBody>
      </p:sp>
      <p:sp>
        <p:nvSpPr>
          <p:cNvPr id="7" name="label-2">
            <a:extLst xmlns:a="http://schemas.openxmlformats.org/drawingml/2006/main">
              <a:ext uri="{FF2B5EF4-FFF2-40B4-BE49-F238E27FC236}">
                <a16:creationId xmlns:a16="http://schemas.microsoft.com/office/drawing/2014/main" id="{D809BB1D-4092-4307-8BE8-5E52C14D9DB9}"/>
              </a:ext>
            </a:extLst>
          </p:cNvPr>
          <p:cNvSpPr>
            <a:spLocks xmlns:a="http://schemas.openxmlformats.org/drawingml/2006/main" noGrp="1"/>
          </p:cNvSpPr>
          <p:nvPr/>
        </p:nvSpPr>
        <p:spPr>
          <a:xfrm xmlns:a="http://schemas.openxmlformats.org/drawingml/2006/main">
            <a:off x="609600" y="44005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defRPr sz="1950" b="1">
                <a:solidFill>
                  <a:srgbClr val="A4DDCA"/>
                </a:solidFill>
                <a:latin typeface="Noto Sans KR"/>
                <a:ea typeface="Noto Sans KR"/>
                <a:cs typeface="Noto Sans KR"/>
              </a:defRPr>
            </a:lvl1pPr>
            <a:lvl2pPr>
              <a:defRPr sz="1950" b="1">
                <a:solidFill>
                  <a:srgbClr val="A4DDCA"/>
                </a:solidFill>
                <a:latin typeface="Noto Sans KR"/>
                <a:ea typeface="Noto Sans KR"/>
                <a:cs typeface="Noto Sans KR"/>
              </a:defRPr>
            </a:lvl2pPr>
            <a:lvl3pPr>
              <a:defRPr sz="1950" b="1">
                <a:solidFill>
                  <a:srgbClr val="A4DDCA"/>
                </a:solidFill>
                <a:latin typeface="Noto Sans KR"/>
                <a:ea typeface="Noto Sans KR"/>
                <a:cs typeface="Noto Sans KR"/>
              </a:defRPr>
            </a:lvl3pPr>
            <a:lvl4pPr>
              <a:defRPr sz="1950" b="1">
                <a:solidFill>
                  <a:srgbClr val="A4DDCA"/>
                </a:solidFill>
                <a:latin typeface="Noto Sans KR"/>
                <a:ea typeface="Noto Sans KR"/>
                <a:cs typeface="Noto Sans KR"/>
              </a:defRPr>
            </a:lvl4pPr>
            <a:lvl5pPr>
              <a:defRPr sz="1950" b="1">
                <a:solidFill>
                  <a:srgbClr val="A4DDCA"/>
                </a:solidFill>
                <a:latin typeface="Noto Sans KR"/>
                <a:ea typeface="Noto Sans KR"/>
                <a:cs typeface="Noto Sans KR"/>
              </a:defRPr>
            </a:lvl5pPr>
            <a:lvl6pPr>
              <a:defRPr sz="1950" b="1">
                <a:solidFill>
                  <a:srgbClr val="A4DDCA"/>
                </a:solidFill>
                <a:latin typeface="Noto Sans KR"/>
                <a:ea typeface="Noto Sans KR"/>
                <a:cs typeface="Noto Sans KR"/>
              </a:defRPr>
            </a:lvl6pPr>
            <a:lvl7pPr>
              <a:defRPr sz="1950" b="1">
                <a:solidFill>
                  <a:srgbClr val="A4DDCA"/>
                </a:solidFill>
                <a:latin typeface="Noto Sans KR"/>
                <a:ea typeface="Noto Sans KR"/>
                <a:cs typeface="Noto Sans KR"/>
              </a:defRPr>
            </a:lvl7pPr>
            <a:lvl8pPr>
              <a:defRPr sz="1950" b="1">
                <a:solidFill>
                  <a:srgbClr val="A4DDCA"/>
                </a:solidFill>
                <a:latin typeface="Noto Sans KR"/>
                <a:ea typeface="Noto Sans KR"/>
                <a:cs typeface="Noto Sans KR"/>
              </a:defRPr>
            </a:lvl8pPr>
            <a:lvl9pPr>
              <a:defRPr sz="1950" b="1">
                <a:solidFill>
                  <a:srgbClr val="A4DDCA"/>
                </a:solidFill>
                <a:latin typeface="Noto Sans KR"/>
                <a:ea typeface="Noto Sans KR"/>
                <a:cs typeface="Noto Sans KR"/>
              </a:defRPr>
            </a:lvl9pPr>
          </a:lstStyle>
          <a:p xmlns:a="http://schemas.openxmlformats.org/drawingml/2006/main">
            <a:pPr>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주의할 점</a:t>
            </a:r>
          </a:p>
        </p:txBody>
      </p:sp>
      <p:sp>
        <p:nvSpPr>
          <p:cNvPr id="8" name="body-2">
            <a:extLst xmlns:a="http://schemas.openxmlformats.org/drawingml/2006/main">
              <a:ext uri="{FF2B5EF4-FFF2-40B4-BE49-F238E27FC236}">
                <a16:creationId xmlns:a16="http://schemas.microsoft.com/office/drawing/2014/main" id="{F2D484F9-6646-474C-BE37-0AC2D1026830}"/>
              </a:ext>
            </a:extLst>
          </p:cNvPr>
          <p:cNvSpPr>
            <a:spLocks xmlns:a="http://schemas.openxmlformats.org/drawingml/2006/main" noGrp="1"/>
          </p:cNvSpPr>
          <p:nvPr/>
        </p:nvSpPr>
        <p:spPr>
          <a:xfrm xmlns:a="http://schemas.openxmlformats.org/drawingml/2006/main">
            <a:off x="3190875" y="44005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defRPr sz="2025" b="0">
                <a:solidFill>
                  <a:srgbClr val="E4EFEC"/>
                </a:solidFill>
                <a:latin typeface="Noto Sans KR"/>
                <a:ea typeface="Noto Sans KR"/>
                <a:cs typeface="Noto Sans KR"/>
              </a:defRPr>
            </a:lvl1pPr>
            <a:lvl2pPr>
              <a:defRPr sz="2025" b="0">
                <a:solidFill>
                  <a:srgbClr val="E4EFEC"/>
                </a:solidFill>
                <a:latin typeface="Noto Sans KR"/>
                <a:ea typeface="Noto Sans KR"/>
                <a:cs typeface="Noto Sans KR"/>
              </a:defRPr>
            </a:lvl2pPr>
            <a:lvl3pPr>
              <a:defRPr sz="2025" b="0">
                <a:solidFill>
                  <a:srgbClr val="E4EFEC"/>
                </a:solidFill>
                <a:latin typeface="Noto Sans KR"/>
                <a:ea typeface="Noto Sans KR"/>
                <a:cs typeface="Noto Sans KR"/>
              </a:defRPr>
            </a:lvl3pPr>
            <a:lvl4pPr>
              <a:defRPr sz="2025" b="0">
                <a:solidFill>
                  <a:srgbClr val="E4EFEC"/>
                </a:solidFill>
                <a:latin typeface="Noto Sans KR"/>
                <a:ea typeface="Noto Sans KR"/>
                <a:cs typeface="Noto Sans KR"/>
              </a:defRPr>
            </a:lvl4pPr>
            <a:lvl5pPr>
              <a:defRPr sz="2025" b="0">
                <a:solidFill>
                  <a:srgbClr val="E4EFEC"/>
                </a:solidFill>
                <a:latin typeface="Noto Sans KR"/>
                <a:ea typeface="Noto Sans KR"/>
                <a:cs typeface="Noto Sans KR"/>
              </a:defRPr>
            </a:lvl5pPr>
            <a:lvl6pPr>
              <a:defRPr sz="2025" b="0">
                <a:solidFill>
                  <a:srgbClr val="E4EFEC"/>
                </a:solidFill>
                <a:latin typeface="Noto Sans KR"/>
                <a:ea typeface="Noto Sans KR"/>
                <a:cs typeface="Noto Sans KR"/>
              </a:defRPr>
            </a:lvl6pPr>
            <a:lvl7pPr>
              <a:defRPr sz="2025" b="0">
                <a:solidFill>
                  <a:srgbClr val="E4EFEC"/>
                </a:solidFill>
                <a:latin typeface="Noto Sans KR"/>
                <a:ea typeface="Noto Sans KR"/>
                <a:cs typeface="Noto Sans KR"/>
              </a:defRPr>
            </a:lvl7pPr>
            <a:lvl8pPr>
              <a:defRPr sz="2025" b="0">
                <a:solidFill>
                  <a:srgbClr val="E4EFEC"/>
                </a:solidFill>
                <a:latin typeface="Noto Sans KR"/>
                <a:ea typeface="Noto Sans KR"/>
                <a:cs typeface="Noto Sans KR"/>
              </a:defRPr>
            </a:lvl8pPr>
            <a:lvl9pPr>
              <a:defRPr sz="2025" b="0">
                <a:solidFill>
                  <a:srgbClr val="E4EFEC"/>
                </a:solidFill>
                <a:latin typeface="Noto Sans KR"/>
                <a:ea typeface="Noto Sans KR"/>
                <a:cs typeface="Noto Sans KR"/>
              </a:defRPr>
            </a:lvl9pPr>
          </a:lstStyle>
          <a:p xmlns:a="http://schemas.openxmlformats.org/drawingml/2006/main">
            <a:pPr>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학습된 가중치와 그래프 준비가 필요하며 새 데이터에서 성능을 확인해야 합니다.</a:t>
            </a:r>
          </a:p>
        </p:txBody>
      </p:sp>
      <p:sp>
        <p:nvSpPr>
          <p:cNvPr id="9" name="page">
            <a:extLst xmlns:a="http://schemas.openxmlformats.org/drawingml/2006/main">
              <a:ext uri="{FF2B5EF4-FFF2-40B4-BE49-F238E27FC236}">
                <a16:creationId xmlns:a16="http://schemas.microsoft.com/office/drawing/2014/main" id="{673BCFE0-2AB4-4B77-B1D5-ACCB729CB946}"/>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defRPr sz="1125" b="0">
                <a:solidFill>
                  <a:srgbClr val="8EABB7"/>
                </a:solidFill>
                <a:latin typeface="Noto Sans KR"/>
                <a:ea typeface="Noto Sans KR"/>
                <a:cs typeface="Noto Sans KR"/>
              </a:defRPr>
            </a:lvl1pPr>
            <a:lvl2pPr>
              <a:defRPr sz="1125" b="0">
                <a:solidFill>
                  <a:srgbClr val="8EABB7"/>
                </a:solidFill>
                <a:latin typeface="Noto Sans KR"/>
                <a:ea typeface="Noto Sans KR"/>
                <a:cs typeface="Noto Sans KR"/>
              </a:defRPr>
            </a:lvl2pPr>
            <a:lvl3pPr>
              <a:defRPr sz="1125" b="0">
                <a:solidFill>
                  <a:srgbClr val="8EABB7"/>
                </a:solidFill>
                <a:latin typeface="Noto Sans KR"/>
                <a:ea typeface="Noto Sans KR"/>
                <a:cs typeface="Noto Sans KR"/>
              </a:defRPr>
            </a:lvl3pPr>
            <a:lvl4pPr>
              <a:defRPr sz="1125" b="0">
                <a:solidFill>
                  <a:srgbClr val="8EABB7"/>
                </a:solidFill>
                <a:latin typeface="Noto Sans KR"/>
                <a:ea typeface="Noto Sans KR"/>
                <a:cs typeface="Noto Sans KR"/>
              </a:defRPr>
            </a:lvl4pPr>
            <a:lvl5pPr>
              <a:defRPr sz="1125" b="0">
                <a:solidFill>
                  <a:srgbClr val="8EABB7"/>
                </a:solidFill>
                <a:latin typeface="Noto Sans KR"/>
                <a:ea typeface="Noto Sans KR"/>
                <a:cs typeface="Noto Sans KR"/>
              </a:defRPr>
            </a:lvl5pPr>
            <a:lvl6pPr>
              <a:defRPr sz="1125" b="0">
                <a:solidFill>
                  <a:srgbClr val="8EABB7"/>
                </a:solidFill>
                <a:latin typeface="Noto Sans KR"/>
                <a:ea typeface="Noto Sans KR"/>
                <a:cs typeface="Noto Sans KR"/>
              </a:defRPr>
            </a:lvl6pPr>
            <a:lvl7pPr>
              <a:defRPr sz="1125" b="0">
                <a:solidFill>
                  <a:srgbClr val="8EABB7"/>
                </a:solidFill>
                <a:latin typeface="Noto Sans KR"/>
                <a:ea typeface="Noto Sans KR"/>
                <a:cs typeface="Noto Sans KR"/>
              </a:defRPr>
            </a:lvl7pPr>
            <a:lvl8pPr>
              <a:defRPr sz="1125" b="0">
                <a:solidFill>
                  <a:srgbClr val="8EABB7"/>
                </a:solidFill>
                <a:latin typeface="Noto Sans KR"/>
                <a:ea typeface="Noto Sans KR"/>
                <a:cs typeface="Noto Sans KR"/>
              </a:defRPr>
            </a:lvl8pPr>
            <a:lvl9pPr>
              <a:defRPr sz="1125" b="0">
                <a:solidFill>
                  <a:srgbClr val="8EABB7"/>
                </a:solidFill>
                <a:latin typeface="Noto Sans KR"/>
                <a:ea typeface="Noto Sans KR"/>
                <a:cs typeface="Noto Sans KR"/>
              </a:defRPr>
            </a:lvl9pPr>
          </a:lstStyle>
          <a:p xmlns:a="http://schemas.openxmlformats.org/drawingml/2006/main">
            <a:pPr>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37</a:t>
            </a:r>
          </a:p>
        </p:txBody>
      </p:sp>
    </p:spTree>
    <p:extLst>
      <p:ext uri="{BB962C8B-B14F-4D97-AF65-F5344CB8AC3E}">
        <p14:creationId xmlns:p14="http://schemas.microsoft.com/office/powerpoint/2010/main" val="1248652513"/>
      </p:ext>
    </p:extLst>
  </p:cSld>
</p:sld>
</file>

<file path=ppt/slides/slide38.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0" name="section">
            <a:extLst xmlns:a="http://schemas.openxmlformats.org/drawingml/2006/main">
              <a:ext uri="{FF2B5EF4-FFF2-40B4-BE49-F238E27FC236}">
                <a16:creationId xmlns:a16="http://schemas.microsoft.com/office/drawing/2014/main" id="{F6D19226-EE98-472A-82BC-ED33E7430B1C}"/>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defRPr sz="1125" b="1">
                <a:solidFill>
                  <a:srgbClr val="A4DDCA"/>
                </a:solidFill>
                <a:latin typeface="Noto Sans KR"/>
                <a:ea typeface="Noto Sans KR"/>
                <a:cs typeface="Noto Sans KR"/>
              </a:defRPr>
            </a:lvl1pPr>
            <a:lvl2pPr>
              <a:defRPr sz="1125" b="1">
                <a:solidFill>
                  <a:srgbClr val="A4DDCA"/>
                </a:solidFill>
                <a:latin typeface="Noto Sans KR"/>
                <a:ea typeface="Noto Sans KR"/>
                <a:cs typeface="Noto Sans KR"/>
              </a:defRPr>
            </a:lvl2pPr>
            <a:lvl3pPr>
              <a:defRPr sz="1125" b="1">
                <a:solidFill>
                  <a:srgbClr val="A4DDCA"/>
                </a:solidFill>
                <a:latin typeface="Noto Sans KR"/>
                <a:ea typeface="Noto Sans KR"/>
                <a:cs typeface="Noto Sans KR"/>
              </a:defRPr>
            </a:lvl3pPr>
            <a:lvl4pPr>
              <a:defRPr sz="1125" b="1">
                <a:solidFill>
                  <a:srgbClr val="A4DDCA"/>
                </a:solidFill>
                <a:latin typeface="Noto Sans KR"/>
                <a:ea typeface="Noto Sans KR"/>
                <a:cs typeface="Noto Sans KR"/>
              </a:defRPr>
            </a:lvl4pPr>
            <a:lvl5pPr>
              <a:defRPr sz="1125" b="1">
                <a:solidFill>
                  <a:srgbClr val="A4DDCA"/>
                </a:solidFill>
                <a:latin typeface="Noto Sans KR"/>
                <a:ea typeface="Noto Sans KR"/>
                <a:cs typeface="Noto Sans KR"/>
              </a:defRPr>
            </a:lvl5pPr>
            <a:lvl6pPr>
              <a:defRPr sz="1125" b="1">
                <a:solidFill>
                  <a:srgbClr val="A4DDCA"/>
                </a:solidFill>
                <a:latin typeface="Noto Sans KR"/>
                <a:ea typeface="Noto Sans KR"/>
                <a:cs typeface="Noto Sans KR"/>
              </a:defRPr>
            </a:lvl6pPr>
            <a:lvl7pPr>
              <a:defRPr sz="1125" b="1">
                <a:solidFill>
                  <a:srgbClr val="A4DDCA"/>
                </a:solidFill>
                <a:latin typeface="Noto Sans KR"/>
                <a:ea typeface="Noto Sans KR"/>
                <a:cs typeface="Noto Sans KR"/>
              </a:defRPr>
            </a:lvl7pPr>
            <a:lvl8pPr>
              <a:defRPr sz="1125" b="1">
                <a:solidFill>
                  <a:srgbClr val="A4DDCA"/>
                </a:solidFill>
                <a:latin typeface="Noto Sans KR"/>
                <a:ea typeface="Noto Sans KR"/>
                <a:cs typeface="Noto Sans KR"/>
              </a:defRPr>
            </a:lvl8pPr>
            <a:lvl9pPr>
              <a:defRPr sz="1125" b="1">
                <a:solidFill>
                  <a:srgbClr val="A4DDCA"/>
                </a:solidFill>
                <a:latin typeface="Noto Sans KR"/>
                <a:ea typeface="Noto Sans KR"/>
                <a:cs typeface="Noto Sans KR"/>
              </a:defRPr>
            </a:lvl9pPr>
          </a:lstStyle>
          <a:p xmlns:a="http://schemas.openxmlformats.org/drawingml/2006/main">
            <a:pPr>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8982EC84-E946-47FB-A29E-0EC3620BEE2F}"/>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defRPr sz="3000" b="1">
                <a:solidFill>
                  <a:srgbClr val="E4EFEC"/>
                </a:solidFill>
                <a:latin typeface="Noto Sans KR"/>
                <a:ea typeface="Noto Sans KR"/>
                <a:cs typeface="Noto Sans KR"/>
              </a:defRPr>
            </a:lvl1pPr>
            <a:lvl2pPr>
              <a:defRPr sz="3000" b="1">
                <a:solidFill>
                  <a:srgbClr val="E4EFEC"/>
                </a:solidFill>
                <a:latin typeface="Noto Sans KR"/>
                <a:ea typeface="Noto Sans KR"/>
                <a:cs typeface="Noto Sans KR"/>
              </a:defRPr>
            </a:lvl2pPr>
            <a:lvl3pPr>
              <a:defRPr sz="3000" b="1">
                <a:solidFill>
                  <a:srgbClr val="E4EFEC"/>
                </a:solidFill>
                <a:latin typeface="Noto Sans KR"/>
                <a:ea typeface="Noto Sans KR"/>
                <a:cs typeface="Noto Sans KR"/>
              </a:defRPr>
            </a:lvl3pPr>
            <a:lvl4pPr>
              <a:defRPr sz="3000" b="1">
                <a:solidFill>
                  <a:srgbClr val="E4EFEC"/>
                </a:solidFill>
                <a:latin typeface="Noto Sans KR"/>
                <a:ea typeface="Noto Sans KR"/>
                <a:cs typeface="Noto Sans KR"/>
              </a:defRPr>
            </a:lvl4pPr>
            <a:lvl5pPr>
              <a:defRPr sz="3000" b="1">
                <a:solidFill>
                  <a:srgbClr val="E4EFEC"/>
                </a:solidFill>
                <a:latin typeface="Noto Sans KR"/>
                <a:ea typeface="Noto Sans KR"/>
                <a:cs typeface="Noto Sans KR"/>
              </a:defRPr>
            </a:lvl5pPr>
            <a:lvl6pPr>
              <a:defRPr sz="3000" b="1">
                <a:solidFill>
                  <a:srgbClr val="E4EFEC"/>
                </a:solidFill>
                <a:latin typeface="Noto Sans KR"/>
                <a:ea typeface="Noto Sans KR"/>
                <a:cs typeface="Noto Sans KR"/>
              </a:defRPr>
            </a:lvl6pPr>
            <a:lvl7pPr>
              <a:defRPr sz="3000" b="1">
                <a:solidFill>
                  <a:srgbClr val="E4EFEC"/>
                </a:solidFill>
                <a:latin typeface="Noto Sans KR"/>
                <a:ea typeface="Noto Sans KR"/>
                <a:cs typeface="Noto Sans KR"/>
              </a:defRPr>
            </a:lvl7pPr>
            <a:lvl8pPr>
              <a:defRPr sz="3000" b="1">
                <a:solidFill>
                  <a:srgbClr val="E4EFEC"/>
                </a:solidFill>
                <a:latin typeface="Noto Sans KR"/>
                <a:ea typeface="Noto Sans KR"/>
                <a:cs typeface="Noto Sans KR"/>
              </a:defRPr>
            </a:lvl8pPr>
            <a:lvl9pPr>
              <a:defRPr sz="3000" b="1">
                <a:solidFill>
                  <a:srgbClr val="E4EFEC"/>
                </a:solidFill>
                <a:latin typeface="Noto Sans KR"/>
                <a:ea typeface="Noto Sans KR"/>
                <a:cs typeface="Noto Sans KR"/>
              </a:defRPr>
            </a:lvl9pPr>
          </a:lstStyle>
          <a:p xmlns:a="http://schemas.openxmlformats.org/drawingml/2006/main">
            <a:pPr>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G-reasoner: 여러 지식 구조를 한 그래프로 연결</a:t>
            </a:r>
          </a:p>
        </p:txBody>
      </p:sp>
      <p:sp>
        <p:nvSpPr>
          <p:cNvPr id="3" name="label-0">
            <a:extLst xmlns:a="http://schemas.openxmlformats.org/drawingml/2006/main">
              <a:ext uri="{FF2B5EF4-FFF2-40B4-BE49-F238E27FC236}">
                <a16:creationId xmlns:a16="http://schemas.microsoft.com/office/drawing/2014/main" id="{79D5A2B5-9CB4-40B4-B2AA-DD402B312180}"/>
              </a:ext>
            </a:extLst>
          </p:cNvPr>
          <p:cNvSpPr>
            <a:spLocks xmlns:a="http://schemas.openxmlformats.org/drawingml/2006/main" noGrp="1"/>
          </p:cNvSpPr>
          <p:nvPr/>
        </p:nvSpPr>
        <p:spPr>
          <a:xfrm xmlns:a="http://schemas.openxmlformats.org/drawingml/2006/main">
            <a:off x="609600" y="186690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defRPr sz="1950" b="1">
                <a:solidFill>
                  <a:srgbClr val="A4DDCA"/>
                </a:solidFill>
                <a:latin typeface="Noto Sans KR"/>
                <a:ea typeface="Noto Sans KR"/>
                <a:cs typeface="Noto Sans KR"/>
              </a:defRPr>
            </a:lvl1pPr>
            <a:lvl2pPr>
              <a:defRPr sz="1950" b="1">
                <a:solidFill>
                  <a:srgbClr val="A4DDCA"/>
                </a:solidFill>
                <a:latin typeface="Noto Sans KR"/>
                <a:ea typeface="Noto Sans KR"/>
                <a:cs typeface="Noto Sans KR"/>
              </a:defRPr>
            </a:lvl2pPr>
            <a:lvl3pPr>
              <a:defRPr sz="1950" b="1">
                <a:solidFill>
                  <a:srgbClr val="A4DDCA"/>
                </a:solidFill>
                <a:latin typeface="Noto Sans KR"/>
                <a:ea typeface="Noto Sans KR"/>
                <a:cs typeface="Noto Sans KR"/>
              </a:defRPr>
            </a:lvl3pPr>
            <a:lvl4pPr>
              <a:defRPr sz="1950" b="1">
                <a:solidFill>
                  <a:srgbClr val="A4DDCA"/>
                </a:solidFill>
                <a:latin typeface="Noto Sans KR"/>
                <a:ea typeface="Noto Sans KR"/>
                <a:cs typeface="Noto Sans KR"/>
              </a:defRPr>
            </a:lvl4pPr>
            <a:lvl5pPr>
              <a:defRPr sz="1950" b="1">
                <a:solidFill>
                  <a:srgbClr val="A4DDCA"/>
                </a:solidFill>
                <a:latin typeface="Noto Sans KR"/>
                <a:ea typeface="Noto Sans KR"/>
                <a:cs typeface="Noto Sans KR"/>
              </a:defRPr>
            </a:lvl5pPr>
            <a:lvl6pPr>
              <a:defRPr sz="1950" b="1">
                <a:solidFill>
                  <a:srgbClr val="A4DDCA"/>
                </a:solidFill>
                <a:latin typeface="Noto Sans KR"/>
                <a:ea typeface="Noto Sans KR"/>
                <a:cs typeface="Noto Sans KR"/>
              </a:defRPr>
            </a:lvl6pPr>
            <a:lvl7pPr>
              <a:defRPr sz="1950" b="1">
                <a:solidFill>
                  <a:srgbClr val="A4DDCA"/>
                </a:solidFill>
                <a:latin typeface="Noto Sans KR"/>
                <a:ea typeface="Noto Sans KR"/>
                <a:cs typeface="Noto Sans KR"/>
              </a:defRPr>
            </a:lvl7pPr>
            <a:lvl8pPr>
              <a:defRPr sz="1950" b="1">
                <a:solidFill>
                  <a:srgbClr val="A4DDCA"/>
                </a:solidFill>
                <a:latin typeface="Noto Sans KR"/>
                <a:ea typeface="Noto Sans KR"/>
                <a:cs typeface="Noto Sans KR"/>
              </a:defRPr>
            </a:lvl8pPr>
            <a:lvl9pPr>
              <a:defRPr sz="1950" b="1">
                <a:solidFill>
                  <a:srgbClr val="A4DDCA"/>
                </a:solidFill>
                <a:latin typeface="Noto Sans KR"/>
                <a:ea typeface="Noto Sans KR"/>
                <a:cs typeface="Noto Sans KR"/>
              </a:defRPr>
            </a:lvl9pPr>
          </a:lstStyle>
          <a:p xmlns:a="http://schemas.openxmlformats.org/drawingml/2006/main">
            <a:pPr>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저장하는 것</a:t>
            </a:r>
          </a:p>
        </p:txBody>
      </p:sp>
      <p:sp>
        <p:nvSpPr>
          <p:cNvPr id="4" name="body-0">
            <a:extLst xmlns:a="http://schemas.openxmlformats.org/drawingml/2006/main">
              <a:ext uri="{FF2B5EF4-FFF2-40B4-BE49-F238E27FC236}">
                <a16:creationId xmlns:a16="http://schemas.microsoft.com/office/drawing/2014/main" id="{CCF51FF0-97BD-41F5-A676-FD3780903E8C}"/>
              </a:ext>
            </a:extLst>
          </p:cNvPr>
          <p:cNvSpPr>
            <a:spLocks xmlns:a="http://schemas.openxmlformats.org/drawingml/2006/main" noGrp="1"/>
          </p:cNvSpPr>
          <p:nvPr/>
        </p:nvSpPr>
        <p:spPr>
          <a:xfrm xmlns:a="http://schemas.openxmlformats.org/drawingml/2006/main">
            <a:off x="3190875" y="186690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defRPr sz="2025" b="0">
                <a:solidFill>
                  <a:srgbClr val="E4EFEC"/>
                </a:solidFill>
                <a:latin typeface="Noto Sans KR"/>
                <a:ea typeface="Noto Sans KR"/>
                <a:cs typeface="Noto Sans KR"/>
              </a:defRPr>
            </a:lvl1pPr>
            <a:lvl2pPr>
              <a:defRPr sz="2025" b="0">
                <a:solidFill>
                  <a:srgbClr val="E4EFEC"/>
                </a:solidFill>
                <a:latin typeface="Noto Sans KR"/>
                <a:ea typeface="Noto Sans KR"/>
                <a:cs typeface="Noto Sans KR"/>
              </a:defRPr>
            </a:lvl2pPr>
            <a:lvl3pPr>
              <a:defRPr sz="2025" b="0">
                <a:solidFill>
                  <a:srgbClr val="E4EFEC"/>
                </a:solidFill>
                <a:latin typeface="Noto Sans KR"/>
                <a:ea typeface="Noto Sans KR"/>
                <a:cs typeface="Noto Sans KR"/>
              </a:defRPr>
            </a:lvl3pPr>
            <a:lvl4pPr>
              <a:defRPr sz="2025" b="0">
                <a:solidFill>
                  <a:srgbClr val="E4EFEC"/>
                </a:solidFill>
                <a:latin typeface="Noto Sans KR"/>
                <a:ea typeface="Noto Sans KR"/>
                <a:cs typeface="Noto Sans KR"/>
              </a:defRPr>
            </a:lvl4pPr>
            <a:lvl5pPr>
              <a:defRPr sz="2025" b="0">
                <a:solidFill>
                  <a:srgbClr val="E4EFEC"/>
                </a:solidFill>
                <a:latin typeface="Noto Sans KR"/>
                <a:ea typeface="Noto Sans KR"/>
                <a:cs typeface="Noto Sans KR"/>
              </a:defRPr>
            </a:lvl5pPr>
            <a:lvl6pPr>
              <a:defRPr sz="2025" b="0">
                <a:solidFill>
                  <a:srgbClr val="E4EFEC"/>
                </a:solidFill>
                <a:latin typeface="Noto Sans KR"/>
                <a:ea typeface="Noto Sans KR"/>
                <a:cs typeface="Noto Sans KR"/>
              </a:defRPr>
            </a:lvl6pPr>
            <a:lvl7pPr>
              <a:defRPr sz="2025" b="0">
                <a:solidFill>
                  <a:srgbClr val="E4EFEC"/>
                </a:solidFill>
                <a:latin typeface="Noto Sans KR"/>
                <a:ea typeface="Noto Sans KR"/>
                <a:cs typeface="Noto Sans KR"/>
              </a:defRPr>
            </a:lvl7pPr>
            <a:lvl8pPr>
              <a:defRPr sz="2025" b="0">
                <a:solidFill>
                  <a:srgbClr val="E4EFEC"/>
                </a:solidFill>
                <a:latin typeface="Noto Sans KR"/>
                <a:ea typeface="Noto Sans KR"/>
                <a:cs typeface="Noto Sans KR"/>
              </a:defRPr>
            </a:lvl8pPr>
            <a:lvl9pPr>
              <a:defRPr sz="2025" b="0">
                <a:solidFill>
                  <a:srgbClr val="E4EFEC"/>
                </a:solidFill>
                <a:latin typeface="Noto Sans KR"/>
                <a:ea typeface="Noto Sans KR"/>
                <a:cs typeface="Noto Sans KR"/>
              </a:defRPr>
            </a:lvl9pPr>
          </a:lstStyle>
          <a:p xmlns:a="http://schemas.openxmlformats.org/drawingml/2006/main">
            <a:pPr>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속성, 개체 관계, 문서, 그룹 요약의 연결</a:t>
            </a:r>
          </a:p>
        </p:txBody>
      </p:sp>
      <p:sp>
        <p:nvSpPr>
          <p:cNvPr id="5" name="label-1">
            <a:extLst xmlns:a="http://schemas.openxmlformats.org/drawingml/2006/main">
              <a:ext uri="{FF2B5EF4-FFF2-40B4-BE49-F238E27FC236}">
                <a16:creationId xmlns:a16="http://schemas.microsoft.com/office/drawing/2014/main" id="{D835DB4B-207A-4D90-BADA-13F78B9AFCB8}"/>
              </a:ext>
            </a:extLst>
          </p:cNvPr>
          <p:cNvSpPr>
            <a:spLocks xmlns:a="http://schemas.openxmlformats.org/drawingml/2006/main" noGrp="1"/>
          </p:cNvSpPr>
          <p:nvPr/>
        </p:nvSpPr>
        <p:spPr>
          <a:xfrm xmlns:a="http://schemas.openxmlformats.org/drawingml/2006/main">
            <a:off x="609600" y="31337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defRPr sz="1950" b="1">
                <a:solidFill>
                  <a:srgbClr val="A4DDCA"/>
                </a:solidFill>
                <a:latin typeface="Noto Sans KR"/>
                <a:ea typeface="Noto Sans KR"/>
                <a:cs typeface="Noto Sans KR"/>
              </a:defRPr>
            </a:lvl1pPr>
            <a:lvl2pPr>
              <a:defRPr sz="1950" b="1">
                <a:solidFill>
                  <a:srgbClr val="A4DDCA"/>
                </a:solidFill>
                <a:latin typeface="Noto Sans KR"/>
                <a:ea typeface="Noto Sans KR"/>
                <a:cs typeface="Noto Sans KR"/>
              </a:defRPr>
            </a:lvl2pPr>
            <a:lvl3pPr>
              <a:defRPr sz="1950" b="1">
                <a:solidFill>
                  <a:srgbClr val="A4DDCA"/>
                </a:solidFill>
                <a:latin typeface="Noto Sans KR"/>
                <a:ea typeface="Noto Sans KR"/>
                <a:cs typeface="Noto Sans KR"/>
              </a:defRPr>
            </a:lvl3pPr>
            <a:lvl4pPr>
              <a:defRPr sz="1950" b="1">
                <a:solidFill>
                  <a:srgbClr val="A4DDCA"/>
                </a:solidFill>
                <a:latin typeface="Noto Sans KR"/>
                <a:ea typeface="Noto Sans KR"/>
                <a:cs typeface="Noto Sans KR"/>
              </a:defRPr>
            </a:lvl4pPr>
            <a:lvl5pPr>
              <a:defRPr sz="1950" b="1">
                <a:solidFill>
                  <a:srgbClr val="A4DDCA"/>
                </a:solidFill>
                <a:latin typeface="Noto Sans KR"/>
                <a:ea typeface="Noto Sans KR"/>
                <a:cs typeface="Noto Sans KR"/>
              </a:defRPr>
            </a:lvl5pPr>
            <a:lvl6pPr>
              <a:defRPr sz="1950" b="1">
                <a:solidFill>
                  <a:srgbClr val="A4DDCA"/>
                </a:solidFill>
                <a:latin typeface="Noto Sans KR"/>
                <a:ea typeface="Noto Sans KR"/>
                <a:cs typeface="Noto Sans KR"/>
              </a:defRPr>
            </a:lvl6pPr>
            <a:lvl7pPr>
              <a:defRPr sz="1950" b="1">
                <a:solidFill>
                  <a:srgbClr val="A4DDCA"/>
                </a:solidFill>
                <a:latin typeface="Noto Sans KR"/>
                <a:ea typeface="Noto Sans KR"/>
                <a:cs typeface="Noto Sans KR"/>
              </a:defRPr>
            </a:lvl7pPr>
            <a:lvl8pPr>
              <a:defRPr sz="1950" b="1">
                <a:solidFill>
                  <a:srgbClr val="A4DDCA"/>
                </a:solidFill>
                <a:latin typeface="Noto Sans KR"/>
                <a:ea typeface="Noto Sans KR"/>
                <a:cs typeface="Noto Sans KR"/>
              </a:defRPr>
            </a:lvl8pPr>
            <a:lvl9pPr>
              <a:defRPr sz="1950" b="1">
                <a:solidFill>
                  <a:srgbClr val="A4DDCA"/>
                </a:solidFill>
                <a:latin typeface="Noto Sans KR"/>
                <a:ea typeface="Noto Sans KR"/>
                <a:cs typeface="Noto Sans KR"/>
              </a:defRPr>
            </a:lvl9pPr>
          </a:lstStyle>
          <a:p xmlns:a="http://schemas.openxmlformats.org/drawingml/2006/main">
            <a:pPr>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미리 준비하는 일</a:t>
            </a:r>
          </a:p>
        </p:txBody>
      </p:sp>
      <p:sp>
        <p:nvSpPr>
          <p:cNvPr id="6" name="body-1">
            <a:extLst xmlns:a="http://schemas.openxmlformats.org/drawingml/2006/main">
              <a:ext uri="{FF2B5EF4-FFF2-40B4-BE49-F238E27FC236}">
                <a16:creationId xmlns:a16="http://schemas.microsoft.com/office/drawing/2014/main" id="{545C88EA-5162-4FAD-B404-BD79B153FF24}"/>
              </a:ext>
            </a:extLst>
          </p:cNvPr>
          <p:cNvSpPr>
            <a:spLocks xmlns:a="http://schemas.openxmlformats.org/drawingml/2006/main" noGrp="1"/>
          </p:cNvSpPr>
          <p:nvPr/>
        </p:nvSpPr>
        <p:spPr>
          <a:xfrm xmlns:a="http://schemas.openxmlformats.org/drawingml/2006/main">
            <a:off x="3190875" y="31337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defRPr sz="2025" b="0">
                <a:solidFill>
                  <a:srgbClr val="E4EFEC"/>
                </a:solidFill>
                <a:latin typeface="Noto Sans KR"/>
                <a:ea typeface="Noto Sans KR"/>
                <a:cs typeface="Noto Sans KR"/>
              </a:defRPr>
            </a:lvl1pPr>
            <a:lvl2pPr>
              <a:defRPr sz="2025" b="0">
                <a:solidFill>
                  <a:srgbClr val="E4EFEC"/>
                </a:solidFill>
                <a:latin typeface="Noto Sans KR"/>
                <a:ea typeface="Noto Sans KR"/>
                <a:cs typeface="Noto Sans KR"/>
              </a:defRPr>
            </a:lvl2pPr>
            <a:lvl3pPr>
              <a:defRPr sz="2025" b="0">
                <a:solidFill>
                  <a:srgbClr val="E4EFEC"/>
                </a:solidFill>
                <a:latin typeface="Noto Sans KR"/>
                <a:ea typeface="Noto Sans KR"/>
                <a:cs typeface="Noto Sans KR"/>
              </a:defRPr>
            </a:lvl3pPr>
            <a:lvl4pPr>
              <a:defRPr sz="2025" b="0">
                <a:solidFill>
                  <a:srgbClr val="E4EFEC"/>
                </a:solidFill>
                <a:latin typeface="Noto Sans KR"/>
                <a:ea typeface="Noto Sans KR"/>
                <a:cs typeface="Noto Sans KR"/>
              </a:defRPr>
            </a:lvl4pPr>
            <a:lvl5pPr>
              <a:defRPr sz="2025" b="0">
                <a:solidFill>
                  <a:srgbClr val="E4EFEC"/>
                </a:solidFill>
                <a:latin typeface="Noto Sans KR"/>
                <a:ea typeface="Noto Sans KR"/>
                <a:cs typeface="Noto Sans KR"/>
              </a:defRPr>
            </a:lvl5pPr>
            <a:lvl6pPr>
              <a:defRPr sz="2025" b="0">
                <a:solidFill>
                  <a:srgbClr val="E4EFEC"/>
                </a:solidFill>
                <a:latin typeface="Noto Sans KR"/>
                <a:ea typeface="Noto Sans KR"/>
                <a:cs typeface="Noto Sans KR"/>
              </a:defRPr>
            </a:lvl6pPr>
            <a:lvl7pPr>
              <a:defRPr sz="2025" b="0">
                <a:solidFill>
                  <a:srgbClr val="E4EFEC"/>
                </a:solidFill>
                <a:latin typeface="Noto Sans KR"/>
                <a:ea typeface="Noto Sans KR"/>
                <a:cs typeface="Noto Sans KR"/>
              </a:defRPr>
            </a:lvl7pPr>
            <a:lvl8pPr>
              <a:defRPr sz="2025" b="0">
                <a:solidFill>
                  <a:srgbClr val="E4EFEC"/>
                </a:solidFill>
                <a:latin typeface="Noto Sans KR"/>
                <a:ea typeface="Noto Sans KR"/>
                <a:cs typeface="Noto Sans KR"/>
              </a:defRPr>
            </a:lvl8pPr>
            <a:lvl9pPr>
              <a:defRPr sz="2025" b="0">
                <a:solidFill>
                  <a:srgbClr val="E4EFEC"/>
                </a:solidFill>
                <a:latin typeface="Noto Sans KR"/>
                <a:ea typeface="Noto Sans KR"/>
                <a:cs typeface="Noto Sans KR"/>
              </a:defRPr>
            </a:lvl9pPr>
          </a:lstStyle>
          <a:p xmlns:a="http://schemas.openxmlformats.org/drawingml/2006/main">
            <a:pPr>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네 종류의 정보를 연결한 QuadGraph를 준비합니다.</a:t>
            </a:r>
          </a:p>
        </p:txBody>
      </p:sp>
      <p:sp>
        <p:nvSpPr>
          <p:cNvPr id="7" name="label-2">
            <a:extLst xmlns:a="http://schemas.openxmlformats.org/drawingml/2006/main">
              <a:ext uri="{FF2B5EF4-FFF2-40B4-BE49-F238E27FC236}">
                <a16:creationId xmlns:a16="http://schemas.microsoft.com/office/drawing/2014/main" id="{C69D2F10-A526-4A2C-A5B8-4A4B110060A1}"/>
              </a:ext>
            </a:extLst>
          </p:cNvPr>
          <p:cNvSpPr>
            <a:spLocks xmlns:a="http://schemas.openxmlformats.org/drawingml/2006/main" noGrp="1"/>
          </p:cNvSpPr>
          <p:nvPr/>
        </p:nvSpPr>
        <p:spPr>
          <a:xfrm xmlns:a="http://schemas.openxmlformats.org/drawingml/2006/main">
            <a:off x="609600" y="44005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defRPr sz="1950" b="1">
                <a:solidFill>
                  <a:srgbClr val="A4DDCA"/>
                </a:solidFill>
                <a:latin typeface="Noto Sans KR"/>
                <a:ea typeface="Noto Sans KR"/>
                <a:cs typeface="Noto Sans KR"/>
              </a:defRPr>
            </a:lvl1pPr>
            <a:lvl2pPr>
              <a:defRPr sz="1950" b="1">
                <a:solidFill>
                  <a:srgbClr val="A4DDCA"/>
                </a:solidFill>
                <a:latin typeface="Noto Sans KR"/>
                <a:ea typeface="Noto Sans KR"/>
                <a:cs typeface="Noto Sans KR"/>
              </a:defRPr>
            </a:lvl2pPr>
            <a:lvl3pPr>
              <a:defRPr sz="1950" b="1">
                <a:solidFill>
                  <a:srgbClr val="A4DDCA"/>
                </a:solidFill>
                <a:latin typeface="Noto Sans KR"/>
                <a:ea typeface="Noto Sans KR"/>
                <a:cs typeface="Noto Sans KR"/>
              </a:defRPr>
            </a:lvl3pPr>
            <a:lvl4pPr>
              <a:defRPr sz="1950" b="1">
                <a:solidFill>
                  <a:srgbClr val="A4DDCA"/>
                </a:solidFill>
                <a:latin typeface="Noto Sans KR"/>
                <a:ea typeface="Noto Sans KR"/>
                <a:cs typeface="Noto Sans KR"/>
              </a:defRPr>
            </a:lvl4pPr>
            <a:lvl5pPr>
              <a:defRPr sz="1950" b="1">
                <a:solidFill>
                  <a:srgbClr val="A4DDCA"/>
                </a:solidFill>
                <a:latin typeface="Noto Sans KR"/>
                <a:ea typeface="Noto Sans KR"/>
                <a:cs typeface="Noto Sans KR"/>
              </a:defRPr>
            </a:lvl5pPr>
            <a:lvl6pPr>
              <a:defRPr sz="1950" b="1">
                <a:solidFill>
                  <a:srgbClr val="A4DDCA"/>
                </a:solidFill>
                <a:latin typeface="Noto Sans KR"/>
                <a:ea typeface="Noto Sans KR"/>
                <a:cs typeface="Noto Sans KR"/>
              </a:defRPr>
            </a:lvl6pPr>
            <a:lvl7pPr>
              <a:defRPr sz="1950" b="1">
                <a:solidFill>
                  <a:srgbClr val="A4DDCA"/>
                </a:solidFill>
                <a:latin typeface="Noto Sans KR"/>
                <a:ea typeface="Noto Sans KR"/>
                <a:cs typeface="Noto Sans KR"/>
              </a:defRPr>
            </a:lvl7pPr>
            <a:lvl8pPr>
              <a:defRPr sz="1950" b="1">
                <a:solidFill>
                  <a:srgbClr val="A4DDCA"/>
                </a:solidFill>
                <a:latin typeface="Noto Sans KR"/>
                <a:ea typeface="Noto Sans KR"/>
                <a:cs typeface="Noto Sans KR"/>
              </a:defRPr>
            </a:lvl8pPr>
            <a:lvl9pPr>
              <a:defRPr sz="1950" b="1">
                <a:solidFill>
                  <a:srgbClr val="A4DDCA"/>
                </a:solidFill>
                <a:latin typeface="Noto Sans KR"/>
                <a:ea typeface="Noto Sans KR"/>
                <a:cs typeface="Noto Sans KR"/>
              </a:defRPr>
            </a:lvl9pPr>
          </a:lstStyle>
          <a:p xmlns:a="http://schemas.openxmlformats.org/drawingml/2006/main">
            <a:pPr>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질문이 오면 하는 일</a:t>
            </a:r>
          </a:p>
        </p:txBody>
      </p:sp>
      <p:sp>
        <p:nvSpPr>
          <p:cNvPr id="8" name="body-2">
            <a:extLst xmlns:a="http://schemas.openxmlformats.org/drawingml/2006/main">
              <a:ext uri="{FF2B5EF4-FFF2-40B4-BE49-F238E27FC236}">
                <a16:creationId xmlns:a16="http://schemas.microsoft.com/office/drawing/2014/main" id="{68B0FAD9-1A63-4517-91C7-FA293483D9B3}"/>
              </a:ext>
            </a:extLst>
          </p:cNvPr>
          <p:cNvSpPr>
            <a:spLocks xmlns:a="http://schemas.openxmlformats.org/drawingml/2006/main" noGrp="1"/>
          </p:cNvSpPr>
          <p:nvPr/>
        </p:nvSpPr>
        <p:spPr>
          <a:xfrm xmlns:a="http://schemas.openxmlformats.org/drawingml/2006/main">
            <a:off x="3190875" y="44005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defRPr sz="2025" b="0">
                <a:solidFill>
                  <a:srgbClr val="E4EFEC"/>
                </a:solidFill>
                <a:latin typeface="Noto Sans KR"/>
                <a:ea typeface="Noto Sans KR"/>
                <a:cs typeface="Noto Sans KR"/>
              </a:defRPr>
            </a:lvl1pPr>
            <a:lvl2pPr>
              <a:defRPr sz="2025" b="0">
                <a:solidFill>
                  <a:srgbClr val="E4EFEC"/>
                </a:solidFill>
                <a:latin typeface="Noto Sans KR"/>
                <a:ea typeface="Noto Sans KR"/>
                <a:cs typeface="Noto Sans KR"/>
              </a:defRPr>
            </a:lvl2pPr>
            <a:lvl3pPr>
              <a:defRPr sz="2025" b="0">
                <a:solidFill>
                  <a:srgbClr val="E4EFEC"/>
                </a:solidFill>
                <a:latin typeface="Noto Sans KR"/>
                <a:ea typeface="Noto Sans KR"/>
                <a:cs typeface="Noto Sans KR"/>
              </a:defRPr>
            </a:lvl3pPr>
            <a:lvl4pPr>
              <a:defRPr sz="2025" b="0">
                <a:solidFill>
                  <a:srgbClr val="E4EFEC"/>
                </a:solidFill>
                <a:latin typeface="Noto Sans KR"/>
                <a:ea typeface="Noto Sans KR"/>
                <a:cs typeface="Noto Sans KR"/>
              </a:defRPr>
            </a:lvl4pPr>
            <a:lvl5pPr>
              <a:defRPr sz="2025" b="0">
                <a:solidFill>
                  <a:srgbClr val="E4EFEC"/>
                </a:solidFill>
                <a:latin typeface="Noto Sans KR"/>
                <a:ea typeface="Noto Sans KR"/>
                <a:cs typeface="Noto Sans KR"/>
              </a:defRPr>
            </a:lvl5pPr>
            <a:lvl6pPr>
              <a:defRPr sz="2025" b="0">
                <a:solidFill>
                  <a:srgbClr val="E4EFEC"/>
                </a:solidFill>
                <a:latin typeface="Noto Sans KR"/>
                <a:ea typeface="Noto Sans KR"/>
                <a:cs typeface="Noto Sans KR"/>
              </a:defRPr>
            </a:lvl6pPr>
            <a:lvl7pPr>
              <a:defRPr sz="2025" b="0">
                <a:solidFill>
                  <a:srgbClr val="E4EFEC"/>
                </a:solidFill>
                <a:latin typeface="Noto Sans KR"/>
                <a:ea typeface="Noto Sans KR"/>
                <a:cs typeface="Noto Sans KR"/>
              </a:defRPr>
            </a:lvl7pPr>
            <a:lvl8pPr>
              <a:defRPr sz="2025" b="0">
                <a:solidFill>
                  <a:srgbClr val="E4EFEC"/>
                </a:solidFill>
                <a:latin typeface="Noto Sans KR"/>
                <a:ea typeface="Noto Sans KR"/>
                <a:cs typeface="Noto Sans KR"/>
              </a:defRPr>
            </a:lvl8pPr>
            <a:lvl9pPr>
              <a:defRPr sz="2025" b="0">
                <a:solidFill>
                  <a:srgbClr val="E4EFEC"/>
                </a:solidFill>
                <a:latin typeface="Noto Sans KR"/>
                <a:ea typeface="Noto Sans KR"/>
                <a:cs typeface="Noto Sans KR"/>
              </a:defRPr>
            </a:lvl9pPr>
          </a:lstStyle>
          <a:p xmlns:a="http://schemas.openxmlformats.org/drawingml/2006/main">
            <a:pPr>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학습 모델이 질문과 관련된 부분을 찾아 근거를 모읍니다.</a:t>
            </a:r>
          </a:p>
        </p:txBody>
      </p:sp>
      <p:sp>
        <p:nvSpPr>
          <p:cNvPr id="9" name="page">
            <a:extLst xmlns:a="http://schemas.openxmlformats.org/drawingml/2006/main">
              <a:ext uri="{FF2B5EF4-FFF2-40B4-BE49-F238E27FC236}">
                <a16:creationId xmlns:a16="http://schemas.microsoft.com/office/drawing/2014/main" id="{9288A36E-6468-47AD-8A94-BF5F154BC687}"/>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defRPr sz="1125" b="0">
                <a:solidFill>
                  <a:srgbClr val="8EABB7"/>
                </a:solidFill>
                <a:latin typeface="Noto Sans KR"/>
                <a:ea typeface="Noto Sans KR"/>
                <a:cs typeface="Noto Sans KR"/>
              </a:defRPr>
            </a:lvl1pPr>
            <a:lvl2pPr>
              <a:defRPr sz="1125" b="0">
                <a:solidFill>
                  <a:srgbClr val="8EABB7"/>
                </a:solidFill>
                <a:latin typeface="Noto Sans KR"/>
                <a:ea typeface="Noto Sans KR"/>
                <a:cs typeface="Noto Sans KR"/>
              </a:defRPr>
            </a:lvl2pPr>
            <a:lvl3pPr>
              <a:defRPr sz="1125" b="0">
                <a:solidFill>
                  <a:srgbClr val="8EABB7"/>
                </a:solidFill>
                <a:latin typeface="Noto Sans KR"/>
                <a:ea typeface="Noto Sans KR"/>
                <a:cs typeface="Noto Sans KR"/>
              </a:defRPr>
            </a:lvl3pPr>
            <a:lvl4pPr>
              <a:defRPr sz="1125" b="0">
                <a:solidFill>
                  <a:srgbClr val="8EABB7"/>
                </a:solidFill>
                <a:latin typeface="Noto Sans KR"/>
                <a:ea typeface="Noto Sans KR"/>
                <a:cs typeface="Noto Sans KR"/>
              </a:defRPr>
            </a:lvl4pPr>
            <a:lvl5pPr>
              <a:defRPr sz="1125" b="0">
                <a:solidFill>
                  <a:srgbClr val="8EABB7"/>
                </a:solidFill>
                <a:latin typeface="Noto Sans KR"/>
                <a:ea typeface="Noto Sans KR"/>
                <a:cs typeface="Noto Sans KR"/>
              </a:defRPr>
            </a:lvl5pPr>
            <a:lvl6pPr>
              <a:defRPr sz="1125" b="0">
                <a:solidFill>
                  <a:srgbClr val="8EABB7"/>
                </a:solidFill>
                <a:latin typeface="Noto Sans KR"/>
                <a:ea typeface="Noto Sans KR"/>
                <a:cs typeface="Noto Sans KR"/>
              </a:defRPr>
            </a:lvl6pPr>
            <a:lvl7pPr>
              <a:defRPr sz="1125" b="0">
                <a:solidFill>
                  <a:srgbClr val="8EABB7"/>
                </a:solidFill>
                <a:latin typeface="Noto Sans KR"/>
                <a:ea typeface="Noto Sans KR"/>
                <a:cs typeface="Noto Sans KR"/>
              </a:defRPr>
            </a:lvl7pPr>
            <a:lvl8pPr>
              <a:defRPr sz="1125" b="0">
                <a:solidFill>
                  <a:srgbClr val="8EABB7"/>
                </a:solidFill>
                <a:latin typeface="Noto Sans KR"/>
                <a:ea typeface="Noto Sans KR"/>
                <a:cs typeface="Noto Sans KR"/>
              </a:defRPr>
            </a:lvl8pPr>
            <a:lvl9pPr>
              <a:defRPr sz="1125" b="0">
                <a:solidFill>
                  <a:srgbClr val="8EABB7"/>
                </a:solidFill>
                <a:latin typeface="Noto Sans KR"/>
                <a:ea typeface="Noto Sans KR"/>
                <a:cs typeface="Noto Sans KR"/>
              </a:defRPr>
            </a:lvl9pPr>
          </a:lstStyle>
          <a:p xmlns:a="http://schemas.openxmlformats.org/drawingml/2006/main">
            <a:pPr>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38</a:t>
            </a:r>
          </a:p>
        </p:txBody>
      </p:sp>
    </p:spTree>
    <p:extLst>
      <p:ext uri="{BB962C8B-B14F-4D97-AF65-F5344CB8AC3E}">
        <p14:creationId xmlns:p14="http://schemas.microsoft.com/office/powerpoint/2010/main" val="1784391214"/>
      </p:ext>
    </p:extLst>
  </p:cSld>
</p:sld>
</file>

<file path=ppt/slides/slide39.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0" name="section">
            <a:extLst xmlns:a="http://schemas.openxmlformats.org/drawingml/2006/main">
              <a:ext uri="{FF2B5EF4-FFF2-40B4-BE49-F238E27FC236}">
                <a16:creationId xmlns:a16="http://schemas.microsoft.com/office/drawing/2014/main" id="{5634B305-C569-4037-8AD9-BD861C2356BA}"/>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defRPr sz="1125" b="1">
                <a:solidFill>
                  <a:srgbClr val="A4DDCA"/>
                </a:solidFill>
                <a:latin typeface="Noto Sans KR"/>
                <a:ea typeface="Noto Sans KR"/>
                <a:cs typeface="Noto Sans KR"/>
              </a:defRPr>
            </a:lvl1pPr>
            <a:lvl2pPr>
              <a:defRPr sz="1125" b="1">
                <a:solidFill>
                  <a:srgbClr val="A4DDCA"/>
                </a:solidFill>
                <a:latin typeface="Noto Sans KR"/>
                <a:ea typeface="Noto Sans KR"/>
                <a:cs typeface="Noto Sans KR"/>
              </a:defRPr>
            </a:lvl2pPr>
            <a:lvl3pPr>
              <a:defRPr sz="1125" b="1">
                <a:solidFill>
                  <a:srgbClr val="A4DDCA"/>
                </a:solidFill>
                <a:latin typeface="Noto Sans KR"/>
                <a:ea typeface="Noto Sans KR"/>
                <a:cs typeface="Noto Sans KR"/>
              </a:defRPr>
            </a:lvl3pPr>
            <a:lvl4pPr>
              <a:defRPr sz="1125" b="1">
                <a:solidFill>
                  <a:srgbClr val="A4DDCA"/>
                </a:solidFill>
                <a:latin typeface="Noto Sans KR"/>
                <a:ea typeface="Noto Sans KR"/>
                <a:cs typeface="Noto Sans KR"/>
              </a:defRPr>
            </a:lvl4pPr>
            <a:lvl5pPr>
              <a:defRPr sz="1125" b="1">
                <a:solidFill>
                  <a:srgbClr val="A4DDCA"/>
                </a:solidFill>
                <a:latin typeface="Noto Sans KR"/>
                <a:ea typeface="Noto Sans KR"/>
                <a:cs typeface="Noto Sans KR"/>
              </a:defRPr>
            </a:lvl5pPr>
            <a:lvl6pPr>
              <a:defRPr sz="1125" b="1">
                <a:solidFill>
                  <a:srgbClr val="A4DDCA"/>
                </a:solidFill>
                <a:latin typeface="Noto Sans KR"/>
                <a:ea typeface="Noto Sans KR"/>
                <a:cs typeface="Noto Sans KR"/>
              </a:defRPr>
            </a:lvl6pPr>
            <a:lvl7pPr>
              <a:defRPr sz="1125" b="1">
                <a:solidFill>
                  <a:srgbClr val="A4DDCA"/>
                </a:solidFill>
                <a:latin typeface="Noto Sans KR"/>
                <a:ea typeface="Noto Sans KR"/>
                <a:cs typeface="Noto Sans KR"/>
              </a:defRPr>
            </a:lvl7pPr>
            <a:lvl8pPr>
              <a:defRPr sz="1125" b="1">
                <a:solidFill>
                  <a:srgbClr val="A4DDCA"/>
                </a:solidFill>
                <a:latin typeface="Noto Sans KR"/>
                <a:ea typeface="Noto Sans KR"/>
                <a:cs typeface="Noto Sans KR"/>
              </a:defRPr>
            </a:lvl8pPr>
            <a:lvl9pPr>
              <a:defRPr sz="1125" b="1">
                <a:solidFill>
                  <a:srgbClr val="A4DDCA"/>
                </a:solidFill>
                <a:latin typeface="Noto Sans KR"/>
                <a:ea typeface="Noto Sans KR"/>
                <a:cs typeface="Noto Sans KR"/>
              </a:defRPr>
            </a:lvl9pPr>
          </a:lstStyle>
          <a:p xmlns:a="http://schemas.openxmlformats.org/drawingml/2006/main">
            <a:pPr>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6BB80596-53DD-4AF6-8DF3-65B541C1000D}"/>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defRPr sz="3000" b="1">
                <a:solidFill>
                  <a:srgbClr val="E4EFEC"/>
                </a:solidFill>
                <a:latin typeface="Noto Sans KR"/>
                <a:ea typeface="Noto Sans KR"/>
                <a:cs typeface="Noto Sans KR"/>
              </a:defRPr>
            </a:lvl1pPr>
            <a:lvl2pPr>
              <a:defRPr sz="3000" b="1">
                <a:solidFill>
                  <a:srgbClr val="E4EFEC"/>
                </a:solidFill>
                <a:latin typeface="Noto Sans KR"/>
                <a:ea typeface="Noto Sans KR"/>
                <a:cs typeface="Noto Sans KR"/>
              </a:defRPr>
            </a:lvl2pPr>
            <a:lvl3pPr>
              <a:defRPr sz="3000" b="1">
                <a:solidFill>
                  <a:srgbClr val="E4EFEC"/>
                </a:solidFill>
                <a:latin typeface="Noto Sans KR"/>
                <a:ea typeface="Noto Sans KR"/>
                <a:cs typeface="Noto Sans KR"/>
              </a:defRPr>
            </a:lvl3pPr>
            <a:lvl4pPr>
              <a:defRPr sz="3000" b="1">
                <a:solidFill>
                  <a:srgbClr val="E4EFEC"/>
                </a:solidFill>
                <a:latin typeface="Noto Sans KR"/>
                <a:ea typeface="Noto Sans KR"/>
                <a:cs typeface="Noto Sans KR"/>
              </a:defRPr>
            </a:lvl4pPr>
            <a:lvl5pPr>
              <a:defRPr sz="3000" b="1">
                <a:solidFill>
                  <a:srgbClr val="E4EFEC"/>
                </a:solidFill>
                <a:latin typeface="Noto Sans KR"/>
                <a:ea typeface="Noto Sans KR"/>
                <a:cs typeface="Noto Sans KR"/>
              </a:defRPr>
            </a:lvl5pPr>
            <a:lvl6pPr>
              <a:defRPr sz="3000" b="1">
                <a:solidFill>
                  <a:srgbClr val="E4EFEC"/>
                </a:solidFill>
                <a:latin typeface="Noto Sans KR"/>
                <a:ea typeface="Noto Sans KR"/>
                <a:cs typeface="Noto Sans KR"/>
              </a:defRPr>
            </a:lvl6pPr>
            <a:lvl7pPr>
              <a:defRPr sz="3000" b="1">
                <a:solidFill>
                  <a:srgbClr val="E4EFEC"/>
                </a:solidFill>
                <a:latin typeface="Noto Sans KR"/>
                <a:ea typeface="Noto Sans KR"/>
                <a:cs typeface="Noto Sans KR"/>
              </a:defRPr>
            </a:lvl7pPr>
            <a:lvl8pPr>
              <a:defRPr sz="3000" b="1">
                <a:solidFill>
                  <a:srgbClr val="E4EFEC"/>
                </a:solidFill>
                <a:latin typeface="Noto Sans KR"/>
                <a:ea typeface="Noto Sans KR"/>
                <a:cs typeface="Noto Sans KR"/>
              </a:defRPr>
            </a:lvl8pPr>
            <a:lvl9pPr>
              <a:defRPr sz="3000" b="1">
                <a:solidFill>
                  <a:srgbClr val="E4EFEC"/>
                </a:solidFill>
                <a:latin typeface="Noto Sans KR"/>
                <a:ea typeface="Noto Sans KR"/>
                <a:cs typeface="Noto Sans KR"/>
              </a:defRPr>
            </a:lvl9pPr>
          </a:lstStyle>
          <a:p xmlns:a="http://schemas.openxmlformats.org/drawingml/2006/main">
            <a:pPr>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G-reasoner를 질문에 대입하면</a:t>
            </a:r>
          </a:p>
        </p:txBody>
      </p:sp>
      <p:sp>
        <p:nvSpPr>
          <p:cNvPr id="3" name="label-0">
            <a:extLst xmlns:a="http://schemas.openxmlformats.org/drawingml/2006/main">
              <a:ext uri="{FF2B5EF4-FFF2-40B4-BE49-F238E27FC236}">
                <a16:creationId xmlns:a16="http://schemas.microsoft.com/office/drawing/2014/main" id="{93046B8A-6DC7-4DDD-9668-ACA4903581AE}"/>
              </a:ext>
            </a:extLst>
          </p:cNvPr>
          <p:cNvSpPr>
            <a:spLocks xmlns:a="http://schemas.openxmlformats.org/drawingml/2006/main" noGrp="1"/>
          </p:cNvSpPr>
          <p:nvPr/>
        </p:nvSpPr>
        <p:spPr>
          <a:xfrm xmlns:a="http://schemas.openxmlformats.org/drawingml/2006/main">
            <a:off x="609600" y="186690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defRPr sz="1950" b="1">
                <a:solidFill>
                  <a:srgbClr val="A4DDCA"/>
                </a:solidFill>
                <a:latin typeface="Noto Sans KR"/>
                <a:ea typeface="Noto Sans KR"/>
                <a:cs typeface="Noto Sans KR"/>
              </a:defRPr>
            </a:lvl1pPr>
            <a:lvl2pPr>
              <a:defRPr sz="1950" b="1">
                <a:solidFill>
                  <a:srgbClr val="A4DDCA"/>
                </a:solidFill>
                <a:latin typeface="Noto Sans KR"/>
                <a:ea typeface="Noto Sans KR"/>
                <a:cs typeface="Noto Sans KR"/>
              </a:defRPr>
            </a:lvl2pPr>
            <a:lvl3pPr>
              <a:defRPr sz="1950" b="1">
                <a:solidFill>
                  <a:srgbClr val="A4DDCA"/>
                </a:solidFill>
                <a:latin typeface="Noto Sans KR"/>
                <a:ea typeface="Noto Sans KR"/>
                <a:cs typeface="Noto Sans KR"/>
              </a:defRPr>
            </a:lvl3pPr>
            <a:lvl4pPr>
              <a:defRPr sz="1950" b="1">
                <a:solidFill>
                  <a:srgbClr val="A4DDCA"/>
                </a:solidFill>
                <a:latin typeface="Noto Sans KR"/>
                <a:ea typeface="Noto Sans KR"/>
                <a:cs typeface="Noto Sans KR"/>
              </a:defRPr>
            </a:lvl4pPr>
            <a:lvl5pPr>
              <a:defRPr sz="1950" b="1">
                <a:solidFill>
                  <a:srgbClr val="A4DDCA"/>
                </a:solidFill>
                <a:latin typeface="Noto Sans KR"/>
                <a:ea typeface="Noto Sans KR"/>
                <a:cs typeface="Noto Sans KR"/>
              </a:defRPr>
            </a:lvl5pPr>
            <a:lvl6pPr>
              <a:defRPr sz="1950" b="1">
                <a:solidFill>
                  <a:srgbClr val="A4DDCA"/>
                </a:solidFill>
                <a:latin typeface="Noto Sans KR"/>
                <a:ea typeface="Noto Sans KR"/>
                <a:cs typeface="Noto Sans KR"/>
              </a:defRPr>
            </a:lvl6pPr>
            <a:lvl7pPr>
              <a:defRPr sz="1950" b="1">
                <a:solidFill>
                  <a:srgbClr val="A4DDCA"/>
                </a:solidFill>
                <a:latin typeface="Noto Sans KR"/>
                <a:ea typeface="Noto Sans KR"/>
                <a:cs typeface="Noto Sans KR"/>
              </a:defRPr>
            </a:lvl7pPr>
            <a:lvl8pPr>
              <a:defRPr sz="1950" b="1">
                <a:solidFill>
                  <a:srgbClr val="A4DDCA"/>
                </a:solidFill>
                <a:latin typeface="Noto Sans KR"/>
                <a:ea typeface="Noto Sans KR"/>
                <a:cs typeface="Noto Sans KR"/>
              </a:defRPr>
            </a:lvl8pPr>
            <a:lvl9pPr>
              <a:defRPr sz="1950" b="1">
                <a:solidFill>
                  <a:srgbClr val="A4DDCA"/>
                </a:solidFill>
                <a:latin typeface="Noto Sans KR"/>
                <a:ea typeface="Noto Sans KR"/>
                <a:cs typeface="Noto Sans KR"/>
              </a:defRPr>
            </a:lvl9pPr>
          </a:lstStyle>
          <a:p xmlns:a="http://schemas.openxmlformats.org/drawingml/2006/main">
            <a:pPr>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예시 질문</a:t>
            </a:r>
          </a:p>
        </p:txBody>
      </p:sp>
      <p:sp>
        <p:nvSpPr>
          <p:cNvPr id="4" name="body-0">
            <a:extLst xmlns:a="http://schemas.openxmlformats.org/drawingml/2006/main">
              <a:ext uri="{FF2B5EF4-FFF2-40B4-BE49-F238E27FC236}">
                <a16:creationId xmlns:a16="http://schemas.microsoft.com/office/drawing/2014/main" id="{28AF11AD-526D-4681-8DCE-1265D2185756}"/>
              </a:ext>
            </a:extLst>
          </p:cNvPr>
          <p:cNvSpPr>
            <a:spLocks xmlns:a="http://schemas.openxmlformats.org/drawingml/2006/main" noGrp="1"/>
          </p:cNvSpPr>
          <p:nvPr/>
        </p:nvSpPr>
        <p:spPr>
          <a:xfrm xmlns:a="http://schemas.openxmlformats.org/drawingml/2006/main">
            <a:off x="3190875" y="186690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defRPr sz="2025" b="0">
                <a:solidFill>
                  <a:srgbClr val="E4EFEC"/>
                </a:solidFill>
                <a:latin typeface="Noto Sans KR"/>
                <a:ea typeface="Noto Sans KR"/>
                <a:cs typeface="Noto Sans KR"/>
              </a:defRPr>
            </a:lvl1pPr>
            <a:lvl2pPr>
              <a:defRPr sz="2025" b="0">
                <a:solidFill>
                  <a:srgbClr val="E4EFEC"/>
                </a:solidFill>
                <a:latin typeface="Noto Sans KR"/>
                <a:ea typeface="Noto Sans KR"/>
                <a:cs typeface="Noto Sans KR"/>
              </a:defRPr>
            </a:lvl2pPr>
            <a:lvl3pPr>
              <a:defRPr sz="2025" b="0">
                <a:solidFill>
                  <a:srgbClr val="E4EFEC"/>
                </a:solidFill>
                <a:latin typeface="Noto Sans KR"/>
                <a:ea typeface="Noto Sans KR"/>
                <a:cs typeface="Noto Sans KR"/>
              </a:defRPr>
            </a:lvl3pPr>
            <a:lvl4pPr>
              <a:defRPr sz="2025" b="0">
                <a:solidFill>
                  <a:srgbClr val="E4EFEC"/>
                </a:solidFill>
                <a:latin typeface="Noto Sans KR"/>
                <a:ea typeface="Noto Sans KR"/>
                <a:cs typeface="Noto Sans KR"/>
              </a:defRPr>
            </a:lvl4pPr>
            <a:lvl5pPr>
              <a:defRPr sz="2025" b="0">
                <a:solidFill>
                  <a:srgbClr val="E4EFEC"/>
                </a:solidFill>
                <a:latin typeface="Noto Sans KR"/>
                <a:ea typeface="Noto Sans KR"/>
                <a:cs typeface="Noto Sans KR"/>
              </a:defRPr>
            </a:lvl5pPr>
            <a:lvl6pPr>
              <a:defRPr sz="2025" b="0">
                <a:solidFill>
                  <a:srgbClr val="E4EFEC"/>
                </a:solidFill>
                <a:latin typeface="Noto Sans KR"/>
                <a:ea typeface="Noto Sans KR"/>
                <a:cs typeface="Noto Sans KR"/>
              </a:defRPr>
            </a:lvl6pPr>
            <a:lvl7pPr>
              <a:defRPr sz="2025" b="0">
                <a:solidFill>
                  <a:srgbClr val="E4EFEC"/>
                </a:solidFill>
                <a:latin typeface="Noto Sans KR"/>
                <a:ea typeface="Noto Sans KR"/>
                <a:cs typeface="Noto Sans KR"/>
              </a:defRPr>
            </a:lvl7pPr>
            <a:lvl8pPr>
              <a:defRPr sz="2025" b="0">
                <a:solidFill>
                  <a:srgbClr val="E4EFEC"/>
                </a:solidFill>
                <a:latin typeface="Noto Sans KR"/>
                <a:ea typeface="Noto Sans KR"/>
                <a:cs typeface="Noto Sans KR"/>
              </a:defRPr>
            </a:lvl8pPr>
            <a:lvl9pPr>
              <a:defRPr sz="2025" b="0">
                <a:solidFill>
                  <a:srgbClr val="E4EFEC"/>
                </a:solidFill>
                <a:latin typeface="Noto Sans KR"/>
                <a:ea typeface="Noto Sans KR"/>
                <a:cs typeface="Noto Sans KR"/>
              </a:defRPr>
            </a:lvl9pPr>
          </a:lstStyle>
          <a:p xmlns:a="http://schemas.openxmlformats.org/drawingml/2006/main">
            <a:pPr>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특정 시스템의 정보와 전체 운영 흐름을 함께 설명해 주세요.</a:t>
            </a:r>
          </a:p>
        </p:txBody>
      </p:sp>
      <p:sp>
        <p:nvSpPr>
          <p:cNvPr id="5" name="label-1">
            <a:extLst xmlns:a="http://schemas.openxmlformats.org/drawingml/2006/main">
              <a:ext uri="{FF2B5EF4-FFF2-40B4-BE49-F238E27FC236}">
                <a16:creationId xmlns:a16="http://schemas.microsoft.com/office/drawing/2014/main" id="{AA506566-46A9-4238-8710-3A94974442F8}"/>
              </a:ext>
            </a:extLst>
          </p:cNvPr>
          <p:cNvSpPr>
            <a:spLocks xmlns:a="http://schemas.openxmlformats.org/drawingml/2006/main" noGrp="1"/>
          </p:cNvSpPr>
          <p:nvPr/>
        </p:nvSpPr>
        <p:spPr>
          <a:xfrm xmlns:a="http://schemas.openxmlformats.org/drawingml/2006/main">
            <a:off x="609600" y="31337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defRPr sz="1950" b="1">
                <a:solidFill>
                  <a:srgbClr val="A4DDCA"/>
                </a:solidFill>
                <a:latin typeface="Noto Sans KR"/>
                <a:ea typeface="Noto Sans KR"/>
                <a:cs typeface="Noto Sans KR"/>
              </a:defRPr>
            </a:lvl1pPr>
            <a:lvl2pPr>
              <a:defRPr sz="1950" b="1">
                <a:solidFill>
                  <a:srgbClr val="A4DDCA"/>
                </a:solidFill>
                <a:latin typeface="Noto Sans KR"/>
                <a:ea typeface="Noto Sans KR"/>
                <a:cs typeface="Noto Sans KR"/>
              </a:defRPr>
            </a:lvl2pPr>
            <a:lvl3pPr>
              <a:defRPr sz="1950" b="1">
                <a:solidFill>
                  <a:srgbClr val="A4DDCA"/>
                </a:solidFill>
                <a:latin typeface="Noto Sans KR"/>
                <a:ea typeface="Noto Sans KR"/>
                <a:cs typeface="Noto Sans KR"/>
              </a:defRPr>
            </a:lvl3pPr>
            <a:lvl4pPr>
              <a:defRPr sz="1950" b="1">
                <a:solidFill>
                  <a:srgbClr val="A4DDCA"/>
                </a:solidFill>
                <a:latin typeface="Noto Sans KR"/>
                <a:ea typeface="Noto Sans KR"/>
                <a:cs typeface="Noto Sans KR"/>
              </a:defRPr>
            </a:lvl4pPr>
            <a:lvl5pPr>
              <a:defRPr sz="1950" b="1">
                <a:solidFill>
                  <a:srgbClr val="A4DDCA"/>
                </a:solidFill>
                <a:latin typeface="Noto Sans KR"/>
                <a:ea typeface="Noto Sans KR"/>
                <a:cs typeface="Noto Sans KR"/>
              </a:defRPr>
            </a:lvl5pPr>
            <a:lvl6pPr>
              <a:defRPr sz="1950" b="1">
                <a:solidFill>
                  <a:srgbClr val="A4DDCA"/>
                </a:solidFill>
                <a:latin typeface="Noto Sans KR"/>
                <a:ea typeface="Noto Sans KR"/>
                <a:cs typeface="Noto Sans KR"/>
              </a:defRPr>
            </a:lvl6pPr>
            <a:lvl7pPr>
              <a:defRPr sz="1950" b="1">
                <a:solidFill>
                  <a:srgbClr val="A4DDCA"/>
                </a:solidFill>
                <a:latin typeface="Noto Sans KR"/>
                <a:ea typeface="Noto Sans KR"/>
                <a:cs typeface="Noto Sans KR"/>
              </a:defRPr>
            </a:lvl7pPr>
            <a:lvl8pPr>
              <a:defRPr sz="1950" b="1">
                <a:solidFill>
                  <a:srgbClr val="A4DDCA"/>
                </a:solidFill>
                <a:latin typeface="Noto Sans KR"/>
                <a:ea typeface="Noto Sans KR"/>
                <a:cs typeface="Noto Sans KR"/>
              </a:defRPr>
            </a:lvl8pPr>
            <a:lvl9pPr>
              <a:defRPr sz="1950" b="1">
                <a:solidFill>
                  <a:srgbClr val="A4DDCA"/>
                </a:solidFill>
                <a:latin typeface="Noto Sans KR"/>
                <a:ea typeface="Noto Sans KR"/>
                <a:cs typeface="Noto Sans KR"/>
              </a:defRPr>
            </a:lvl9pPr>
          </a:lstStyle>
          <a:p xmlns:a="http://schemas.openxmlformats.org/drawingml/2006/main">
            <a:pPr>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모을 근거</a:t>
            </a:r>
          </a:p>
        </p:txBody>
      </p:sp>
      <p:sp>
        <p:nvSpPr>
          <p:cNvPr id="6" name="body-1">
            <a:extLst xmlns:a="http://schemas.openxmlformats.org/drawingml/2006/main">
              <a:ext uri="{FF2B5EF4-FFF2-40B4-BE49-F238E27FC236}">
                <a16:creationId xmlns:a16="http://schemas.microsoft.com/office/drawing/2014/main" id="{83C55C02-ED7E-48AB-8EC9-6ED6A9C9AB76}"/>
              </a:ext>
            </a:extLst>
          </p:cNvPr>
          <p:cNvSpPr>
            <a:spLocks xmlns:a="http://schemas.openxmlformats.org/drawingml/2006/main" noGrp="1"/>
          </p:cNvSpPr>
          <p:nvPr/>
        </p:nvSpPr>
        <p:spPr>
          <a:xfrm xmlns:a="http://schemas.openxmlformats.org/drawingml/2006/main">
            <a:off x="3190875" y="31337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defRPr sz="2025" b="0">
                <a:solidFill>
                  <a:srgbClr val="E4EFEC"/>
                </a:solidFill>
                <a:latin typeface="Noto Sans KR"/>
                <a:ea typeface="Noto Sans KR"/>
                <a:cs typeface="Noto Sans KR"/>
              </a:defRPr>
            </a:lvl1pPr>
            <a:lvl2pPr>
              <a:defRPr sz="2025" b="0">
                <a:solidFill>
                  <a:srgbClr val="E4EFEC"/>
                </a:solidFill>
                <a:latin typeface="Noto Sans KR"/>
                <a:ea typeface="Noto Sans KR"/>
                <a:cs typeface="Noto Sans KR"/>
              </a:defRPr>
            </a:lvl2pPr>
            <a:lvl3pPr>
              <a:defRPr sz="2025" b="0">
                <a:solidFill>
                  <a:srgbClr val="E4EFEC"/>
                </a:solidFill>
                <a:latin typeface="Noto Sans KR"/>
                <a:ea typeface="Noto Sans KR"/>
                <a:cs typeface="Noto Sans KR"/>
              </a:defRPr>
            </a:lvl3pPr>
            <a:lvl4pPr>
              <a:defRPr sz="2025" b="0">
                <a:solidFill>
                  <a:srgbClr val="E4EFEC"/>
                </a:solidFill>
                <a:latin typeface="Noto Sans KR"/>
                <a:ea typeface="Noto Sans KR"/>
                <a:cs typeface="Noto Sans KR"/>
              </a:defRPr>
            </a:lvl4pPr>
            <a:lvl5pPr>
              <a:defRPr sz="2025" b="0">
                <a:solidFill>
                  <a:srgbClr val="E4EFEC"/>
                </a:solidFill>
                <a:latin typeface="Noto Sans KR"/>
                <a:ea typeface="Noto Sans KR"/>
                <a:cs typeface="Noto Sans KR"/>
              </a:defRPr>
            </a:lvl5pPr>
            <a:lvl6pPr>
              <a:defRPr sz="2025" b="0">
                <a:solidFill>
                  <a:srgbClr val="E4EFEC"/>
                </a:solidFill>
                <a:latin typeface="Noto Sans KR"/>
                <a:ea typeface="Noto Sans KR"/>
                <a:cs typeface="Noto Sans KR"/>
              </a:defRPr>
            </a:lvl6pPr>
            <a:lvl7pPr>
              <a:defRPr sz="2025" b="0">
                <a:solidFill>
                  <a:srgbClr val="E4EFEC"/>
                </a:solidFill>
                <a:latin typeface="Noto Sans KR"/>
                <a:ea typeface="Noto Sans KR"/>
                <a:cs typeface="Noto Sans KR"/>
              </a:defRPr>
            </a:lvl7pPr>
            <a:lvl8pPr>
              <a:defRPr sz="2025" b="0">
                <a:solidFill>
                  <a:srgbClr val="E4EFEC"/>
                </a:solidFill>
                <a:latin typeface="Noto Sans KR"/>
                <a:ea typeface="Noto Sans KR"/>
                <a:cs typeface="Noto Sans KR"/>
              </a:defRPr>
            </a:lvl8pPr>
            <a:lvl9pPr>
              <a:defRPr sz="2025" b="0">
                <a:solidFill>
                  <a:srgbClr val="E4EFEC"/>
                </a:solidFill>
                <a:latin typeface="Noto Sans KR"/>
                <a:ea typeface="Noto Sans KR"/>
                <a:cs typeface="Noto Sans KR"/>
              </a:defRPr>
            </a:lvl9pPr>
          </a:lstStyle>
          <a:p xmlns:a="http://schemas.openxmlformats.org/drawingml/2006/main">
            <a:pPr>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개별 사실과 관련 문서, 큰 그룹의 정보를 함께 연결합니다.</a:t>
            </a:r>
          </a:p>
        </p:txBody>
      </p:sp>
      <p:sp>
        <p:nvSpPr>
          <p:cNvPr id="7" name="label-2">
            <a:extLst xmlns:a="http://schemas.openxmlformats.org/drawingml/2006/main">
              <a:ext uri="{FF2B5EF4-FFF2-40B4-BE49-F238E27FC236}">
                <a16:creationId xmlns:a16="http://schemas.microsoft.com/office/drawing/2014/main" id="{696F3D73-8852-4CAF-9F26-710AEA6B89A1}"/>
              </a:ext>
            </a:extLst>
          </p:cNvPr>
          <p:cNvSpPr>
            <a:spLocks xmlns:a="http://schemas.openxmlformats.org/drawingml/2006/main" noGrp="1"/>
          </p:cNvSpPr>
          <p:nvPr/>
        </p:nvSpPr>
        <p:spPr>
          <a:xfrm xmlns:a="http://schemas.openxmlformats.org/drawingml/2006/main">
            <a:off x="609600" y="44005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defRPr sz="1950" b="1">
                <a:solidFill>
                  <a:srgbClr val="A4DDCA"/>
                </a:solidFill>
                <a:latin typeface="Noto Sans KR"/>
                <a:ea typeface="Noto Sans KR"/>
                <a:cs typeface="Noto Sans KR"/>
              </a:defRPr>
            </a:lvl1pPr>
            <a:lvl2pPr>
              <a:defRPr sz="1950" b="1">
                <a:solidFill>
                  <a:srgbClr val="A4DDCA"/>
                </a:solidFill>
                <a:latin typeface="Noto Sans KR"/>
                <a:ea typeface="Noto Sans KR"/>
                <a:cs typeface="Noto Sans KR"/>
              </a:defRPr>
            </a:lvl2pPr>
            <a:lvl3pPr>
              <a:defRPr sz="1950" b="1">
                <a:solidFill>
                  <a:srgbClr val="A4DDCA"/>
                </a:solidFill>
                <a:latin typeface="Noto Sans KR"/>
                <a:ea typeface="Noto Sans KR"/>
                <a:cs typeface="Noto Sans KR"/>
              </a:defRPr>
            </a:lvl3pPr>
            <a:lvl4pPr>
              <a:defRPr sz="1950" b="1">
                <a:solidFill>
                  <a:srgbClr val="A4DDCA"/>
                </a:solidFill>
                <a:latin typeface="Noto Sans KR"/>
                <a:ea typeface="Noto Sans KR"/>
                <a:cs typeface="Noto Sans KR"/>
              </a:defRPr>
            </a:lvl4pPr>
            <a:lvl5pPr>
              <a:defRPr sz="1950" b="1">
                <a:solidFill>
                  <a:srgbClr val="A4DDCA"/>
                </a:solidFill>
                <a:latin typeface="Noto Sans KR"/>
                <a:ea typeface="Noto Sans KR"/>
                <a:cs typeface="Noto Sans KR"/>
              </a:defRPr>
            </a:lvl5pPr>
            <a:lvl6pPr>
              <a:defRPr sz="1950" b="1">
                <a:solidFill>
                  <a:srgbClr val="A4DDCA"/>
                </a:solidFill>
                <a:latin typeface="Noto Sans KR"/>
                <a:ea typeface="Noto Sans KR"/>
                <a:cs typeface="Noto Sans KR"/>
              </a:defRPr>
            </a:lvl6pPr>
            <a:lvl7pPr>
              <a:defRPr sz="1950" b="1">
                <a:solidFill>
                  <a:srgbClr val="A4DDCA"/>
                </a:solidFill>
                <a:latin typeface="Noto Sans KR"/>
                <a:ea typeface="Noto Sans KR"/>
                <a:cs typeface="Noto Sans KR"/>
              </a:defRPr>
            </a:lvl7pPr>
            <a:lvl8pPr>
              <a:defRPr sz="1950" b="1">
                <a:solidFill>
                  <a:srgbClr val="A4DDCA"/>
                </a:solidFill>
                <a:latin typeface="Noto Sans KR"/>
                <a:ea typeface="Noto Sans KR"/>
                <a:cs typeface="Noto Sans KR"/>
              </a:defRPr>
            </a:lvl8pPr>
            <a:lvl9pPr>
              <a:defRPr sz="1950" b="1">
                <a:solidFill>
                  <a:srgbClr val="A4DDCA"/>
                </a:solidFill>
                <a:latin typeface="Noto Sans KR"/>
                <a:ea typeface="Noto Sans KR"/>
                <a:cs typeface="Noto Sans KR"/>
              </a:defRPr>
            </a:lvl9pPr>
          </a:lstStyle>
          <a:p xmlns:a="http://schemas.openxmlformats.org/drawingml/2006/main">
            <a:pPr>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주의할 점</a:t>
            </a:r>
          </a:p>
        </p:txBody>
      </p:sp>
      <p:sp>
        <p:nvSpPr>
          <p:cNvPr id="8" name="body-2">
            <a:extLst xmlns:a="http://schemas.openxmlformats.org/drawingml/2006/main">
              <a:ext uri="{FF2B5EF4-FFF2-40B4-BE49-F238E27FC236}">
                <a16:creationId xmlns:a16="http://schemas.microsoft.com/office/drawing/2014/main" id="{C4ACFDD5-E7AB-436C-B7A9-4B6C82797B94}"/>
              </a:ext>
            </a:extLst>
          </p:cNvPr>
          <p:cNvSpPr>
            <a:spLocks xmlns:a="http://schemas.openxmlformats.org/drawingml/2006/main" noGrp="1"/>
          </p:cNvSpPr>
          <p:nvPr/>
        </p:nvSpPr>
        <p:spPr>
          <a:xfrm xmlns:a="http://schemas.openxmlformats.org/drawingml/2006/main">
            <a:off x="3190875" y="44005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defRPr sz="2025" b="0">
                <a:solidFill>
                  <a:srgbClr val="E4EFEC"/>
                </a:solidFill>
                <a:latin typeface="Noto Sans KR"/>
                <a:ea typeface="Noto Sans KR"/>
                <a:cs typeface="Noto Sans KR"/>
              </a:defRPr>
            </a:lvl1pPr>
            <a:lvl2pPr>
              <a:defRPr sz="2025" b="0">
                <a:solidFill>
                  <a:srgbClr val="E4EFEC"/>
                </a:solidFill>
                <a:latin typeface="Noto Sans KR"/>
                <a:ea typeface="Noto Sans KR"/>
                <a:cs typeface="Noto Sans KR"/>
              </a:defRPr>
            </a:lvl2pPr>
            <a:lvl3pPr>
              <a:defRPr sz="2025" b="0">
                <a:solidFill>
                  <a:srgbClr val="E4EFEC"/>
                </a:solidFill>
                <a:latin typeface="Noto Sans KR"/>
                <a:ea typeface="Noto Sans KR"/>
                <a:cs typeface="Noto Sans KR"/>
              </a:defRPr>
            </a:lvl3pPr>
            <a:lvl4pPr>
              <a:defRPr sz="2025" b="0">
                <a:solidFill>
                  <a:srgbClr val="E4EFEC"/>
                </a:solidFill>
                <a:latin typeface="Noto Sans KR"/>
                <a:ea typeface="Noto Sans KR"/>
                <a:cs typeface="Noto Sans KR"/>
              </a:defRPr>
            </a:lvl4pPr>
            <a:lvl5pPr>
              <a:defRPr sz="2025" b="0">
                <a:solidFill>
                  <a:srgbClr val="E4EFEC"/>
                </a:solidFill>
                <a:latin typeface="Noto Sans KR"/>
                <a:ea typeface="Noto Sans KR"/>
                <a:cs typeface="Noto Sans KR"/>
              </a:defRPr>
            </a:lvl5pPr>
            <a:lvl6pPr>
              <a:defRPr sz="2025" b="0">
                <a:solidFill>
                  <a:srgbClr val="E4EFEC"/>
                </a:solidFill>
                <a:latin typeface="Noto Sans KR"/>
                <a:ea typeface="Noto Sans KR"/>
                <a:cs typeface="Noto Sans KR"/>
              </a:defRPr>
            </a:lvl6pPr>
            <a:lvl7pPr>
              <a:defRPr sz="2025" b="0">
                <a:solidFill>
                  <a:srgbClr val="E4EFEC"/>
                </a:solidFill>
                <a:latin typeface="Noto Sans KR"/>
                <a:ea typeface="Noto Sans KR"/>
                <a:cs typeface="Noto Sans KR"/>
              </a:defRPr>
            </a:lvl7pPr>
            <a:lvl8pPr>
              <a:defRPr sz="2025" b="0">
                <a:solidFill>
                  <a:srgbClr val="E4EFEC"/>
                </a:solidFill>
                <a:latin typeface="Noto Sans KR"/>
                <a:ea typeface="Noto Sans KR"/>
                <a:cs typeface="Noto Sans KR"/>
              </a:defRPr>
            </a:lvl8pPr>
            <a:lvl9pPr>
              <a:defRPr sz="2025" b="0">
                <a:solidFill>
                  <a:srgbClr val="E4EFEC"/>
                </a:solidFill>
                <a:latin typeface="Noto Sans KR"/>
                <a:ea typeface="Noto Sans KR"/>
                <a:cs typeface="Noto Sans KR"/>
              </a:defRPr>
            </a:lvl9pPr>
          </a:lstStyle>
          <a:p xmlns:a="http://schemas.openxmlformats.org/drawingml/2006/main">
            <a:pPr>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통합 그래프 구성과 학습 모델이 필요합니다. 웹 데모에는 원 모델이 없습니다.</a:t>
            </a:r>
          </a:p>
        </p:txBody>
      </p:sp>
      <p:sp>
        <p:nvSpPr>
          <p:cNvPr id="9" name="page">
            <a:extLst xmlns:a="http://schemas.openxmlformats.org/drawingml/2006/main">
              <a:ext uri="{FF2B5EF4-FFF2-40B4-BE49-F238E27FC236}">
                <a16:creationId xmlns:a16="http://schemas.microsoft.com/office/drawing/2014/main" id="{426E9DC5-4AD0-4F6A-A2D8-3863022CDD73}"/>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defRPr sz="1125" b="0">
                <a:solidFill>
                  <a:srgbClr val="8EABB7"/>
                </a:solidFill>
                <a:latin typeface="Noto Sans KR"/>
                <a:ea typeface="Noto Sans KR"/>
                <a:cs typeface="Noto Sans KR"/>
              </a:defRPr>
            </a:lvl1pPr>
            <a:lvl2pPr>
              <a:defRPr sz="1125" b="0">
                <a:solidFill>
                  <a:srgbClr val="8EABB7"/>
                </a:solidFill>
                <a:latin typeface="Noto Sans KR"/>
                <a:ea typeface="Noto Sans KR"/>
                <a:cs typeface="Noto Sans KR"/>
              </a:defRPr>
            </a:lvl2pPr>
            <a:lvl3pPr>
              <a:defRPr sz="1125" b="0">
                <a:solidFill>
                  <a:srgbClr val="8EABB7"/>
                </a:solidFill>
                <a:latin typeface="Noto Sans KR"/>
                <a:ea typeface="Noto Sans KR"/>
                <a:cs typeface="Noto Sans KR"/>
              </a:defRPr>
            </a:lvl3pPr>
            <a:lvl4pPr>
              <a:defRPr sz="1125" b="0">
                <a:solidFill>
                  <a:srgbClr val="8EABB7"/>
                </a:solidFill>
                <a:latin typeface="Noto Sans KR"/>
                <a:ea typeface="Noto Sans KR"/>
                <a:cs typeface="Noto Sans KR"/>
              </a:defRPr>
            </a:lvl4pPr>
            <a:lvl5pPr>
              <a:defRPr sz="1125" b="0">
                <a:solidFill>
                  <a:srgbClr val="8EABB7"/>
                </a:solidFill>
                <a:latin typeface="Noto Sans KR"/>
                <a:ea typeface="Noto Sans KR"/>
                <a:cs typeface="Noto Sans KR"/>
              </a:defRPr>
            </a:lvl5pPr>
            <a:lvl6pPr>
              <a:defRPr sz="1125" b="0">
                <a:solidFill>
                  <a:srgbClr val="8EABB7"/>
                </a:solidFill>
                <a:latin typeface="Noto Sans KR"/>
                <a:ea typeface="Noto Sans KR"/>
                <a:cs typeface="Noto Sans KR"/>
              </a:defRPr>
            </a:lvl6pPr>
            <a:lvl7pPr>
              <a:defRPr sz="1125" b="0">
                <a:solidFill>
                  <a:srgbClr val="8EABB7"/>
                </a:solidFill>
                <a:latin typeface="Noto Sans KR"/>
                <a:ea typeface="Noto Sans KR"/>
                <a:cs typeface="Noto Sans KR"/>
              </a:defRPr>
            </a:lvl7pPr>
            <a:lvl8pPr>
              <a:defRPr sz="1125" b="0">
                <a:solidFill>
                  <a:srgbClr val="8EABB7"/>
                </a:solidFill>
                <a:latin typeface="Noto Sans KR"/>
                <a:ea typeface="Noto Sans KR"/>
                <a:cs typeface="Noto Sans KR"/>
              </a:defRPr>
            </a:lvl8pPr>
            <a:lvl9pPr>
              <a:defRPr sz="1125" b="0">
                <a:solidFill>
                  <a:srgbClr val="8EABB7"/>
                </a:solidFill>
                <a:latin typeface="Noto Sans KR"/>
                <a:ea typeface="Noto Sans KR"/>
                <a:cs typeface="Noto Sans KR"/>
              </a:defRPr>
            </a:lvl9pPr>
          </a:lstStyle>
          <a:p xmlns:a="http://schemas.openxmlformats.org/drawingml/2006/main">
            <a:pPr>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39</a:t>
            </a:r>
          </a:p>
        </p:txBody>
      </p:sp>
    </p:spTree>
    <p:extLst>
      <p:ext uri="{BB962C8B-B14F-4D97-AF65-F5344CB8AC3E}">
        <p14:creationId xmlns:p14="http://schemas.microsoft.com/office/powerpoint/2010/main" val="879536680"/>
      </p:ext>
    </p:extLst>
  </p:cSld>
</p:sld>
</file>

<file path=ppt/slides/slide40.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0" name="section">
            <a:extLst xmlns:a="http://schemas.openxmlformats.org/drawingml/2006/main">
              <a:ext uri="{FF2B5EF4-FFF2-40B4-BE49-F238E27FC236}">
                <a16:creationId xmlns:a16="http://schemas.microsoft.com/office/drawing/2014/main" id="{08B6865A-4F1E-4818-AA98-C7D9F1318902}"/>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defRPr sz="1125" b="1">
                <a:solidFill>
                  <a:srgbClr val="A4DDCA"/>
                </a:solidFill>
                <a:latin typeface="Noto Sans KR"/>
                <a:ea typeface="Noto Sans KR"/>
                <a:cs typeface="Noto Sans KR"/>
              </a:defRPr>
            </a:lvl1pPr>
            <a:lvl2pPr>
              <a:defRPr sz="1125" b="1">
                <a:solidFill>
                  <a:srgbClr val="A4DDCA"/>
                </a:solidFill>
                <a:latin typeface="Noto Sans KR"/>
                <a:ea typeface="Noto Sans KR"/>
                <a:cs typeface="Noto Sans KR"/>
              </a:defRPr>
            </a:lvl2pPr>
            <a:lvl3pPr>
              <a:defRPr sz="1125" b="1">
                <a:solidFill>
                  <a:srgbClr val="A4DDCA"/>
                </a:solidFill>
                <a:latin typeface="Noto Sans KR"/>
                <a:ea typeface="Noto Sans KR"/>
                <a:cs typeface="Noto Sans KR"/>
              </a:defRPr>
            </a:lvl3pPr>
            <a:lvl4pPr>
              <a:defRPr sz="1125" b="1">
                <a:solidFill>
                  <a:srgbClr val="A4DDCA"/>
                </a:solidFill>
                <a:latin typeface="Noto Sans KR"/>
                <a:ea typeface="Noto Sans KR"/>
                <a:cs typeface="Noto Sans KR"/>
              </a:defRPr>
            </a:lvl4pPr>
            <a:lvl5pPr>
              <a:defRPr sz="1125" b="1">
                <a:solidFill>
                  <a:srgbClr val="A4DDCA"/>
                </a:solidFill>
                <a:latin typeface="Noto Sans KR"/>
                <a:ea typeface="Noto Sans KR"/>
                <a:cs typeface="Noto Sans KR"/>
              </a:defRPr>
            </a:lvl5pPr>
            <a:lvl6pPr>
              <a:defRPr sz="1125" b="1">
                <a:solidFill>
                  <a:srgbClr val="A4DDCA"/>
                </a:solidFill>
                <a:latin typeface="Noto Sans KR"/>
                <a:ea typeface="Noto Sans KR"/>
                <a:cs typeface="Noto Sans KR"/>
              </a:defRPr>
            </a:lvl6pPr>
            <a:lvl7pPr>
              <a:defRPr sz="1125" b="1">
                <a:solidFill>
                  <a:srgbClr val="A4DDCA"/>
                </a:solidFill>
                <a:latin typeface="Noto Sans KR"/>
                <a:ea typeface="Noto Sans KR"/>
                <a:cs typeface="Noto Sans KR"/>
              </a:defRPr>
            </a:lvl7pPr>
            <a:lvl8pPr>
              <a:defRPr sz="1125" b="1">
                <a:solidFill>
                  <a:srgbClr val="A4DDCA"/>
                </a:solidFill>
                <a:latin typeface="Noto Sans KR"/>
                <a:ea typeface="Noto Sans KR"/>
                <a:cs typeface="Noto Sans KR"/>
              </a:defRPr>
            </a:lvl8pPr>
            <a:lvl9pPr>
              <a:defRPr sz="1125" b="1">
                <a:solidFill>
                  <a:srgbClr val="A4DDCA"/>
                </a:solidFill>
                <a:latin typeface="Noto Sans KR"/>
                <a:ea typeface="Noto Sans KR"/>
                <a:cs typeface="Noto Sans KR"/>
              </a:defRPr>
            </a:lvl9pPr>
          </a:lstStyle>
          <a:p xmlns:a="http://schemas.openxmlformats.org/drawingml/2006/main">
            <a:pPr>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D2E099AF-158B-4DA5-AB33-28ADF7D17D41}"/>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defRPr sz="3000" b="1">
                <a:solidFill>
                  <a:srgbClr val="E4EFEC"/>
                </a:solidFill>
                <a:latin typeface="Noto Sans KR"/>
                <a:ea typeface="Noto Sans KR"/>
                <a:cs typeface="Noto Sans KR"/>
              </a:defRPr>
            </a:lvl1pPr>
            <a:lvl2pPr>
              <a:defRPr sz="3000" b="1">
                <a:solidFill>
                  <a:srgbClr val="E4EFEC"/>
                </a:solidFill>
                <a:latin typeface="Noto Sans KR"/>
                <a:ea typeface="Noto Sans KR"/>
                <a:cs typeface="Noto Sans KR"/>
              </a:defRPr>
            </a:lvl2pPr>
            <a:lvl3pPr>
              <a:defRPr sz="3000" b="1">
                <a:solidFill>
                  <a:srgbClr val="E4EFEC"/>
                </a:solidFill>
                <a:latin typeface="Noto Sans KR"/>
                <a:ea typeface="Noto Sans KR"/>
                <a:cs typeface="Noto Sans KR"/>
              </a:defRPr>
            </a:lvl3pPr>
            <a:lvl4pPr>
              <a:defRPr sz="3000" b="1">
                <a:solidFill>
                  <a:srgbClr val="E4EFEC"/>
                </a:solidFill>
                <a:latin typeface="Noto Sans KR"/>
                <a:ea typeface="Noto Sans KR"/>
                <a:cs typeface="Noto Sans KR"/>
              </a:defRPr>
            </a:lvl4pPr>
            <a:lvl5pPr>
              <a:defRPr sz="3000" b="1">
                <a:solidFill>
                  <a:srgbClr val="E4EFEC"/>
                </a:solidFill>
                <a:latin typeface="Noto Sans KR"/>
                <a:ea typeface="Noto Sans KR"/>
                <a:cs typeface="Noto Sans KR"/>
              </a:defRPr>
            </a:lvl5pPr>
            <a:lvl6pPr>
              <a:defRPr sz="3000" b="1">
                <a:solidFill>
                  <a:srgbClr val="E4EFEC"/>
                </a:solidFill>
                <a:latin typeface="Noto Sans KR"/>
                <a:ea typeface="Noto Sans KR"/>
                <a:cs typeface="Noto Sans KR"/>
              </a:defRPr>
            </a:lvl6pPr>
            <a:lvl7pPr>
              <a:defRPr sz="3000" b="1">
                <a:solidFill>
                  <a:srgbClr val="E4EFEC"/>
                </a:solidFill>
                <a:latin typeface="Noto Sans KR"/>
                <a:ea typeface="Noto Sans KR"/>
                <a:cs typeface="Noto Sans KR"/>
              </a:defRPr>
            </a:lvl7pPr>
            <a:lvl8pPr>
              <a:defRPr sz="3000" b="1">
                <a:solidFill>
                  <a:srgbClr val="E4EFEC"/>
                </a:solidFill>
                <a:latin typeface="Noto Sans KR"/>
                <a:ea typeface="Noto Sans KR"/>
                <a:cs typeface="Noto Sans KR"/>
              </a:defRPr>
            </a:lvl8pPr>
            <a:lvl9pPr>
              <a:defRPr sz="3000" b="1">
                <a:solidFill>
                  <a:srgbClr val="E4EFEC"/>
                </a:solidFill>
                <a:latin typeface="Noto Sans KR"/>
                <a:ea typeface="Noto Sans KR"/>
                <a:cs typeface="Noto Sans KR"/>
              </a:defRPr>
            </a:lvl9pPr>
          </a:lstStyle>
          <a:p xmlns:a="http://schemas.openxmlformats.org/drawingml/2006/main">
            <a:pPr>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RAG-Anything: 글·표·그림을 함께 검색</a:t>
            </a:r>
          </a:p>
        </p:txBody>
      </p:sp>
      <p:sp>
        <p:nvSpPr>
          <p:cNvPr id="3" name="label-0">
            <a:extLst xmlns:a="http://schemas.openxmlformats.org/drawingml/2006/main">
              <a:ext uri="{FF2B5EF4-FFF2-40B4-BE49-F238E27FC236}">
                <a16:creationId xmlns:a16="http://schemas.microsoft.com/office/drawing/2014/main" id="{CB7FF049-F731-4BB1-A446-BD7BC8B8CA0F}"/>
              </a:ext>
            </a:extLst>
          </p:cNvPr>
          <p:cNvSpPr>
            <a:spLocks xmlns:a="http://schemas.openxmlformats.org/drawingml/2006/main" noGrp="1"/>
          </p:cNvSpPr>
          <p:nvPr/>
        </p:nvSpPr>
        <p:spPr>
          <a:xfrm xmlns:a="http://schemas.openxmlformats.org/drawingml/2006/main">
            <a:off x="609600" y="186690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defRPr sz="1950" b="1">
                <a:solidFill>
                  <a:srgbClr val="A4DDCA"/>
                </a:solidFill>
                <a:latin typeface="Noto Sans KR"/>
                <a:ea typeface="Noto Sans KR"/>
                <a:cs typeface="Noto Sans KR"/>
              </a:defRPr>
            </a:lvl1pPr>
            <a:lvl2pPr>
              <a:defRPr sz="1950" b="1">
                <a:solidFill>
                  <a:srgbClr val="A4DDCA"/>
                </a:solidFill>
                <a:latin typeface="Noto Sans KR"/>
                <a:ea typeface="Noto Sans KR"/>
                <a:cs typeface="Noto Sans KR"/>
              </a:defRPr>
            </a:lvl2pPr>
            <a:lvl3pPr>
              <a:defRPr sz="1950" b="1">
                <a:solidFill>
                  <a:srgbClr val="A4DDCA"/>
                </a:solidFill>
                <a:latin typeface="Noto Sans KR"/>
                <a:ea typeface="Noto Sans KR"/>
                <a:cs typeface="Noto Sans KR"/>
              </a:defRPr>
            </a:lvl3pPr>
            <a:lvl4pPr>
              <a:defRPr sz="1950" b="1">
                <a:solidFill>
                  <a:srgbClr val="A4DDCA"/>
                </a:solidFill>
                <a:latin typeface="Noto Sans KR"/>
                <a:ea typeface="Noto Sans KR"/>
                <a:cs typeface="Noto Sans KR"/>
              </a:defRPr>
            </a:lvl4pPr>
            <a:lvl5pPr>
              <a:defRPr sz="1950" b="1">
                <a:solidFill>
                  <a:srgbClr val="A4DDCA"/>
                </a:solidFill>
                <a:latin typeface="Noto Sans KR"/>
                <a:ea typeface="Noto Sans KR"/>
                <a:cs typeface="Noto Sans KR"/>
              </a:defRPr>
            </a:lvl5pPr>
            <a:lvl6pPr>
              <a:defRPr sz="1950" b="1">
                <a:solidFill>
                  <a:srgbClr val="A4DDCA"/>
                </a:solidFill>
                <a:latin typeface="Noto Sans KR"/>
                <a:ea typeface="Noto Sans KR"/>
                <a:cs typeface="Noto Sans KR"/>
              </a:defRPr>
            </a:lvl6pPr>
            <a:lvl7pPr>
              <a:defRPr sz="1950" b="1">
                <a:solidFill>
                  <a:srgbClr val="A4DDCA"/>
                </a:solidFill>
                <a:latin typeface="Noto Sans KR"/>
                <a:ea typeface="Noto Sans KR"/>
                <a:cs typeface="Noto Sans KR"/>
              </a:defRPr>
            </a:lvl7pPr>
            <a:lvl8pPr>
              <a:defRPr sz="1950" b="1">
                <a:solidFill>
                  <a:srgbClr val="A4DDCA"/>
                </a:solidFill>
                <a:latin typeface="Noto Sans KR"/>
                <a:ea typeface="Noto Sans KR"/>
                <a:cs typeface="Noto Sans KR"/>
              </a:defRPr>
            </a:lvl8pPr>
            <a:lvl9pPr>
              <a:defRPr sz="1950" b="1">
                <a:solidFill>
                  <a:srgbClr val="A4DDCA"/>
                </a:solidFill>
                <a:latin typeface="Noto Sans KR"/>
                <a:ea typeface="Noto Sans KR"/>
                <a:cs typeface="Noto Sans KR"/>
              </a:defRPr>
            </a:lvl9pPr>
          </a:lstStyle>
          <a:p xmlns:a="http://schemas.openxmlformats.org/drawingml/2006/main">
            <a:pPr>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저장하는 것</a:t>
            </a:r>
          </a:p>
        </p:txBody>
      </p:sp>
      <p:sp>
        <p:nvSpPr>
          <p:cNvPr id="4" name="body-0">
            <a:extLst xmlns:a="http://schemas.openxmlformats.org/drawingml/2006/main">
              <a:ext uri="{FF2B5EF4-FFF2-40B4-BE49-F238E27FC236}">
                <a16:creationId xmlns:a16="http://schemas.microsoft.com/office/drawing/2014/main" id="{C1E75628-9D3F-4F75-A99A-DEEE6EF1B0F5}"/>
              </a:ext>
            </a:extLst>
          </p:cNvPr>
          <p:cNvSpPr>
            <a:spLocks xmlns:a="http://schemas.openxmlformats.org/drawingml/2006/main" noGrp="1"/>
          </p:cNvSpPr>
          <p:nvPr/>
        </p:nvSpPr>
        <p:spPr>
          <a:xfrm xmlns:a="http://schemas.openxmlformats.org/drawingml/2006/main">
            <a:off x="3190875" y="186690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defRPr sz="2025" b="0">
                <a:solidFill>
                  <a:srgbClr val="E4EFEC"/>
                </a:solidFill>
                <a:latin typeface="Noto Sans KR"/>
                <a:ea typeface="Noto Sans KR"/>
                <a:cs typeface="Noto Sans KR"/>
              </a:defRPr>
            </a:lvl1pPr>
            <a:lvl2pPr>
              <a:defRPr sz="2025" b="0">
                <a:solidFill>
                  <a:srgbClr val="E4EFEC"/>
                </a:solidFill>
                <a:latin typeface="Noto Sans KR"/>
                <a:ea typeface="Noto Sans KR"/>
                <a:cs typeface="Noto Sans KR"/>
              </a:defRPr>
            </a:lvl2pPr>
            <a:lvl3pPr>
              <a:defRPr sz="2025" b="0">
                <a:solidFill>
                  <a:srgbClr val="E4EFEC"/>
                </a:solidFill>
                <a:latin typeface="Noto Sans KR"/>
                <a:ea typeface="Noto Sans KR"/>
                <a:cs typeface="Noto Sans KR"/>
              </a:defRPr>
            </a:lvl3pPr>
            <a:lvl4pPr>
              <a:defRPr sz="2025" b="0">
                <a:solidFill>
                  <a:srgbClr val="E4EFEC"/>
                </a:solidFill>
                <a:latin typeface="Noto Sans KR"/>
                <a:ea typeface="Noto Sans KR"/>
                <a:cs typeface="Noto Sans KR"/>
              </a:defRPr>
            </a:lvl4pPr>
            <a:lvl5pPr>
              <a:defRPr sz="2025" b="0">
                <a:solidFill>
                  <a:srgbClr val="E4EFEC"/>
                </a:solidFill>
                <a:latin typeface="Noto Sans KR"/>
                <a:ea typeface="Noto Sans KR"/>
                <a:cs typeface="Noto Sans KR"/>
              </a:defRPr>
            </a:lvl5pPr>
            <a:lvl6pPr>
              <a:defRPr sz="2025" b="0">
                <a:solidFill>
                  <a:srgbClr val="E4EFEC"/>
                </a:solidFill>
                <a:latin typeface="Noto Sans KR"/>
                <a:ea typeface="Noto Sans KR"/>
                <a:cs typeface="Noto Sans KR"/>
              </a:defRPr>
            </a:lvl6pPr>
            <a:lvl7pPr>
              <a:defRPr sz="2025" b="0">
                <a:solidFill>
                  <a:srgbClr val="E4EFEC"/>
                </a:solidFill>
                <a:latin typeface="Noto Sans KR"/>
                <a:ea typeface="Noto Sans KR"/>
                <a:cs typeface="Noto Sans KR"/>
              </a:defRPr>
            </a:lvl7pPr>
            <a:lvl8pPr>
              <a:defRPr sz="2025" b="0">
                <a:solidFill>
                  <a:srgbClr val="E4EFEC"/>
                </a:solidFill>
                <a:latin typeface="Noto Sans KR"/>
                <a:ea typeface="Noto Sans KR"/>
                <a:cs typeface="Noto Sans KR"/>
              </a:defRPr>
            </a:lvl8pPr>
            <a:lvl9pPr>
              <a:defRPr sz="2025" b="0">
                <a:solidFill>
                  <a:srgbClr val="E4EFEC"/>
                </a:solidFill>
                <a:latin typeface="Noto Sans KR"/>
                <a:ea typeface="Noto Sans KR"/>
                <a:cs typeface="Noto Sans KR"/>
              </a:defRPr>
            </a:lvl9pPr>
          </a:lstStyle>
          <a:p xmlns:a="http://schemas.openxmlformats.org/drawingml/2006/main">
            <a:pPr>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텍스트, 표, 이미지, 수식과 그 연결</a:t>
            </a:r>
          </a:p>
        </p:txBody>
      </p:sp>
      <p:sp>
        <p:nvSpPr>
          <p:cNvPr id="5" name="label-1">
            <a:extLst xmlns:a="http://schemas.openxmlformats.org/drawingml/2006/main">
              <a:ext uri="{FF2B5EF4-FFF2-40B4-BE49-F238E27FC236}">
                <a16:creationId xmlns:a16="http://schemas.microsoft.com/office/drawing/2014/main" id="{E7045905-13CF-491F-B772-0EBC23F86A05}"/>
              </a:ext>
            </a:extLst>
          </p:cNvPr>
          <p:cNvSpPr>
            <a:spLocks xmlns:a="http://schemas.openxmlformats.org/drawingml/2006/main" noGrp="1"/>
          </p:cNvSpPr>
          <p:nvPr/>
        </p:nvSpPr>
        <p:spPr>
          <a:xfrm xmlns:a="http://schemas.openxmlformats.org/drawingml/2006/main">
            <a:off x="609600" y="31337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defRPr sz="1950" b="1">
                <a:solidFill>
                  <a:srgbClr val="A4DDCA"/>
                </a:solidFill>
                <a:latin typeface="Noto Sans KR"/>
                <a:ea typeface="Noto Sans KR"/>
                <a:cs typeface="Noto Sans KR"/>
              </a:defRPr>
            </a:lvl1pPr>
            <a:lvl2pPr>
              <a:defRPr sz="1950" b="1">
                <a:solidFill>
                  <a:srgbClr val="A4DDCA"/>
                </a:solidFill>
                <a:latin typeface="Noto Sans KR"/>
                <a:ea typeface="Noto Sans KR"/>
                <a:cs typeface="Noto Sans KR"/>
              </a:defRPr>
            </a:lvl2pPr>
            <a:lvl3pPr>
              <a:defRPr sz="1950" b="1">
                <a:solidFill>
                  <a:srgbClr val="A4DDCA"/>
                </a:solidFill>
                <a:latin typeface="Noto Sans KR"/>
                <a:ea typeface="Noto Sans KR"/>
                <a:cs typeface="Noto Sans KR"/>
              </a:defRPr>
            </a:lvl3pPr>
            <a:lvl4pPr>
              <a:defRPr sz="1950" b="1">
                <a:solidFill>
                  <a:srgbClr val="A4DDCA"/>
                </a:solidFill>
                <a:latin typeface="Noto Sans KR"/>
                <a:ea typeface="Noto Sans KR"/>
                <a:cs typeface="Noto Sans KR"/>
              </a:defRPr>
            </a:lvl4pPr>
            <a:lvl5pPr>
              <a:defRPr sz="1950" b="1">
                <a:solidFill>
                  <a:srgbClr val="A4DDCA"/>
                </a:solidFill>
                <a:latin typeface="Noto Sans KR"/>
                <a:ea typeface="Noto Sans KR"/>
                <a:cs typeface="Noto Sans KR"/>
              </a:defRPr>
            </a:lvl5pPr>
            <a:lvl6pPr>
              <a:defRPr sz="1950" b="1">
                <a:solidFill>
                  <a:srgbClr val="A4DDCA"/>
                </a:solidFill>
                <a:latin typeface="Noto Sans KR"/>
                <a:ea typeface="Noto Sans KR"/>
                <a:cs typeface="Noto Sans KR"/>
              </a:defRPr>
            </a:lvl6pPr>
            <a:lvl7pPr>
              <a:defRPr sz="1950" b="1">
                <a:solidFill>
                  <a:srgbClr val="A4DDCA"/>
                </a:solidFill>
                <a:latin typeface="Noto Sans KR"/>
                <a:ea typeface="Noto Sans KR"/>
                <a:cs typeface="Noto Sans KR"/>
              </a:defRPr>
            </a:lvl7pPr>
            <a:lvl8pPr>
              <a:defRPr sz="1950" b="1">
                <a:solidFill>
                  <a:srgbClr val="A4DDCA"/>
                </a:solidFill>
                <a:latin typeface="Noto Sans KR"/>
                <a:ea typeface="Noto Sans KR"/>
                <a:cs typeface="Noto Sans KR"/>
              </a:defRPr>
            </a:lvl8pPr>
            <a:lvl9pPr>
              <a:defRPr sz="1950" b="1">
                <a:solidFill>
                  <a:srgbClr val="A4DDCA"/>
                </a:solidFill>
                <a:latin typeface="Noto Sans KR"/>
                <a:ea typeface="Noto Sans KR"/>
                <a:cs typeface="Noto Sans KR"/>
              </a:defRPr>
            </a:lvl9pPr>
          </a:lstStyle>
          <a:p xmlns:a="http://schemas.openxmlformats.org/drawingml/2006/main">
            <a:pPr>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미리 준비하는 일</a:t>
            </a:r>
          </a:p>
        </p:txBody>
      </p:sp>
      <p:sp>
        <p:nvSpPr>
          <p:cNvPr id="6" name="body-1">
            <a:extLst xmlns:a="http://schemas.openxmlformats.org/drawingml/2006/main">
              <a:ext uri="{FF2B5EF4-FFF2-40B4-BE49-F238E27FC236}">
                <a16:creationId xmlns:a16="http://schemas.microsoft.com/office/drawing/2014/main" id="{638894B9-8B03-4628-B276-DAAA5831FE1B}"/>
              </a:ext>
            </a:extLst>
          </p:cNvPr>
          <p:cNvSpPr>
            <a:spLocks xmlns:a="http://schemas.openxmlformats.org/drawingml/2006/main" noGrp="1"/>
          </p:cNvSpPr>
          <p:nvPr/>
        </p:nvSpPr>
        <p:spPr>
          <a:xfrm xmlns:a="http://schemas.openxmlformats.org/drawingml/2006/main">
            <a:off x="3190875" y="31337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defRPr sz="2025" b="0">
                <a:solidFill>
                  <a:srgbClr val="E4EFEC"/>
                </a:solidFill>
                <a:latin typeface="Noto Sans KR"/>
                <a:ea typeface="Noto Sans KR"/>
                <a:cs typeface="Noto Sans KR"/>
              </a:defRPr>
            </a:lvl1pPr>
            <a:lvl2pPr>
              <a:defRPr sz="2025" b="0">
                <a:solidFill>
                  <a:srgbClr val="E4EFEC"/>
                </a:solidFill>
                <a:latin typeface="Noto Sans KR"/>
                <a:ea typeface="Noto Sans KR"/>
                <a:cs typeface="Noto Sans KR"/>
              </a:defRPr>
            </a:lvl2pPr>
            <a:lvl3pPr>
              <a:defRPr sz="2025" b="0">
                <a:solidFill>
                  <a:srgbClr val="E4EFEC"/>
                </a:solidFill>
                <a:latin typeface="Noto Sans KR"/>
                <a:ea typeface="Noto Sans KR"/>
                <a:cs typeface="Noto Sans KR"/>
              </a:defRPr>
            </a:lvl3pPr>
            <a:lvl4pPr>
              <a:defRPr sz="2025" b="0">
                <a:solidFill>
                  <a:srgbClr val="E4EFEC"/>
                </a:solidFill>
                <a:latin typeface="Noto Sans KR"/>
                <a:ea typeface="Noto Sans KR"/>
                <a:cs typeface="Noto Sans KR"/>
              </a:defRPr>
            </a:lvl4pPr>
            <a:lvl5pPr>
              <a:defRPr sz="2025" b="0">
                <a:solidFill>
                  <a:srgbClr val="E4EFEC"/>
                </a:solidFill>
                <a:latin typeface="Noto Sans KR"/>
                <a:ea typeface="Noto Sans KR"/>
                <a:cs typeface="Noto Sans KR"/>
              </a:defRPr>
            </a:lvl5pPr>
            <a:lvl6pPr>
              <a:defRPr sz="2025" b="0">
                <a:solidFill>
                  <a:srgbClr val="E4EFEC"/>
                </a:solidFill>
                <a:latin typeface="Noto Sans KR"/>
                <a:ea typeface="Noto Sans KR"/>
                <a:cs typeface="Noto Sans KR"/>
              </a:defRPr>
            </a:lvl6pPr>
            <a:lvl7pPr>
              <a:defRPr sz="2025" b="0">
                <a:solidFill>
                  <a:srgbClr val="E4EFEC"/>
                </a:solidFill>
                <a:latin typeface="Noto Sans KR"/>
                <a:ea typeface="Noto Sans KR"/>
                <a:cs typeface="Noto Sans KR"/>
              </a:defRPr>
            </a:lvl7pPr>
            <a:lvl8pPr>
              <a:defRPr sz="2025" b="0">
                <a:solidFill>
                  <a:srgbClr val="E4EFEC"/>
                </a:solidFill>
                <a:latin typeface="Noto Sans KR"/>
                <a:ea typeface="Noto Sans KR"/>
                <a:cs typeface="Noto Sans KR"/>
              </a:defRPr>
            </a:lvl8pPr>
            <a:lvl9pPr>
              <a:defRPr sz="2025" b="0">
                <a:solidFill>
                  <a:srgbClr val="E4EFEC"/>
                </a:solidFill>
                <a:latin typeface="Noto Sans KR"/>
                <a:ea typeface="Noto Sans KR"/>
                <a:cs typeface="Noto Sans KR"/>
              </a:defRPr>
            </a:lvl9pPr>
          </a:lstStyle>
          <a:p xmlns:a="http://schemas.openxmlformats.org/drawingml/2006/main">
            <a:pPr>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문서를 읽어 요소별 내용을 정리하고 서로 연결합니다.</a:t>
            </a:r>
          </a:p>
        </p:txBody>
      </p:sp>
      <p:sp>
        <p:nvSpPr>
          <p:cNvPr id="7" name="label-2">
            <a:extLst xmlns:a="http://schemas.openxmlformats.org/drawingml/2006/main">
              <a:ext uri="{FF2B5EF4-FFF2-40B4-BE49-F238E27FC236}">
                <a16:creationId xmlns:a16="http://schemas.microsoft.com/office/drawing/2014/main" id="{9E4E292A-3873-48B1-BD13-7A300EF9652F}"/>
              </a:ext>
            </a:extLst>
          </p:cNvPr>
          <p:cNvSpPr>
            <a:spLocks xmlns:a="http://schemas.openxmlformats.org/drawingml/2006/main" noGrp="1"/>
          </p:cNvSpPr>
          <p:nvPr/>
        </p:nvSpPr>
        <p:spPr>
          <a:xfrm xmlns:a="http://schemas.openxmlformats.org/drawingml/2006/main">
            <a:off x="609600" y="44005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defRPr sz="1950" b="1">
                <a:solidFill>
                  <a:srgbClr val="A4DDCA"/>
                </a:solidFill>
                <a:latin typeface="Noto Sans KR"/>
                <a:ea typeface="Noto Sans KR"/>
                <a:cs typeface="Noto Sans KR"/>
              </a:defRPr>
            </a:lvl1pPr>
            <a:lvl2pPr>
              <a:defRPr sz="1950" b="1">
                <a:solidFill>
                  <a:srgbClr val="A4DDCA"/>
                </a:solidFill>
                <a:latin typeface="Noto Sans KR"/>
                <a:ea typeface="Noto Sans KR"/>
                <a:cs typeface="Noto Sans KR"/>
              </a:defRPr>
            </a:lvl2pPr>
            <a:lvl3pPr>
              <a:defRPr sz="1950" b="1">
                <a:solidFill>
                  <a:srgbClr val="A4DDCA"/>
                </a:solidFill>
                <a:latin typeface="Noto Sans KR"/>
                <a:ea typeface="Noto Sans KR"/>
                <a:cs typeface="Noto Sans KR"/>
              </a:defRPr>
            </a:lvl3pPr>
            <a:lvl4pPr>
              <a:defRPr sz="1950" b="1">
                <a:solidFill>
                  <a:srgbClr val="A4DDCA"/>
                </a:solidFill>
                <a:latin typeface="Noto Sans KR"/>
                <a:ea typeface="Noto Sans KR"/>
                <a:cs typeface="Noto Sans KR"/>
              </a:defRPr>
            </a:lvl4pPr>
            <a:lvl5pPr>
              <a:defRPr sz="1950" b="1">
                <a:solidFill>
                  <a:srgbClr val="A4DDCA"/>
                </a:solidFill>
                <a:latin typeface="Noto Sans KR"/>
                <a:ea typeface="Noto Sans KR"/>
                <a:cs typeface="Noto Sans KR"/>
              </a:defRPr>
            </a:lvl5pPr>
            <a:lvl6pPr>
              <a:defRPr sz="1950" b="1">
                <a:solidFill>
                  <a:srgbClr val="A4DDCA"/>
                </a:solidFill>
                <a:latin typeface="Noto Sans KR"/>
                <a:ea typeface="Noto Sans KR"/>
                <a:cs typeface="Noto Sans KR"/>
              </a:defRPr>
            </a:lvl6pPr>
            <a:lvl7pPr>
              <a:defRPr sz="1950" b="1">
                <a:solidFill>
                  <a:srgbClr val="A4DDCA"/>
                </a:solidFill>
                <a:latin typeface="Noto Sans KR"/>
                <a:ea typeface="Noto Sans KR"/>
                <a:cs typeface="Noto Sans KR"/>
              </a:defRPr>
            </a:lvl7pPr>
            <a:lvl8pPr>
              <a:defRPr sz="1950" b="1">
                <a:solidFill>
                  <a:srgbClr val="A4DDCA"/>
                </a:solidFill>
                <a:latin typeface="Noto Sans KR"/>
                <a:ea typeface="Noto Sans KR"/>
                <a:cs typeface="Noto Sans KR"/>
              </a:defRPr>
            </a:lvl8pPr>
            <a:lvl9pPr>
              <a:defRPr sz="1950" b="1">
                <a:solidFill>
                  <a:srgbClr val="A4DDCA"/>
                </a:solidFill>
                <a:latin typeface="Noto Sans KR"/>
                <a:ea typeface="Noto Sans KR"/>
                <a:cs typeface="Noto Sans KR"/>
              </a:defRPr>
            </a:lvl9pPr>
          </a:lstStyle>
          <a:p xmlns:a="http://schemas.openxmlformats.org/drawingml/2006/main">
            <a:pPr>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질문이 오면 하는 일</a:t>
            </a:r>
          </a:p>
        </p:txBody>
      </p:sp>
      <p:sp>
        <p:nvSpPr>
          <p:cNvPr id="8" name="body-2">
            <a:extLst xmlns:a="http://schemas.openxmlformats.org/drawingml/2006/main">
              <a:ext uri="{FF2B5EF4-FFF2-40B4-BE49-F238E27FC236}">
                <a16:creationId xmlns:a16="http://schemas.microsoft.com/office/drawing/2014/main" id="{60337872-84EA-42E2-89FC-838954F802EA}"/>
              </a:ext>
            </a:extLst>
          </p:cNvPr>
          <p:cNvSpPr>
            <a:spLocks xmlns:a="http://schemas.openxmlformats.org/drawingml/2006/main" noGrp="1"/>
          </p:cNvSpPr>
          <p:nvPr/>
        </p:nvSpPr>
        <p:spPr>
          <a:xfrm xmlns:a="http://schemas.openxmlformats.org/drawingml/2006/main">
            <a:off x="3190875" y="44005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defRPr sz="2025" b="0">
                <a:solidFill>
                  <a:srgbClr val="E4EFEC"/>
                </a:solidFill>
                <a:latin typeface="Noto Sans KR"/>
                <a:ea typeface="Noto Sans KR"/>
                <a:cs typeface="Noto Sans KR"/>
              </a:defRPr>
            </a:lvl1pPr>
            <a:lvl2pPr>
              <a:defRPr sz="2025" b="0">
                <a:solidFill>
                  <a:srgbClr val="E4EFEC"/>
                </a:solidFill>
                <a:latin typeface="Noto Sans KR"/>
                <a:ea typeface="Noto Sans KR"/>
                <a:cs typeface="Noto Sans KR"/>
              </a:defRPr>
            </a:lvl2pPr>
            <a:lvl3pPr>
              <a:defRPr sz="2025" b="0">
                <a:solidFill>
                  <a:srgbClr val="E4EFEC"/>
                </a:solidFill>
                <a:latin typeface="Noto Sans KR"/>
                <a:ea typeface="Noto Sans KR"/>
                <a:cs typeface="Noto Sans KR"/>
              </a:defRPr>
            </a:lvl3pPr>
            <a:lvl4pPr>
              <a:defRPr sz="2025" b="0">
                <a:solidFill>
                  <a:srgbClr val="E4EFEC"/>
                </a:solidFill>
                <a:latin typeface="Noto Sans KR"/>
                <a:ea typeface="Noto Sans KR"/>
                <a:cs typeface="Noto Sans KR"/>
              </a:defRPr>
            </a:lvl4pPr>
            <a:lvl5pPr>
              <a:defRPr sz="2025" b="0">
                <a:solidFill>
                  <a:srgbClr val="E4EFEC"/>
                </a:solidFill>
                <a:latin typeface="Noto Sans KR"/>
                <a:ea typeface="Noto Sans KR"/>
                <a:cs typeface="Noto Sans KR"/>
              </a:defRPr>
            </a:lvl5pPr>
            <a:lvl6pPr>
              <a:defRPr sz="2025" b="0">
                <a:solidFill>
                  <a:srgbClr val="E4EFEC"/>
                </a:solidFill>
                <a:latin typeface="Noto Sans KR"/>
                <a:ea typeface="Noto Sans KR"/>
                <a:cs typeface="Noto Sans KR"/>
              </a:defRPr>
            </a:lvl6pPr>
            <a:lvl7pPr>
              <a:defRPr sz="2025" b="0">
                <a:solidFill>
                  <a:srgbClr val="E4EFEC"/>
                </a:solidFill>
                <a:latin typeface="Noto Sans KR"/>
                <a:ea typeface="Noto Sans KR"/>
                <a:cs typeface="Noto Sans KR"/>
              </a:defRPr>
            </a:lvl7pPr>
            <a:lvl8pPr>
              <a:defRPr sz="2025" b="0">
                <a:solidFill>
                  <a:srgbClr val="E4EFEC"/>
                </a:solidFill>
                <a:latin typeface="Noto Sans KR"/>
                <a:ea typeface="Noto Sans KR"/>
                <a:cs typeface="Noto Sans KR"/>
              </a:defRPr>
            </a:lvl8pPr>
            <a:lvl9pPr>
              <a:defRPr sz="2025" b="0">
                <a:solidFill>
                  <a:srgbClr val="E4EFEC"/>
                </a:solidFill>
                <a:latin typeface="Noto Sans KR"/>
                <a:ea typeface="Noto Sans KR"/>
                <a:cs typeface="Noto Sans KR"/>
              </a:defRPr>
            </a:lvl9pPr>
          </a:lstStyle>
          <a:p xmlns:a="http://schemas.openxmlformats.org/drawingml/2006/main">
            <a:pPr>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내용의 유사도와 문서 구조를 함께 보고 관련 요소를 가져옵니다.</a:t>
            </a:r>
          </a:p>
        </p:txBody>
      </p:sp>
      <p:sp>
        <p:nvSpPr>
          <p:cNvPr id="9" name="page">
            <a:extLst xmlns:a="http://schemas.openxmlformats.org/drawingml/2006/main">
              <a:ext uri="{FF2B5EF4-FFF2-40B4-BE49-F238E27FC236}">
                <a16:creationId xmlns:a16="http://schemas.microsoft.com/office/drawing/2014/main" id="{99D15D77-CFEC-4023-9EB4-A55130C5936F}"/>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defRPr sz="1125" b="0">
                <a:solidFill>
                  <a:srgbClr val="8EABB7"/>
                </a:solidFill>
                <a:latin typeface="Noto Sans KR"/>
                <a:ea typeface="Noto Sans KR"/>
                <a:cs typeface="Noto Sans KR"/>
              </a:defRPr>
            </a:lvl1pPr>
            <a:lvl2pPr>
              <a:defRPr sz="1125" b="0">
                <a:solidFill>
                  <a:srgbClr val="8EABB7"/>
                </a:solidFill>
                <a:latin typeface="Noto Sans KR"/>
                <a:ea typeface="Noto Sans KR"/>
                <a:cs typeface="Noto Sans KR"/>
              </a:defRPr>
            </a:lvl2pPr>
            <a:lvl3pPr>
              <a:defRPr sz="1125" b="0">
                <a:solidFill>
                  <a:srgbClr val="8EABB7"/>
                </a:solidFill>
                <a:latin typeface="Noto Sans KR"/>
                <a:ea typeface="Noto Sans KR"/>
                <a:cs typeface="Noto Sans KR"/>
              </a:defRPr>
            </a:lvl3pPr>
            <a:lvl4pPr>
              <a:defRPr sz="1125" b="0">
                <a:solidFill>
                  <a:srgbClr val="8EABB7"/>
                </a:solidFill>
                <a:latin typeface="Noto Sans KR"/>
                <a:ea typeface="Noto Sans KR"/>
                <a:cs typeface="Noto Sans KR"/>
              </a:defRPr>
            </a:lvl4pPr>
            <a:lvl5pPr>
              <a:defRPr sz="1125" b="0">
                <a:solidFill>
                  <a:srgbClr val="8EABB7"/>
                </a:solidFill>
                <a:latin typeface="Noto Sans KR"/>
                <a:ea typeface="Noto Sans KR"/>
                <a:cs typeface="Noto Sans KR"/>
              </a:defRPr>
            </a:lvl5pPr>
            <a:lvl6pPr>
              <a:defRPr sz="1125" b="0">
                <a:solidFill>
                  <a:srgbClr val="8EABB7"/>
                </a:solidFill>
                <a:latin typeface="Noto Sans KR"/>
                <a:ea typeface="Noto Sans KR"/>
                <a:cs typeface="Noto Sans KR"/>
              </a:defRPr>
            </a:lvl6pPr>
            <a:lvl7pPr>
              <a:defRPr sz="1125" b="0">
                <a:solidFill>
                  <a:srgbClr val="8EABB7"/>
                </a:solidFill>
                <a:latin typeface="Noto Sans KR"/>
                <a:ea typeface="Noto Sans KR"/>
                <a:cs typeface="Noto Sans KR"/>
              </a:defRPr>
            </a:lvl7pPr>
            <a:lvl8pPr>
              <a:defRPr sz="1125" b="0">
                <a:solidFill>
                  <a:srgbClr val="8EABB7"/>
                </a:solidFill>
                <a:latin typeface="Noto Sans KR"/>
                <a:ea typeface="Noto Sans KR"/>
                <a:cs typeface="Noto Sans KR"/>
              </a:defRPr>
            </a:lvl8pPr>
            <a:lvl9pPr>
              <a:defRPr sz="1125" b="0">
                <a:solidFill>
                  <a:srgbClr val="8EABB7"/>
                </a:solidFill>
                <a:latin typeface="Noto Sans KR"/>
                <a:ea typeface="Noto Sans KR"/>
                <a:cs typeface="Noto Sans KR"/>
              </a:defRPr>
            </a:lvl9pPr>
          </a:lstStyle>
          <a:p xmlns:a="http://schemas.openxmlformats.org/drawingml/2006/main">
            <a:pPr>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40</a:t>
            </a:r>
          </a:p>
        </p:txBody>
      </p:sp>
    </p:spTree>
    <p:extLst>
      <p:ext uri="{BB962C8B-B14F-4D97-AF65-F5344CB8AC3E}">
        <p14:creationId xmlns:p14="http://schemas.microsoft.com/office/powerpoint/2010/main" val="444557704"/>
      </p:ext>
    </p:extLst>
  </p:cSld>
</p:sld>
</file>

<file path=ppt/slides/slide41.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0" name="section">
            <a:extLst xmlns:a="http://schemas.openxmlformats.org/drawingml/2006/main">
              <a:ext uri="{FF2B5EF4-FFF2-40B4-BE49-F238E27FC236}">
                <a16:creationId xmlns:a16="http://schemas.microsoft.com/office/drawing/2014/main" id="{55C7F0AA-6BA9-43F9-98EA-47FDD31ED0C9}"/>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defRPr sz="1125" b="1">
                <a:solidFill>
                  <a:srgbClr val="A4DDCA"/>
                </a:solidFill>
                <a:latin typeface="Noto Sans KR"/>
                <a:ea typeface="Noto Sans KR"/>
                <a:cs typeface="Noto Sans KR"/>
              </a:defRPr>
            </a:lvl1pPr>
            <a:lvl2pPr>
              <a:defRPr sz="1125" b="1">
                <a:solidFill>
                  <a:srgbClr val="A4DDCA"/>
                </a:solidFill>
                <a:latin typeface="Noto Sans KR"/>
                <a:ea typeface="Noto Sans KR"/>
                <a:cs typeface="Noto Sans KR"/>
              </a:defRPr>
            </a:lvl2pPr>
            <a:lvl3pPr>
              <a:defRPr sz="1125" b="1">
                <a:solidFill>
                  <a:srgbClr val="A4DDCA"/>
                </a:solidFill>
                <a:latin typeface="Noto Sans KR"/>
                <a:ea typeface="Noto Sans KR"/>
                <a:cs typeface="Noto Sans KR"/>
              </a:defRPr>
            </a:lvl3pPr>
            <a:lvl4pPr>
              <a:defRPr sz="1125" b="1">
                <a:solidFill>
                  <a:srgbClr val="A4DDCA"/>
                </a:solidFill>
                <a:latin typeface="Noto Sans KR"/>
                <a:ea typeface="Noto Sans KR"/>
                <a:cs typeface="Noto Sans KR"/>
              </a:defRPr>
            </a:lvl4pPr>
            <a:lvl5pPr>
              <a:defRPr sz="1125" b="1">
                <a:solidFill>
                  <a:srgbClr val="A4DDCA"/>
                </a:solidFill>
                <a:latin typeface="Noto Sans KR"/>
                <a:ea typeface="Noto Sans KR"/>
                <a:cs typeface="Noto Sans KR"/>
              </a:defRPr>
            </a:lvl5pPr>
            <a:lvl6pPr>
              <a:defRPr sz="1125" b="1">
                <a:solidFill>
                  <a:srgbClr val="A4DDCA"/>
                </a:solidFill>
                <a:latin typeface="Noto Sans KR"/>
                <a:ea typeface="Noto Sans KR"/>
                <a:cs typeface="Noto Sans KR"/>
              </a:defRPr>
            </a:lvl6pPr>
            <a:lvl7pPr>
              <a:defRPr sz="1125" b="1">
                <a:solidFill>
                  <a:srgbClr val="A4DDCA"/>
                </a:solidFill>
                <a:latin typeface="Noto Sans KR"/>
                <a:ea typeface="Noto Sans KR"/>
                <a:cs typeface="Noto Sans KR"/>
              </a:defRPr>
            </a:lvl7pPr>
            <a:lvl8pPr>
              <a:defRPr sz="1125" b="1">
                <a:solidFill>
                  <a:srgbClr val="A4DDCA"/>
                </a:solidFill>
                <a:latin typeface="Noto Sans KR"/>
                <a:ea typeface="Noto Sans KR"/>
                <a:cs typeface="Noto Sans KR"/>
              </a:defRPr>
            </a:lvl8pPr>
            <a:lvl9pPr>
              <a:defRPr sz="1125" b="1">
                <a:solidFill>
                  <a:srgbClr val="A4DDCA"/>
                </a:solidFill>
                <a:latin typeface="Noto Sans KR"/>
                <a:ea typeface="Noto Sans KR"/>
                <a:cs typeface="Noto Sans KR"/>
              </a:defRPr>
            </a:lvl9pPr>
          </a:lstStyle>
          <a:p xmlns:a="http://schemas.openxmlformats.org/drawingml/2006/main">
            <a:pPr>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BBBA0A3C-0678-439E-8E45-AA83FA0C12FF}"/>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defRPr sz="3000" b="1">
                <a:solidFill>
                  <a:srgbClr val="E4EFEC"/>
                </a:solidFill>
                <a:latin typeface="Noto Sans KR"/>
                <a:ea typeface="Noto Sans KR"/>
                <a:cs typeface="Noto Sans KR"/>
              </a:defRPr>
            </a:lvl1pPr>
            <a:lvl2pPr>
              <a:defRPr sz="3000" b="1">
                <a:solidFill>
                  <a:srgbClr val="E4EFEC"/>
                </a:solidFill>
                <a:latin typeface="Noto Sans KR"/>
                <a:ea typeface="Noto Sans KR"/>
                <a:cs typeface="Noto Sans KR"/>
              </a:defRPr>
            </a:lvl2pPr>
            <a:lvl3pPr>
              <a:defRPr sz="3000" b="1">
                <a:solidFill>
                  <a:srgbClr val="E4EFEC"/>
                </a:solidFill>
                <a:latin typeface="Noto Sans KR"/>
                <a:ea typeface="Noto Sans KR"/>
                <a:cs typeface="Noto Sans KR"/>
              </a:defRPr>
            </a:lvl3pPr>
            <a:lvl4pPr>
              <a:defRPr sz="3000" b="1">
                <a:solidFill>
                  <a:srgbClr val="E4EFEC"/>
                </a:solidFill>
                <a:latin typeface="Noto Sans KR"/>
                <a:ea typeface="Noto Sans KR"/>
                <a:cs typeface="Noto Sans KR"/>
              </a:defRPr>
            </a:lvl4pPr>
            <a:lvl5pPr>
              <a:defRPr sz="3000" b="1">
                <a:solidFill>
                  <a:srgbClr val="E4EFEC"/>
                </a:solidFill>
                <a:latin typeface="Noto Sans KR"/>
                <a:ea typeface="Noto Sans KR"/>
                <a:cs typeface="Noto Sans KR"/>
              </a:defRPr>
            </a:lvl5pPr>
            <a:lvl6pPr>
              <a:defRPr sz="3000" b="1">
                <a:solidFill>
                  <a:srgbClr val="E4EFEC"/>
                </a:solidFill>
                <a:latin typeface="Noto Sans KR"/>
                <a:ea typeface="Noto Sans KR"/>
                <a:cs typeface="Noto Sans KR"/>
              </a:defRPr>
            </a:lvl6pPr>
            <a:lvl7pPr>
              <a:defRPr sz="3000" b="1">
                <a:solidFill>
                  <a:srgbClr val="E4EFEC"/>
                </a:solidFill>
                <a:latin typeface="Noto Sans KR"/>
                <a:ea typeface="Noto Sans KR"/>
                <a:cs typeface="Noto Sans KR"/>
              </a:defRPr>
            </a:lvl7pPr>
            <a:lvl8pPr>
              <a:defRPr sz="3000" b="1">
                <a:solidFill>
                  <a:srgbClr val="E4EFEC"/>
                </a:solidFill>
                <a:latin typeface="Noto Sans KR"/>
                <a:ea typeface="Noto Sans KR"/>
                <a:cs typeface="Noto Sans KR"/>
              </a:defRPr>
            </a:lvl8pPr>
            <a:lvl9pPr>
              <a:defRPr sz="3000" b="1">
                <a:solidFill>
                  <a:srgbClr val="E4EFEC"/>
                </a:solidFill>
                <a:latin typeface="Noto Sans KR"/>
                <a:ea typeface="Noto Sans KR"/>
                <a:cs typeface="Noto Sans KR"/>
              </a:defRPr>
            </a:lvl9pPr>
          </a:lstStyle>
          <a:p xmlns:a="http://schemas.openxmlformats.org/drawingml/2006/main">
            <a:pPr>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RAG-Anything를 질문에 대입하면</a:t>
            </a:r>
          </a:p>
        </p:txBody>
      </p:sp>
      <p:sp>
        <p:nvSpPr>
          <p:cNvPr id="3" name="label-0">
            <a:extLst xmlns:a="http://schemas.openxmlformats.org/drawingml/2006/main">
              <a:ext uri="{FF2B5EF4-FFF2-40B4-BE49-F238E27FC236}">
                <a16:creationId xmlns:a16="http://schemas.microsoft.com/office/drawing/2014/main" id="{388B11A4-E9FF-4B07-8DD7-178B0E34DDF1}"/>
              </a:ext>
            </a:extLst>
          </p:cNvPr>
          <p:cNvSpPr>
            <a:spLocks xmlns:a="http://schemas.openxmlformats.org/drawingml/2006/main" noGrp="1"/>
          </p:cNvSpPr>
          <p:nvPr/>
        </p:nvSpPr>
        <p:spPr>
          <a:xfrm xmlns:a="http://schemas.openxmlformats.org/drawingml/2006/main">
            <a:off x="609600" y="186690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defRPr sz="1950" b="1">
                <a:solidFill>
                  <a:srgbClr val="A4DDCA"/>
                </a:solidFill>
                <a:latin typeface="Noto Sans KR"/>
                <a:ea typeface="Noto Sans KR"/>
                <a:cs typeface="Noto Sans KR"/>
              </a:defRPr>
            </a:lvl1pPr>
            <a:lvl2pPr>
              <a:defRPr sz="1950" b="1">
                <a:solidFill>
                  <a:srgbClr val="A4DDCA"/>
                </a:solidFill>
                <a:latin typeface="Noto Sans KR"/>
                <a:ea typeface="Noto Sans KR"/>
                <a:cs typeface="Noto Sans KR"/>
              </a:defRPr>
            </a:lvl2pPr>
            <a:lvl3pPr>
              <a:defRPr sz="1950" b="1">
                <a:solidFill>
                  <a:srgbClr val="A4DDCA"/>
                </a:solidFill>
                <a:latin typeface="Noto Sans KR"/>
                <a:ea typeface="Noto Sans KR"/>
                <a:cs typeface="Noto Sans KR"/>
              </a:defRPr>
            </a:lvl3pPr>
            <a:lvl4pPr>
              <a:defRPr sz="1950" b="1">
                <a:solidFill>
                  <a:srgbClr val="A4DDCA"/>
                </a:solidFill>
                <a:latin typeface="Noto Sans KR"/>
                <a:ea typeface="Noto Sans KR"/>
                <a:cs typeface="Noto Sans KR"/>
              </a:defRPr>
            </a:lvl4pPr>
            <a:lvl5pPr>
              <a:defRPr sz="1950" b="1">
                <a:solidFill>
                  <a:srgbClr val="A4DDCA"/>
                </a:solidFill>
                <a:latin typeface="Noto Sans KR"/>
                <a:ea typeface="Noto Sans KR"/>
                <a:cs typeface="Noto Sans KR"/>
              </a:defRPr>
            </a:lvl5pPr>
            <a:lvl6pPr>
              <a:defRPr sz="1950" b="1">
                <a:solidFill>
                  <a:srgbClr val="A4DDCA"/>
                </a:solidFill>
                <a:latin typeface="Noto Sans KR"/>
                <a:ea typeface="Noto Sans KR"/>
                <a:cs typeface="Noto Sans KR"/>
              </a:defRPr>
            </a:lvl6pPr>
            <a:lvl7pPr>
              <a:defRPr sz="1950" b="1">
                <a:solidFill>
                  <a:srgbClr val="A4DDCA"/>
                </a:solidFill>
                <a:latin typeface="Noto Sans KR"/>
                <a:ea typeface="Noto Sans KR"/>
                <a:cs typeface="Noto Sans KR"/>
              </a:defRPr>
            </a:lvl7pPr>
            <a:lvl8pPr>
              <a:defRPr sz="1950" b="1">
                <a:solidFill>
                  <a:srgbClr val="A4DDCA"/>
                </a:solidFill>
                <a:latin typeface="Noto Sans KR"/>
                <a:ea typeface="Noto Sans KR"/>
                <a:cs typeface="Noto Sans KR"/>
              </a:defRPr>
            </a:lvl8pPr>
            <a:lvl9pPr>
              <a:defRPr sz="1950" b="1">
                <a:solidFill>
                  <a:srgbClr val="A4DDCA"/>
                </a:solidFill>
                <a:latin typeface="Noto Sans KR"/>
                <a:ea typeface="Noto Sans KR"/>
                <a:cs typeface="Noto Sans KR"/>
              </a:defRPr>
            </a:lvl9pPr>
          </a:lstStyle>
          <a:p xmlns:a="http://schemas.openxmlformats.org/drawingml/2006/main">
            <a:pPr>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예시 질문</a:t>
            </a:r>
          </a:p>
        </p:txBody>
      </p:sp>
      <p:sp>
        <p:nvSpPr>
          <p:cNvPr id="4" name="body-0">
            <a:extLst xmlns:a="http://schemas.openxmlformats.org/drawingml/2006/main">
              <a:ext uri="{FF2B5EF4-FFF2-40B4-BE49-F238E27FC236}">
                <a16:creationId xmlns:a16="http://schemas.microsoft.com/office/drawing/2014/main" id="{AB3E89A8-DE7E-42C5-8C32-B4450427CDEE}"/>
              </a:ext>
            </a:extLst>
          </p:cNvPr>
          <p:cNvSpPr>
            <a:spLocks xmlns:a="http://schemas.openxmlformats.org/drawingml/2006/main" noGrp="1"/>
          </p:cNvSpPr>
          <p:nvPr/>
        </p:nvSpPr>
        <p:spPr>
          <a:xfrm xmlns:a="http://schemas.openxmlformats.org/drawingml/2006/main">
            <a:off x="3190875" y="186690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defRPr sz="2025" b="0">
                <a:solidFill>
                  <a:srgbClr val="E4EFEC"/>
                </a:solidFill>
                <a:latin typeface="Noto Sans KR"/>
                <a:ea typeface="Noto Sans KR"/>
                <a:cs typeface="Noto Sans KR"/>
              </a:defRPr>
            </a:lvl1pPr>
            <a:lvl2pPr>
              <a:defRPr sz="2025" b="0">
                <a:solidFill>
                  <a:srgbClr val="E4EFEC"/>
                </a:solidFill>
                <a:latin typeface="Noto Sans KR"/>
                <a:ea typeface="Noto Sans KR"/>
                <a:cs typeface="Noto Sans KR"/>
              </a:defRPr>
            </a:lvl2pPr>
            <a:lvl3pPr>
              <a:defRPr sz="2025" b="0">
                <a:solidFill>
                  <a:srgbClr val="E4EFEC"/>
                </a:solidFill>
                <a:latin typeface="Noto Sans KR"/>
                <a:ea typeface="Noto Sans KR"/>
                <a:cs typeface="Noto Sans KR"/>
              </a:defRPr>
            </a:lvl3pPr>
            <a:lvl4pPr>
              <a:defRPr sz="2025" b="0">
                <a:solidFill>
                  <a:srgbClr val="E4EFEC"/>
                </a:solidFill>
                <a:latin typeface="Noto Sans KR"/>
                <a:ea typeface="Noto Sans KR"/>
                <a:cs typeface="Noto Sans KR"/>
              </a:defRPr>
            </a:lvl4pPr>
            <a:lvl5pPr>
              <a:defRPr sz="2025" b="0">
                <a:solidFill>
                  <a:srgbClr val="E4EFEC"/>
                </a:solidFill>
                <a:latin typeface="Noto Sans KR"/>
                <a:ea typeface="Noto Sans KR"/>
                <a:cs typeface="Noto Sans KR"/>
              </a:defRPr>
            </a:lvl5pPr>
            <a:lvl6pPr>
              <a:defRPr sz="2025" b="0">
                <a:solidFill>
                  <a:srgbClr val="E4EFEC"/>
                </a:solidFill>
                <a:latin typeface="Noto Sans KR"/>
                <a:ea typeface="Noto Sans KR"/>
                <a:cs typeface="Noto Sans KR"/>
              </a:defRPr>
            </a:lvl6pPr>
            <a:lvl7pPr>
              <a:defRPr sz="2025" b="0">
                <a:solidFill>
                  <a:srgbClr val="E4EFEC"/>
                </a:solidFill>
                <a:latin typeface="Noto Sans KR"/>
                <a:ea typeface="Noto Sans KR"/>
                <a:cs typeface="Noto Sans KR"/>
              </a:defRPr>
            </a:lvl7pPr>
            <a:lvl8pPr>
              <a:defRPr sz="2025" b="0">
                <a:solidFill>
                  <a:srgbClr val="E4EFEC"/>
                </a:solidFill>
                <a:latin typeface="Noto Sans KR"/>
                <a:ea typeface="Noto Sans KR"/>
                <a:cs typeface="Noto Sans KR"/>
              </a:defRPr>
            </a:lvl8pPr>
            <a:lvl9pPr>
              <a:defRPr sz="2025" b="0">
                <a:solidFill>
                  <a:srgbClr val="E4EFEC"/>
                </a:solidFill>
                <a:latin typeface="Noto Sans KR"/>
                <a:ea typeface="Noto Sans KR"/>
                <a:cs typeface="Noto Sans KR"/>
              </a:defRPr>
            </a:lvl9pPr>
          </a:lstStyle>
          <a:p xmlns:a="http://schemas.openxmlformats.org/drawingml/2006/main">
            <a:pPr>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운영 설명과 성능 표를 함께 보면 어떤 결론을 낼 수 있나요?</a:t>
            </a:r>
          </a:p>
        </p:txBody>
      </p:sp>
      <p:sp>
        <p:nvSpPr>
          <p:cNvPr id="5" name="label-1">
            <a:extLst xmlns:a="http://schemas.openxmlformats.org/drawingml/2006/main">
              <a:ext uri="{FF2B5EF4-FFF2-40B4-BE49-F238E27FC236}">
                <a16:creationId xmlns:a16="http://schemas.microsoft.com/office/drawing/2014/main" id="{2B11ECC9-8EA2-4DBA-BDF0-DF367CAE172A}"/>
              </a:ext>
            </a:extLst>
          </p:cNvPr>
          <p:cNvSpPr>
            <a:spLocks xmlns:a="http://schemas.openxmlformats.org/drawingml/2006/main" noGrp="1"/>
          </p:cNvSpPr>
          <p:nvPr/>
        </p:nvSpPr>
        <p:spPr>
          <a:xfrm xmlns:a="http://schemas.openxmlformats.org/drawingml/2006/main">
            <a:off x="609600" y="31337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defRPr sz="1950" b="1">
                <a:solidFill>
                  <a:srgbClr val="A4DDCA"/>
                </a:solidFill>
                <a:latin typeface="Noto Sans KR"/>
                <a:ea typeface="Noto Sans KR"/>
                <a:cs typeface="Noto Sans KR"/>
              </a:defRPr>
            </a:lvl1pPr>
            <a:lvl2pPr>
              <a:defRPr sz="1950" b="1">
                <a:solidFill>
                  <a:srgbClr val="A4DDCA"/>
                </a:solidFill>
                <a:latin typeface="Noto Sans KR"/>
                <a:ea typeface="Noto Sans KR"/>
                <a:cs typeface="Noto Sans KR"/>
              </a:defRPr>
            </a:lvl2pPr>
            <a:lvl3pPr>
              <a:defRPr sz="1950" b="1">
                <a:solidFill>
                  <a:srgbClr val="A4DDCA"/>
                </a:solidFill>
                <a:latin typeface="Noto Sans KR"/>
                <a:ea typeface="Noto Sans KR"/>
                <a:cs typeface="Noto Sans KR"/>
              </a:defRPr>
            </a:lvl3pPr>
            <a:lvl4pPr>
              <a:defRPr sz="1950" b="1">
                <a:solidFill>
                  <a:srgbClr val="A4DDCA"/>
                </a:solidFill>
                <a:latin typeface="Noto Sans KR"/>
                <a:ea typeface="Noto Sans KR"/>
                <a:cs typeface="Noto Sans KR"/>
              </a:defRPr>
            </a:lvl4pPr>
            <a:lvl5pPr>
              <a:defRPr sz="1950" b="1">
                <a:solidFill>
                  <a:srgbClr val="A4DDCA"/>
                </a:solidFill>
                <a:latin typeface="Noto Sans KR"/>
                <a:ea typeface="Noto Sans KR"/>
                <a:cs typeface="Noto Sans KR"/>
              </a:defRPr>
            </a:lvl5pPr>
            <a:lvl6pPr>
              <a:defRPr sz="1950" b="1">
                <a:solidFill>
                  <a:srgbClr val="A4DDCA"/>
                </a:solidFill>
                <a:latin typeface="Noto Sans KR"/>
                <a:ea typeface="Noto Sans KR"/>
                <a:cs typeface="Noto Sans KR"/>
              </a:defRPr>
            </a:lvl6pPr>
            <a:lvl7pPr>
              <a:defRPr sz="1950" b="1">
                <a:solidFill>
                  <a:srgbClr val="A4DDCA"/>
                </a:solidFill>
                <a:latin typeface="Noto Sans KR"/>
                <a:ea typeface="Noto Sans KR"/>
                <a:cs typeface="Noto Sans KR"/>
              </a:defRPr>
            </a:lvl7pPr>
            <a:lvl8pPr>
              <a:defRPr sz="1950" b="1">
                <a:solidFill>
                  <a:srgbClr val="A4DDCA"/>
                </a:solidFill>
                <a:latin typeface="Noto Sans KR"/>
                <a:ea typeface="Noto Sans KR"/>
                <a:cs typeface="Noto Sans KR"/>
              </a:defRPr>
            </a:lvl8pPr>
            <a:lvl9pPr>
              <a:defRPr sz="1950" b="1">
                <a:solidFill>
                  <a:srgbClr val="A4DDCA"/>
                </a:solidFill>
                <a:latin typeface="Noto Sans KR"/>
                <a:ea typeface="Noto Sans KR"/>
                <a:cs typeface="Noto Sans KR"/>
              </a:defRPr>
            </a:lvl9pPr>
          </a:lstStyle>
          <a:p xmlns:a="http://schemas.openxmlformats.org/drawingml/2006/main">
            <a:pPr>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모을 근거</a:t>
            </a:r>
          </a:p>
        </p:txBody>
      </p:sp>
      <p:sp>
        <p:nvSpPr>
          <p:cNvPr id="6" name="body-1">
            <a:extLst xmlns:a="http://schemas.openxmlformats.org/drawingml/2006/main">
              <a:ext uri="{FF2B5EF4-FFF2-40B4-BE49-F238E27FC236}">
                <a16:creationId xmlns:a16="http://schemas.microsoft.com/office/drawing/2014/main" id="{A34E6124-9974-4182-86F7-039979501FC4}"/>
              </a:ext>
            </a:extLst>
          </p:cNvPr>
          <p:cNvSpPr>
            <a:spLocks xmlns:a="http://schemas.openxmlformats.org/drawingml/2006/main" noGrp="1"/>
          </p:cNvSpPr>
          <p:nvPr/>
        </p:nvSpPr>
        <p:spPr>
          <a:xfrm xmlns:a="http://schemas.openxmlformats.org/drawingml/2006/main">
            <a:off x="3190875" y="31337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defRPr sz="2025" b="0">
                <a:solidFill>
                  <a:srgbClr val="E4EFEC"/>
                </a:solidFill>
                <a:latin typeface="Noto Sans KR"/>
                <a:ea typeface="Noto Sans KR"/>
                <a:cs typeface="Noto Sans KR"/>
              </a:defRPr>
            </a:lvl1pPr>
            <a:lvl2pPr>
              <a:defRPr sz="2025" b="0">
                <a:solidFill>
                  <a:srgbClr val="E4EFEC"/>
                </a:solidFill>
                <a:latin typeface="Noto Sans KR"/>
                <a:ea typeface="Noto Sans KR"/>
                <a:cs typeface="Noto Sans KR"/>
              </a:defRPr>
            </a:lvl2pPr>
            <a:lvl3pPr>
              <a:defRPr sz="2025" b="0">
                <a:solidFill>
                  <a:srgbClr val="E4EFEC"/>
                </a:solidFill>
                <a:latin typeface="Noto Sans KR"/>
                <a:ea typeface="Noto Sans KR"/>
                <a:cs typeface="Noto Sans KR"/>
              </a:defRPr>
            </a:lvl3pPr>
            <a:lvl4pPr>
              <a:defRPr sz="2025" b="0">
                <a:solidFill>
                  <a:srgbClr val="E4EFEC"/>
                </a:solidFill>
                <a:latin typeface="Noto Sans KR"/>
                <a:ea typeface="Noto Sans KR"/>
                <a:cs typeface="Noto Sans KR"/>
              </a:defRPr>
            </a:lvl4pPr>
            <a:lvl5pPr>
              <a:defRPr sz="2025" b="0">
                <a:solidFill>
                  <a:srgbClr val="E4EFEC"/>
                </a:solidFill>
                <a:latin typeface="Noto Sans KR"/>
                <a:ea typeface="Noto Sans KR"/>
                <a:cs typeface="Noto Sans KR"/>
              </a:defRPr>
            </a:lvl5pPr>
            <a:lvl6pPr>
              <a:defRPr sz="2025" b="0">
                <a:solidFill>
                  <a:srgbClr val="E4EFEC"/>
                </a:solidFill>
                <a:latin typeface="Noto Sans KR"/>
                <a:ea typeface="Noto Sans KR"/>
                <a:cs typeface="Noto Sans KR"/>
              </a:defRPr>
            </a:lvl6pPr>
            <a:lvl7pPr>
              <a:defRPr sz="2025" b="0">
                <a:solidFill>
                  <a:srgbClr val="E4EFEC"/>
                </a:solidFill>
                <a:latin typeface="Noto Sans KR"/>
                <a:ea typeface="Noto Sans KR"/>
                <a:cs typeface="Noto Sans KR"/>
              </a:defRPr>
            </a:lvl7pPr>
            <a:lvl8pPr>
              <a:defRPr sz="2025" b="0">
                <a:solidFill>
                  <a:srgbClr val="E4EFEC"/>
                </a:solidFill>
                <a:latin typeface="Noto Sans KR"/>
                <a:ea typeface="Noto Sans KR"/>
                <a:cs typeface="Noto Sans KR"/>
              </a:defRPr>
            </a:lvl8pPr>
            <a:lvl9pPr>
              <a:defRPr sz="2025" b="0">
                <a:solidFill>
                  <a:srgbClr val="E4EFEC"/>
                </a:solidFill>
                <a:latin typeface="Noto Sans KR"/>
                <a:ea typeface="Noto Sans KR"/>
                <a:cs typeface="Noto Sans KR"/>
              </a:defRPr>
            </a:lvl9pPr>
          </a:lstStyle>
          <a:p xmlns:a="http://schemas.openxmlformats.org/drawingml/2006/main">
            <a:pPr>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본문 설명에 표의 수치와 필요한 이미지 근거를 함께 붙입니다.</a:t>
            </a:r>
          </a:p>
        </p:txBody>
      </p:sp>
      <p:sp>
        <p:nvSpPr>
          <p:cNvPr id="7" name="label-2">
            <a:extLst xmlns:a="http://schemas.openxmlformats.org/drawingml/2006/main">
              <a:ext uri="{FF2B5EF4-FFF2-40B4-BE49-F238E27FC236}">
                <a16:creationId xmlns:a16="http://schemas.microsoft.com/office/drawing/2014/main" id="{320A7AF2-2E18-495E-88C6-E28318210EDA}"/>
              </a:ext>
            </a:extLst>
          </p:cNvPr>
          <p:cNvSpPr>
            <a:spLocks xmlns:a="http://schemas.openxmlformats.org/drawingml/2006/main" noGrp="1"/>
          </p:cNvSpPr>
          <p:nvPr/>
        </p:nvSpPr>
        <p:spPr>
          <a:xfrm xmlns:a="http://schemas.openxmlformats.org/drawingml/2006/main">
            <a:off x="609600" y="44005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defRPr sz="1950" b="1">
                <a:solidFill>
                  <a:srgbClr val="A4DDCA"/>
                </a:solidFill>
                <a:latin typeface="Noto Sans KR"/>
                <a:ea typeface="Noto Sans KR"/>
                <a:cs typeface="Noto Sans KR"/>
              </a:defRPr>
            </a:lvl1pPr>
            <a:lvl2pPr>
              <a:defRPr sz="1950" b="1">
                <a:solidFill>
                  <a:srgbClr val="A4DDCA"/>
                </a:solidFill>
                <a:latin typeface="Noto Sans KR"/>
                <a:ea typeface="Noto Sans KR"/>
                <a:cs typeface="Noto Sans KR"/>
              </a:defRPr>
            </a:lvl2pPr>
            <a:lvl3pPr>
              <a:defRPr sz="1950" b="1">
                <a:solidFill>
                  <a:srgbClr val="A4DDCA"/>
                </a:solidFill>
                <a:latin typeface="Noto Sans KR"/>
                <a:ea typeface="Noto Sans KR"/>
                <a:cs typeface="Noto Sans KR"/>
              </a:defRPr>
            </a:lvl3pPr>
            <a:lvl4pPr>
              <a:defRPr sz="1950" b="1">
                <a:solidFill>
                  <a:srgbClr val="A4DDCA"/>
                </a:solidFill>
                <a:latin typeface="Noto Sans KR"/>
                <a:ea typeface="Noto Sans KR"/>
                <a:cs typeface="Noto Sans KR"/>
              </a:defRPr>
            </a:lvl4pPr>
            <a:lvl5pPr>
              <a:defRPr sz="1950" b="1">
                <a:solidFill>
                  <a:srgbClr val="A4DDCA"/>
                </a:solidFill>
                <a:latin typeface="Noto Sans KR"/>
                <a:ea typeface="Noto Sans KR"/>
                <a:cs typeface="Noto Sans KR"/>
              </a:defRPr>
            </a:lvl5pPr>
            <a:lvl6pPr>
              <a:defRPr sz="1950" b="1">
                <a:solidFill>
                  <a:srgbClr val="A4DDCA"/>
                </a:solidFill>
                <a:latin typeface="Noto Sans KR"/>
                <a:ea typeface="Noto Sans KR"/>
                <a:cs typeface="Noto Sans KR"/>
              </a:defRPr>
            </a:lvl6pPr>
            <a:lvl7pPr>
              <a:defRPr sz="1950" b="1">
                <a:solidFill>
                  <a:srgbClr val="A4DDCA"/>
                </a:solidFill>
                <a:latin typeface="Noto Sans KR"/>
                <a:ea typeface="Noto Sans KR"/>
                <a:cs typeface="Noto Sans KR"/>
              </a:defRPr>
            </a:lvl7pPr>
            <a:lvl8pPr>
              <a:defRPr sz="1950" b="1">
                <a:solidFill>
                  <a:srgbClr val="A4DDCA"/>
                </a:solidFill>
                <a:latin typeface="Noto Sans KR"/>
                <a:ea typeface="Noto Sans KR"/>
                <a:cs typeface="Noto Sans KR"/>
              </a:defRPr>
            </a:lvl8pPr>
            <a:lvl9pPr>
              <a:defRPr sz="1950" b="1">
                <a:solidFill>
                  <a:srgbClr val="A4DDCA"/>
                </a:solidFill>
                <a:latin typeface="Noto Sans KR"/>
                <a:ea typeface="Noto Sans KR"/>
                <a:cs typeface="Noto Sans KR"/>
              </a:defRPr>
            </a:lvl9pPr>
          </a:lstStyle>
          <a:p xmlns:a="http://schemas.openxmlformats.org/drawingml/2006/main">
            <a:pPr>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주의할 점</a:t>
            </a:r>
          </a:p>
        </p:txBody>
      </p:sp>
      <p:sp>
        <p:nvSpPr>
          <p:cNvPr id="8" name="body-2">
            <a:extLst xmlns:a="http://schemas.openxmlformats.org/drawingml/2006/main">
              <a:ext uri="{FF2B5EF4-FFF2-40B4-BE49-F238E27FC236}">
                <a16:creationId xmlns:a16="http://schemas.microsoft.com/office/drawing/2014/main" id="{32A2E203-F22A-4263-BE31-D2F2E10B24AC}"/>
              </a:ext>
            </a:extLst>
          </p:cNvPr>
          <p:cNvSpPr>
            <a:spLocks xmlns:a="http://schemas.openxmlformats.org/drawingml/2006/main" noGrp="1"/>
          </p:cNvSpPr>
          <p:nvPr/>
        </p:nvSpPr>
        <p:spPr>
          <a:xfrm xmlns:a="http://schemas.openxmlformats.org/drawingml/2006/main">
            <a:off x="3190875" y="44005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defRPr sz="2025" b="0">
                <a:solidFill>
                  <a:srgbClr val="E4EFEC"/>
                </a:solidFill>
                <a:latin typeface="Noto Sans KR"/>
                <a:ea typeface="Noto Sans KR"/>
                <a:cs typeface="Noto Sans KR"/>
              </a:defRPr>
            </a:lvl1pPr>
            <a:lvl2pPr>
              <a:defRPr sz="2025" b="0">
                <a:solidFill>
                  <a:srgbClr val="E4EFEC"/>
                </a:solidFill>
                <a:latin typeface="Noto Sans KR"/>
                <a:ea typeface="Noto Sans KR"/>
                <a:cs typeface="Noto Sans KR"/>
              </a:defRPr>
            </a:lvl2pPr>
            <a:lvl3pPr>
              <a:defRPr sz="2025" b="0">
                <a:solidFill>
                  <a:srgbClr val="E4EFEC"/>
                </a:solidFill>
                <a:latin typeface="Noto Sans KR"/>
                <a:ea typeface="Noto Sans KR"/>
                <a:cs typeface="Noto Sans KR"/>
              </a:defRPr>
            </a:lvl3pPr>
            <a:lvl4pPr>
              <a:defRPr sz="2025" b="0">
                <a:solidFill>
                  <a:srgbClr val="E4EFEC"/>
                </a:solidFill>
                <a:latin typeface="Noto Sans KR"/>
                <a:ea typeface="Noto Sans KR"/>
                <a:cs typeface="Noto Sans KR"/>
              </a:defRPr>
            </a:lvl4pPr>
            <a:lvl5pPr>
              <a:defRPr sz="2025" b="0">
                <a:solidFill>
                  <a:srgbClr val="E4EFEC"/>
                </a:solidFill>
                <a:latin typeface="Noto Sans KR"/>
                <a:ea typeface="Noto Sans KR"/>
                <a:cs typeface="Noto Sans KR"/>
              </a:defRPr>
            </a:lvl5pPr>
            <a:lvl6pPr>
              <a:defRPr sz="2025" b="0">
                <a:solidFill>
                  <a:srgbClr val="E4EFEC"/>
                </a:solidFill>
                <a:latin typeface="Noto Sans KR"/>
                <a:ea typeface="Noto Sans KR"/>
                <a:cs typeface="Noto Sans KR"/>
              </a:defRPr>
            </a:lvl6pPr>
            <a:lvl7pPr>
              <a:defRPr sz="2025" b="0">
                <a:solidFill>
                  <a:srgbClr val="E4EFEC"/>
                </a:solidFill>
                <a:latin typeface="Noto Sans KR"/>
                <a:ea typeface="Noto Sans KR"/>
                <a:cs typeface="Noto Sans KR"/>
              </a:defRPr>
            </a:lvl7pPr>
            <a:lvl8pPr>
              <a:defRPr sz="2025" b="0">
                <a:solidFill>
                  <a:srgbClr val="E4EFEC"/>
                </a:solidFill>
                <a:latin typeface="Noto Sans KR"/>
                <a:ea typeface="Noto Sans KR"/>
                <a:cs typeface="Noto Sans KR"/>
              </a:defRPr>
            </a:lvl8pPr>
            <a:lvl9pPr>
              <a:defRPr sz="2025" b="0">
                <a:solidFill>
                  <a:srgbClr val="E4EFEC"/>
                </a:solidFill>
                <a:latin typeface="Noto Sans KR"/>
                <a:ea typeface="Noto Sans KR"/>
                <a:cs typeface="Noto Sans KR"/>
              </a:defRPr>
            </a:lvl9pPr>
          </a:lstStyle>
          <a:p xmlns:a="http://schemas.openxmlformats.org/drawingml/2006/main">
            <a:pPr>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문서 파싱, 표의 행·열 해석, 그림 인식 오류를 확인해야 합니다.</a:t>
            </a:r>
          </a:p>
        </p:txBody>
      </p:sp>
      <p:sp>
        <p:nvSpPr>
          <p:cNvPr id="9" name="page">
            <a:extLst xmlns:a="http://schemas.openxmlformats.org/drawingml/2006/main">
              <a:ext uri="{FF2B5EF4-FFF2-40B4-BE49-F238E27FC236}">
                <a16:creationId xmlns:a16="http://schemas.microsoft.com/office/drawing/2014/main" id="{B01865EF-3C4D-4706-866D-6E58A2F87500}"/>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defRPr sz="1125" b="0">
                <a:solidFill>
                  <a:srgbClr val="8EABB7"/>
                </a:solidFill>
                <a:latin typeface="Noto Sans KR"/>
                <a:ea typeface="Noto Sans KR"/>
                <a:cs typeface="Noto Sans KR"/>
              </a:defRPr>
            </a:lvl1pPr>
            <a:lvl2pPr>
              <a:defRPr sz="1125" b="0">
                <a:solidFill>
                  <a:srgbClr val="8EABB7"/>
                </a:solidFill>
                <a:latin typeface="Noto Sans KR"/>
                <a:ea typeface="Noto Sans KR"/>
                <a:cs typeface="Noto Sans KR"/>
              </a:defRPr>
            </a:lvl2pPr>
            <a:lvl3pPr>
              <a:defRPr sz="1125" b="0">
                <a:solidFill>
                  <a:srgbClr val="8EABB7"/>
                </a:solidFill>
                <a:latin typeface="Noto Sans KR"/>
                <a:ea typeface="Noto Sans KR"/>
                <a:cs typeface="Noto Sans KR"/>
              </a:defRPr>
            </a:lvl3pPr>
            <a:lvl4pPr>
              <a:defRPr sz="1125" b="0">
                <a:solidFill>
                  <a:srgbClr val="8EABB7"/>
                </a:solidFill>
                <a:latin typeface="Noto Sans KR"/>
                <a:ea typeface="Noto Sans KR"/>
                <a:cs typeface="Noto Sans KR"/>
              </a:defRPr>
            </a:lvl4pPr>
            <a:lvl5pPr>
              <a:defRPr sz="1125" b="0">
                <a:solidFill>
                  <a:srgbClr val="8EABB7"/>
                </a:solidFill>
                <a:latin typeface="Noto Sans KR"/>
                <a:ea typeface="Noto Sans KR"/>
                <a:cs typeface="Noto Sans KR"/>
              </a:defRPr>
            </a:lvl5pPr>
            <a:lvl6pPr>
              <a:defRPr sz="1125" b="0">
                <a:solidFill>
                  <a:srgbClr val="8EABB7"/>
                </a:solidFill>
                <a:latin typeface="Noto Sans KR"/>
                <a:ea typeface="Noto Sans KR"/>
                <a:cs typeface="Noto Sans KR"/>
              </a:defRPr>
            </a:lvl6pPr>
            <a:lvl7pPr>
              <a:defRPr sz="1125" b="0">
                <a:solidFill>
                  <a:srgbClr val="8EABB7"/>
                </a:solidFill>
                <a:latin typeface="Noto Sans KR"/>
                <a:ea typeface="Noto Sans KR"/>
                <a:cs typeface="Noto Sans KR"/>
              </a:defRPr>
            </a:lvl7pPr>
            <a:lvl8pPr>
              <a:defRPr sz="1125" b="0">
                <a:solidFill>
                  <a:srgbClr val="8EABB7"/>
                </a:solidFill>
                <a:latin typeface="Noto Sans KR"/>
                <a:ea typeface="Noto Sans KR"/>
                <a:cs typeface="Noto Sans KR"/>
              </a:defRPr>
            </a:lvl8pPr>
            <a:lvl9pPr>
              <a:defRPr sz="1125" b="0">
                <a:solidFill>
                  <a:srgbClr val="8EABB7"/>
                </a:solidFill>
                <a:latin typeface="Noto Sans KR"/>
                <a:ea typeface="Noto Sans KR"/>
                <a:cs typeface="Noto Sans KR"/>
              </a:defRPr>
            </a:lvl9pPr>
          </a:lstStyle>
          <a:p xmlns:a="http://schemas.openxmlformats.org/drawingml/2006/main">
            <a:pPr>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41</a:t>
            </a:r>
          </a:p>
        </p:txBody>
      </p:sp>
    </p:spTree>
    <p:extLst>
      <p:ext uri="{BB962C8B-B14F-4D97-AF65-F5344CB8AC3E}">
        <p14:creationId xmlns:p14="http://schemas.microsoft.com/office/powerpoint/2010/main" val="904063031"/>
      </p:ext>
    </p:extLst>
  </p:cSld>
</p:sld>
</file>

<file path=ppt/slides/slide42.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0" name="section">
            <a:extLst xmlns:a="http://schemas.openxmlformats.org/drawingml/2006/main">
              <a:ext uri="{FF2B5EF4-FFF2-40B4-BE49-F238E27FC236}">
                <a16:creationId xmlns:a16="http://schemas.microsoft.com/office/drawing/2014/main" id="{1497DE0C-2488-4E8A-A809-0D764F381B08}"/>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defRPr sz="1125" b="1">
                <a:solidFill>
                  <a:srgbClr val="A4DDCA"/>
                </a:solidFill>
                <a:latin typeface="Noto Sans KR"/>
                <a:ea typeface="Noto Sans KR"/>
                <a:cs typeface="Noto Sans KR"/>
              </a:defRPr>
            </a:lvl1pPr>
            <a:lvl2pPr>
              <a:defRPr sz="1125" b="1">
                <a:solidFill>
                  <a:srgbClr val="A4DDCA"/>
                </a:solidFill>
                <a:latin typeface="Noto Sans KR"/>
                <a:ea typeface="Noto Sans KR"/>
                <a:cs typeface="Noto Sans KR"/>
              </a:defRPr>
            </a:lvl2pPr>
            <a:lvl3pPr>
              <a:defRPr sz="1125" b="1">
                <a:solidFill>
                  <a:srgbClr val="A4DDCA"/>
                </a:solidFill>
                <a:latin typeface="Noto Sans KR"/>
                <a:ea typeface="Noto Sans KR"/>
                <a:cs typeface="Noto Sans KR"/>
              </a:defRPr>
            </a:lvl3pPr>
            <a:lvl4pPr>
              <a:defRPr sz="1125" b="1">
                <a:solidFill>
                  <a:srgbClr val="A4DDCA"/>
                </a:solidFill>
                <a:latin typeface="Noto Sans KR"/>
                <a:ea typeface="Noto Sans KR"/>
                <a:cs typeface="Noto Sans KR"/>
              </a:defRPr>
            </a:lvl4pPr>
            <a:lvl5pPr>
              <a:defRPr sz="1125" b="1">
                <a:solidFill>
                  <a:srgbClr val="A4DDCA"/>
                </a:solidFill>
                <a:latin typeface="Noto Sans KR"/>
                <a:ea typeface="Noto Sans KR"/>
                <a:cs typeface="Noto Sans KR"/>
              </a:defRPr>
            </a:lvl5pPr>
            <a:lvl6pPr>
              <a:defRPr sz="1125" b="1">
                <a:solidFill>
                  <a:srgbClr val="A4DDCA"/>
                </a:solidFill>
                <a:latin typeface="Noto Sans KR"/>
                <a:ea typeface="Noto Sans KR"/>
                <a:cs typeface="Noto Sans KR"/>
              </a:defRPr>
            </a:lvl6pPr>
            <a:lvl7pPr>
              <a:defRPr sz="1125" b="1">
                <a:solidFill>
                  <a:srgbClr val="A4DDCA"/>
                </a:solidFill>
                <a:latin typeface="Noto Sans KR"/>
                <a:ea typeface="Noto Sans KR"/>
                <a:cs typeface="Noto Sans KR"/>
              </a:defRPr>
            </a:lvl7pPr>
            <a:lvl8pPr>
              <a:defRPr sz="1125" b="1">
                <a:solidFill>
                  <a:srgbClr val="A4DDCA"/>
                </a:solidFill>
                <a:latin typeface="Noto Sans KR"/>
                <a:ea typeface="Noto Sans KR"/>
                <a:cs typeface="Noto Sans KR"/>
              </a:defRPr>
            </a:lvl8pPr>
            <a:lvl9pPr>
              <a:defRPr sz="1125" b="1">
                <a:solidFill>
                  <a:srgbClr val="A4DDCA"/>
                </a:solidFill>
                <a:latin typeface="Noto Sans KR"/>
                <a:ea typeface="Noto Sans KR"/>
                <a:cs typeface="Noto Sans KR"/>
              </a:defRPr>
            </a:lvl9pPr>
          </a:lstStyle>
          <a:p xmlns:a="http://schemas.openxmlformats.org/drawingml/2006/main">
            <a:pPr>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FA56140E-F44D-4F92-B486-45C851C48D90}"/>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defRPr sz="3000" b="1">
                <a:solidFill>
                  <a:srgbClr val="E4EFEC"/>
                </a:solidFill>
                <a:latin typeface="Noto Sans KR"/>
                <a:ea typeface="Noto Sans KR"/>
                <a:cs typeface="Noto Sans KR"/>
              </a:defRPr>
            </a:lvl1pPr>
            <a:lvl2pPr>
              <a:defRPr sz="3000" b="1">
                <a:solidFill>
                  <a:srgbClr val="E4EFEC"/>
                </a:solidFill>
                <a:latin typeface="Noto Sans KR"/>
                <a:ea typeface="Noto Sans KR"/>
                <a:cs typeface="Noto Sans KR"/>
              </a:defRPr>
            </a:lvl2pPr>
            <a:lvl3pPr>
              <a:defRPr sz="3000" b="1">
                <a:solidFill>
                  <a:srgbClr val="E4EFEC"/>
                </a:solidFill>
                <a:latin typeface="Noto Sans KR"/>
                <a:ea typeface="Noto Sans KR"/>
                <a:cs typeface="Noto Sans KR"/>
              </a:defRPr>
            </a:lvl3pPr>
            <a:lvl4pPr>
              <a:defRPr sz="3000" b="1">
                <a:solidFill>
                  <a:srgbClr val="E4EFEC"/>
                </a:solidFill>
                <a:latin typeface="Noto Sans KR"/>
                <a:ea typeface="Noto Sans KR"/>
                <a:cs typeface="Noto Sans KR"/>
              </a:defRPr>
            </a:lvl4pPr>
            <a:lvl5pPr>
              <a:defRPr sz="3000" b="1">
                <a:solidFill>
                  <a:srgbClr val="E4EFEC"/>
                </a:solidFill>
                <a:latin typeface="Noto Sans KR"/>
                <a:ea typeface="Noto Sans KR"/>
                <a:cs typeface="Noto Sans KR"/>
              </a:defRPr>
            </a:lvl5pPr>
            <a:lvl6pPr>
              <a:defRPr sz="3000" b="1">
                <a:solidFill>
                  <a:srgbClr val="E4EFEC"/>
                </a:solidFill>
                <a:latin typeface="Noto Sans KR"/>
                <a:ea typeface="Noto Sans KR"/>
                <a:cs typeface="Noto Sans KR"/>
              </a:defRPr>
            </a:lvl6pPr>
            <a:lvl7pPr>
              <a:defRPr sz="3000" b="1">
                <a:solidFill>
                  <a:srgbClr val="E4EFEC"/>
                </a:solidFill>
                <a:latin typeface="Noto Sans KR"/>
                <a:ea typeface="Noto Sans KR"/>
                <a:cs typeface="Noto Sans KR"/>
              </a:defRPr>
            </a:lvl7pPr>
            <a:lvl8pPr>
              <a:defRPr sz="3000" b="1">
                <a:solidFill>
                  <a:srgbClr val="E4EFEC"/>
                </a:solidFill>
                <a:latin typeface="Noto Sans KR"/>
                <a:ea typeface="Noto Sans KR"/>
                <a:cs typeface="Noto Sans KR"/>
              </a:defRPr>
            </a:lvl8pPr>
            <a:lvl9pPr>
              <a:defRPr sz="3000" b="1">
                <a:solidFill>
                  <a:srgbClr val="E4EFEC"/>
                </a:solidFill>
                <a:latin typeface="Noto Sans KR"/>
                <a:ea typeface="Noto Sans KR"/>
                <a:cs typeface="Noto Sans KR"/>
              </a:defRPr>
            </a:lvl9pPr>
          </a:lstStyle>
          <a:p xmlns:a="http://schemas.openxmlformats.org/drawingml/2006/main">
            <a:pPr>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When to Use Graphs in RAG: 그래프가 도움이 되는 조건을 평가</a:t>
            </a:r>
          </a:p>
        </p:txBody>
      </p:sp>
      <p:sp>
        <p:nvSpPr>
          <p:cNvPr id="3" name="label-0">
            <a:extLst xmlns:a="http://schemas.openxmlformats.org/drawingml/2006/main">
              <a:ext uri="{FF2B5EF4-FFF2-40B4-BE49-F238E27FC236}">
                <a16:creationId xmlns:a16="http://schemas.microsoft.com/office/drawing/2014/main" id="{463EFA1A-9EA8-4D6C-AB9C-0FEB4691C1A6}"/>
              </a:ext>
            </a:extLst>
          </p:cNvPr>
          <p:cNvSpPr>
            <a:spLocks xmlns:a="http://schemas.openxmlformats.org/drawingml/2006/main" noGrp="1"/>
          </p:cNvSpPr>
          <p:nvPr/>
        </p:nvSpPr>
        <p:spPr>
          <a:xfrm xmlns:a="http://schemas.openxmlformats.org/drawingml/2006/main">
            <a:off x="609600" y="186690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defRPr sz="1950" b="1">
                <a:solidFill>
                  <a:srgbClr val="A4DDCA"/>
                </a:solidFill>
                <a:latin typeface="Noto Sans KR"/>
                <a:ea typeface="Noto Sans KR"/>
                <a:cs typeface="Noto Sans KR"/>
              </a:defRPr>
            </a:lvl1pPr>
            <a:lvl2pPr>
              <a:defRPr sz="1950" b="1">
                <a:solidFill>
                  <a:srgbClr val="A4DDCA"/>
                </a:solidFill>
                <a:latin typeface="Noto Sans KR"/>
                <a:ea typeface="Noto Sans KR"/>
                <a:cs typeface="Noto Sans KR"/>
              </a:defRPr>
            </a:lvl2pPr>
            <a:lvl3pPr>
              <a:defRPr sz="1950" b="1">
                <a:solidFill>
                  <a:srgbClr val="A4DDCA"/>
                </a:solidFill>
                <a:latin typeface="Noto Sans KR"/>
                <a:ea typeface="Noto Sans KR"/>
                <a:cs typeface="Noto Sans KR"/>
              </a:defRPr>
            </a:lvl3pPr>
            <a:lvl4pPr>
              <a:defRPr sz="1950" b="1">
                <a:solidFill>
                  <a:srgbClr val="A4DDCA"/>
                </a:solidFill>
                <a:latin typeface="Noto Sans KR"/>
                <a:ea typeface="Noto Sans KR"/>
                <a:cs typeface="Noto Sans KR"/>
              </a:defRPr>
            </a:lvl4pPr>
            <a:lvl5pPr>
              <a:defRPr sz="1950" b="1">
                <a:solidFill>
                  <a:srgbClr val="A4DDCA"/>
                </a:solidFill>
                <a:latin typeface="Noto Sans KR"/>
                <a:ea typeface="Noto Sans KR"/>
                <a:cs typeface="Noto Sans KR"/>
              </a:defRPr>
            </a:lvl5pPr>
            <a:lvl6pPr>
              <a:defRPr sz="1950" b="1">
                <a:solidFill>
                  <a:srgbClr val="A4DDCA"/>
                </a:solidFill>
                <a:latin typeface="Noto Sans KR"/>
                <a:ea typeface="Noto Sans KR"/>
                <a:cs typeface="Noto Sans KR"/>
              </a:defRPr>
            </a:lvl6pPr>
            <a:lvl7pPr>
              <a:defRPr sz="1950" b="1">
                <a:solidFill>
                  <a:srgbClr val="A4DDCA"/>
                </a:solidFill>
                <a:latin typeface="Noto Sans KR"/>
                <a:ea typeface="Noto Sans KR"/>
                <a:cs typeface="Noto Sans KR"/>
              </a:defRPr>
            </a:lvl7pPr>
            <a:lvl8pPr>
              <a:defRPr sz="1950" b="1">
                <a:solidFill>
                  <a:srgbClr val="A4DDCA"/>
                </a:solidFill>
                <a:latin typeface="Noto Sans KR"/>
                <a:ea typeface="Noto Sans KR"/>
                <a:cs typeface="Noto Sans KR"/>
              </a:defRPr>
            </a:lvl8pPr>
            <a:lvl9pPr>
              <a:defRPr sz="1950" b="1">
                <a:solidFill>
                  <a:srgbClr val="A4DDCA"/>
                </a:solidFill>
                <a:latin typeface="Noto Sans KR"/>
                <a:ea typeface="Noto Sans KR"/>
                <a:cs typeface="Noto Sans KR"/>
              </a:defRPr>
            </a:lvl9pPr>
          </a:lstStyle>
          <a:p xmlns:a="http://schemas.openxmlformats.org/drawingml/2006/main">
            <a:pPr>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저장하는 것</a:t>
            </a:r>
          </a:p>
        </p:txBody>
      </p:sp>
      <p:sp>
        <p:nvSpPr>
          <p:cNvPr id="4" name="body-0">
            <a:extLst xmlns:a="http://schemas.openxmlformats.org/drawingml/2006/main">
              <a:ext uri="{FF2B5EF4-FFF2-40B4-BE49-F238E27FC236}">
                <a16:creationId xmlns:a16="http://schemas.microsoft.com/office/drawing/2014/main" id="{FD9EBAAE-9DF4-4EB1-A7BC-579436FF2FAD}"/>
              </a:ext>
            </a:extLst>
          </p:cNvPr>
          <p:cNvSpPr>
            <a:spLocks xmlns:a="http://schemas.openxmlformats.org/drawingml/2006/main" noGrp="1"/>
          </p:cNvSpPr>
          <p:nvPr/>
        </p:nvSpPr>
        <p:spPr>
          <a:xfrm xmlns:a="http://schemas.openxmlformats.org/drawingml/2006/main">
            <a:off x="3190875" y="186690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defRPr sz="2025" b="0">
                <a:solidFill>
                  <a:srgbClr val="E4EFEC"/>
                </a:solidFill>
                <a:latin typeface="Noto Sans KR"/>
                <a:ea typeface="Noto Sans KR"/>
                <a:cs typeface="Noto Sans KR"/>
              </a:defRPr>
            </a:lvl1pPr>
            <a:lvl2pPr>
              <a:defRPr sz="2025" b="0">
                <a:solidFill>
                  <a:srgbClr val="E4EFEC"/>
                </a:solidFill>
                <a:latin typeface="Noto Sans KR"/>
                <a:ea typeface="Noto Sans KR"/>
                <a:cs typeface="Noto Sans KR"/>
              </a:defRPr>
            </a:lvl2pPr>
            <a:lvl3pPr>
              <a:defRPr sz="2025" b="0">
                <a:solidFill>
                  <a:srgbClr val="E4EFEC"/>
                </a:solidFill>
                <a:latin typeface="Noto Sans KR"/>
                <a:ea typeface="Noto Sans KR"/>
                <a:cs typeface="Noto Sans KR"/>
              </a:defRPr>
            </a:lvl3pPr>
            <a:lvl4pPr>
              <a:defRPr sz="2025" b="0">
                <a:solidFill>
                  <a:srgbClr val="E4EFEC"/>
                </a:solidFill>
                <a:latin typeface="Noto Sans KR"/>
                <a:ea typeface="Noto Sans KR"/>
                <a:cs typeface="Noto Sans KR"/>
              </a:defRPr>
            </a:lvl4pPr>
            <a:lvl5pPr>
              <a:defRPr sz="2025" b="0">
                <a:solidFill>
                  <a:srgbClr val="E4EFEC"/>
                </a:solidFill>
                <a:latin typeface="Noto Sans KR"/>
                <a:ea typeface="Noto Sans KR"/>
                <a:cs typeface="Noto Sans KR"/>
              </a:defRPr>
            </a:lvl5pPr>
            <a:lvl6pPr>
              <a:defRPr sz="2025" b="0">
                <a:solidFill>
                  <a:srgbClr val="E4EFEC"/>
                </a:solidFill>
                <a:latin typeface="Noto Sans KR"/>
                <a:ea typeface="Noto Sans KR"/>
                <a:cs typeface="Noto Sans KR"/>
              </a:defRPr>
            </a:lvl6pPr>
            <a:lvl7pPr>
              <a:defRPr sz="2025" b="0">
                <a:solidFill>
                  <a:srgbClr val="E4EFEC"/>
                </a:solidFill>
                <a:latin typeface="Noto Sans KR"/>
                <a:ea typeface="Noto Sans KR"/>
                <a:cs typeface="Noto Sans KR"/>
              </a:defRPr>
            </a:lvl7pPr>
            <a:lvl8pPr>
              <a:defRPr sz="2025" b="0">
                <a:solidFill>
                  <a:srgbClr val="E4EFEC"/>
                </a:solidFill>
                <a:latin typeface="Noto Sans KR"/>
                <a:ea typeface="Noto Sans KR"/>
                <a:cs typeface="Noto Sans KR"/>
              </a:defRPr>
            </a:lvl8pPr>
            <a:lvl9pPr>
              <a:defRPr sz="2025" b="0">
                <a:solidFill>
                  <a:srgbClr val="E4EFEC"/>
                </a:solidFill>
                <a:latin typeface="Noto Sans KR"/>
                <a:ea typeface="Noto Sans KR"/>
                <a:cs typeface="Noto Sans KR"/>
              </a:defRPr>
            </a:lvl9pPr>
          </a:lstStyle>
          <a:p xmlns:a="http://schemas.openxmlformats.org/drawingml/2006/main">
            <a:pPr>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여러 질문 유형과 비교할 검색 시스템</a:t>
            </a:r>
          </a:p>
        </p:txBody>
      </p:sp>
      <p:sp>
        <p:nvSpPr>
          <p:cNvPr id="5" name="label-1">
            <a:extLst xmlns:a="http://schemas.openxmlformats.org/drawingml/2006/main">
              <a:ext uri="{FF2B5EF4-FFF2-40B4-BE49-F238E27FC236}">
                <a16:creationId xmlns:a16="http://schemas.microsoft.com/office/drawing/2014/main" id="{847C71A9-BB41-49BD-92B7-CBAF90D09F80}"/>
              </a:ext>
            </a:extLst>
          </p:cNvPr>
          <p:cNvSpPr>
            <a:spLocks xmlns:a="http://schemas.openxmlformats.org/drawingml/2006/main" noGrp="1"/>
          </p:cNvSpPr>
          <p:nvPr/>
        </p:nvSpPr>
        <p:spPr>
          <a:xfrm xmlns:a="http://schemas.openxmlformats.org/drawingml/2006/main">
            <a:off x="609600" y="31337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defRPr sz="1950" b="1">
                <a:solidFill>
                  <a:srgbClr val="A4DDCA"/>
                </a:solidFill>
                <a:latin typeface="Noto Sans KR"/>
                <a:ea typeface="Noto Sans KR"/>
                <a:cs typeface="Noto Sans KR"/>
              </a:defRPr>
            </a:lvl1pPr>
            <a:lvl2pPr>
              <a:defRPr sz="1950" b="1">
                <a:solidFill>
                  <a:srgbClr val="A4DDCA"/>
                </a:solidFill>
                <a:latin typeface="Noto Sans KR"/>
                <a:ea typeface="Noto Sans KR"/>
                <a:cs typeface="Noto Sans KR"/>
              </a:defRPr>
            </a:lvl2pPr>
            <a:lvl3pPr>
              <a:defRPr sz="1950" b="1">
                <a:solidFill>
                  <a:srgbClr val="A4DDCA"/>
                </a:solidFill>
                <a:latin typeface="Noto Sans KR"/>
                <a:ea typeface="Noto Sans KR"/>
                <a:cs typeface="Noto Sans KR"/>
              </a:defRPr>
            </a:lvl3pPr>
            <a:lvl4pPr>
              <a:defRPr sz="1950" b="1">
                <a:solidFill>
                  <a:srgbClr val="A4DDCA"/>
                </a:solidFill>
                <a:latin typeface="Noto Sans KR"/>
                <a:ea typeface="Noto Sans KR"/>
                <a:cs typeface="Noto Sans KR"/>
              </a:defRPr>
            </a:lvl4pPr>
            <a:lvl5pPr>
              <a:defRPr sz="1950" b="1">
                <a:solidFill>
                  <a:srgbClr val="A4DDCA"/>
                </a:solidFill>
                <a:latin typeface="Noto Sans KR"/>
                <a:ea typeface="Noto Sans KR"/>
                <a:cs typeface="Noto Sans KR"/>
              </a:defRPr>
            </a:lvl5pPr>
            <a:lvl6pPr>
              <a:defRPr sz="1950" b="1">
                <a:solidFill>
                  <a:srgbClr val="A4DDCA"/>
                </a:solidFill>
                <a:latin typeface="Noto Sans KR"/>
                <a:ea typeface="Noto Sans KR"/>
                <a:cs typeface="Noto Sans KR"/>
              </a:defRPr>
            </a:lvl6pPr>
            <a:lvl7pPr>
              <a:defRPr sz="1950" b="1">
                <a:solidFill>
                  <a:srgbClr val="A4DDCA"/>
                </a:solidFill>
                <a:latin typeface="Noto Sans KR"/>
                <a:ea typeface="Noto Sans KR"/>
                <a:cs typeface="Noto Sans KR"/>
              </a:defRPr>
            </a:lvl7pPr>
            <a:lvl8pPr>
              <a:defRPr sz="1950" b="1">
                <a:solidFill>
                  <a:srgbClr val="A4DDCA"/>
                </a:solidFill>
                <a:latin typeface="Noto Sans KR"/>
                <a:ea typeface="Noto Sans KR"/>
                <a:cs typeface="Noto Sans KR"/>
              </a:defRPr>
            </a:lvl8pPr>
            <a:lvl9pPr>
              <a:defRPr sz="1950" b="1">
                <a:solidFill>
                  <a:srgbClr val="A4DDCA"/>
                </a:solidFill>
                <a:latin typeface="Noto Sans KR"/>
                <a:ea typeface="Noto Sans KR"/>
                <a:cs typeface="Noto Sans KR"/>
              </a:defRPr>
            </a:lvl9pPr>
          </a:lstStyle>
          <a:p xmlns:a="http://schemas.openxmlformats.org/drawingml/2006/main">
            <a:pPr>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미리 준비하는 일</a:t>
            </a:r>
          </a:p>
        </p:txBody>
      </p:sp>
      <p:sp>
        <p:nvSpPr>
          <p:cNvPr id="6" name="body-1">
            <a:extLst xmlns:a="http://schemas.openxmlformats.org/drawingml/2006/main">
              <a:ext uri="{FF2B5EF4-FFF2-40B4-BE49-F238E27FC236}">
                <a16:creationId xmlns:a16="http://schemas.microsoft.com/office/drawing/2014/main" id="{C4ADB005-9977-407C-9823-AA1AB3A1D0A2}"/>
              </a:ext>
            </a:extLst>
          </p:cNvPr>
          <p:cNvSpPr>
            <a:spLocks xmlns:a="http://schemas.openxmlformats.org/drawingml/2006/main" noGrp="1"/>
          </p:cNvSpPr>
          <p:nvPr/>
        </p:nvSpPr>
        <p:spPr>
          <a:xfrm xmlns:a="http://schemas.openxmlformats.org/drawingml/2006/main">
            <a:off x="3190875" y="31337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defRPr sz="2025" b="0">
                <a:solidFill>
                  <a:srgbClr val="E4EFEC"/>
                </a:solidFill>
                <a:latin typeface="Noto Sans KR"/>
                <a:ea typeface="Noto Sans KR"/>
                <a:cs typeface="Noto Sans KR"/>
              </a:defRPr>
            </a:lvl1pPr>
            <a:lvl2pPr>
              <a:defRPr sz="2025" b="0">
                <a:solidFill>
                  <a:srgbClr val="E4EFEC"/>
                </a:solidFill>
                <a:latin typeface="Noto Sans KR"/>
                <a:ea typeface="Noto Sans KR"/>
                <a:cs typeface="Noto Sans KR"/>
              </a:defRPr>
            </a:lvl2pPr>
            <a:lvl3pPr>
              <a:defRPr sz="2025" b="0">
                <a:solidFill>
                  <a:srgbClr val="E4EFEC"/>
                </a:solidFill>
                <a:latin typeface="Noto Sans KR"/>
                <a:ea typeface="Noto Sans KR"/>
                <a:cs typeface="Noto Sans KR"/>
              </a:defRPr>
            </a:lvl3pPr>
            <a:lvl4pPr>
              <a:defRPr sz="2025" b="0">
                <a:solidFill>
                  <a:srgbClr val="E4EFEC"/>
                </a:solidFill>
                <a:latin typeface="Noto Sans KR"/>
                <a:ea typeface="Noto Sans KR"/>
                <a:cs typeface="Noto Sans KR"/>
              </a:defRPr>
            </a:lvl4pPr>
            <a:lvl5pPr>
              <a:defRPr sz="2025" b="0">
                <a:solidFill>
                  <a:srgbClr val="E4EFEC"/>
                </a:solidFill>
                <a:latin typeface="Noto Sans KR"/>
                <a:ea typeface="Noto Sans KR"/>
                <a:cs typeface="Noto Sans KR"/>
              </a:defRPr>
            </a:lvl5pPr>
            <a:lvl6pPr>
              <a:defRPr sz="2025" b="0">
                <a:solidFill>
                  <a:srgbClr val="E4EFEC"/>
                </a:solidFill>
                <a:latin typeface="Noto Sans KR"/>
                <a:ea typeface="Noto Sans KR"/>
                <a:cs typeface="Noto Sans KR"/>
              </a:defRPr>
            </a:lvl6pPr>
            <a:lvl7pPr>
              <a:defRPr sz="2025" b="0">
                <a:solidFill>
                  <a:srgbClr val="E4EFEC"/>
                </a:solidFill>
                <a:latin typeface="Noto Sans KR"/>
                <a:ea typeface="Noto Sans KR"/>
                <a:cs typeface="Noto Sans KR"/>
              </a:defRPr>
            </a:lvl7pPr>
            <a:lvl8pPr>
              <a:defRPr sz="2025" b="0">
                <a:solidFill>
                  <a:srgbClr val="E4EFEC"/>
                </a:solidFill>
                <a:latin typeface="Noto Sans KR"/>
                <a:ea typeface="Noto Sans KR"/>
                <a:cs typeface="Noto Sans KR"/>
              </a:defRPr>
            </a:lvl8pPr>
            <a:lvl9pPr>
              <a:defRPr sz="2025" b="0">
                <a:solidFill>
                  <a:srgbClr val="E4EFEC"/>
                </a:solidFill>
                <a:latin typeface="Noto Sans KR"/>
                <a:ea typeface="Noto Sans KR"/>
                <a:cs typeface="Noto Sans KR"/>
              </a:defRPr>
            </a:lvl9pPr>
          </a:lstStyle>
          <a:p xmlns:a="http://schemas.openxmlformats.org/drawingml/2006/main">
            <a:pPr>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같은 데이터와 조건으로 검색·답변 결과를 비교할 준비를 합니다.</a:t>
            </a:r>
          </a:p>
        </p:txBody>
      </p:sp>
      <p:sp>
        <p:nvSpPr>
          <p:cNvPr id="7" name="label-2">
            <a:extLst xmlns:a="http://schemas.openxmlformats.org/drawingml/2006/main">
              <a:ext uri="{FF2B5EF4-FFF2-40B4-BE49-F238E27FC236}">
                <a16:creationId xmlns:a16="http://schemas.microsoft.com/office/drawing/2014/main" id="{0BAC61E1-48C9-47DA-8FF4-3CB650B58BBE}"/>
              </a:ext>
            </a:extLst>
          </p:cNvPr>
          <p:cNvSpPr>
            <a:spLocks xmlns:a="http://schemas.openxmlformats.org/drawingml/2006/main" noGrp="1"/>
          </p:cNvSpPr>
          <p:nvPr/>
        </p:nvSpPr>
        <p:spPr>
          <a:xfrm xmlns:a="http://schemas.openxmlformats.org/drawingml/2006/main">
            <a:off x="609600" y="44005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defRPr sz="1950" b="1">
                <a:solidFill>
                  <a:srgbClr val="A4DDCA"/>
                </a:solidFill>
                <a:latin typeface="Noto Sans KR"/>
                <a:ea typeface="Noto Sans KR"/>
                <a:cs typeface="Noto Sans KR"/>
              </a:defRPr>
            </a:lvl1pPr>
            <a:lvl2pPr>
              <a:defRPr sz="1950" b="1">
                <a:solidFill>
                  <a:srgbClr val="A4DDCA"/>
                </a:solidFill>
                <a:latin typeface="Noto Sans KR"/>
                <a:ea typeface="Noto Sans KR"/>
                <a:cs typeface="Noto Sans KR"/>
              </a:defRPr>
            </a:lvl2pPr>
            <a:lvl3pPr>
              <a:defRPr sz="1950" b="1">
                <a:solidFill>
                  <a:srgbClr val="A4DDCA"/>
                </a:solidFill>
                <a:latin typeface="Noto Sans KR"/>
                <a:ea typeface="Noto Sans KR"/>
                <a:cs typeface="Noto Sans KR"/>
              </a:defRPr>
            </a:lvl3pPr>
            <a:lvl4pPr>
              <a:defRPr sz="1950" b="1">
                <a:solidFill>
                  <a:srgbClr val="A4DDCA"/>
                </a:solidFill>
                <a:latin typeface="Noto Sans KR"/>
                <a:ea typeface="Noto Sans KR"/>
                <a:cs typeface="Noto Sans KR"/>
              </a:defRPr>
            </a:lvl4pPr>
            <a:lvl5pPr>
              <a:defRPr sz="1950" b="1">
                <a:solidFill>
                  <a:srgbClr val="A4DDCA"/>
                </a:solidFill>
                <a:latin typeface="Noto Sans KR"/>
                <a:ea typeface="Noto Sans KR"/>
                <a:cs typeface="Noto Sans KR"/>
              </a:defRPr>
            </a:lvl5pPr>
            <a:lvl6pPr>
              <a:defRPr sz="1950" b="1">
                <a:solidFill>
                  <a:srgbClr val="A4DDCA"/>
                </a:solidFill>
                <a:latin typeface="Noto Sans KR"/>
                <a:ea typeface="Noto Sans KR"/>
                <a:cs typeface="Noto Sans KR"/>
              </a:defRPr>
            </a:lvl6pPr>
            <a:lvl7pPr>
              <a:defRPr sz="1950" b="1">
                <a:solidFill>
                  <a:srgbClr val="A4DDCA"/>
                </a:solidFill>
                <a:latin typeface="Noto Sans KR"/>
                <a:ea typeface="Noto Sans KR"/>
                <a:cs typeface="Noto Sans KR"/>
              </a:defRPr>
            </a:lvl7pPr>
            <a:lvl8pPr>
              <a:defRPr sz="1950" b="1">
                <a:solidFill>
                  <a:srgbClr val="A4DDCA"/>
                </a:solidFill>
                <a:latin typeface="Noto Sans KR"/>
                <a:ea typeface="Noto Sans KR"/>
                <a:cs typeface="Noto Sans KR"/>
              </a:defRPr>
            </a:lvl8pPr>
            <a:lvl9pPr>
              <a:defRPr sz="1950" b="1">
                <a:solidFill>
                  <a:srgbClr val="A4DDCA"/>
                </a:solidFill>
                <a:latin typeface="Noto Sans KR"/>
                <a:ea typeface="Noto Sans KR"/>
                <a:cs typeface="Noto Sans KR"/>
              </a:defRPr>
            </a:lvl9pPr>
          </a:lstStyle>
          <a:p xmlns:a="http://schemas.openxmlformats.org/drawingml/2006/main">
            <a:pPr>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질문이 오면 하는 일</a:t>
            </a:r>
          </a:p>
        </p:txBody>
      </p:sp>
      <p:sp>
        <p:nvSpPr>
          <p:cNvPr id="8" name="body-2">
            <a:extLst xmlns:a="http://schemas.openxmlformats.org/drawingml/2006/main">
              <a:ext uri="{FF2B5EF4-FFF2-40B4-BE49-F238E27FC236}">
                <a16:creationId xmlns:a16="http://schemas.microsoft.com/office/drawing/2014/main" id="{4BA80BFE-5764-4A75-9934-2A72E008FE77}"/>
              </a:ext>
            </a:extLst>
          </p:cNvPr>
          <p:cNvSpPr>
            <a:spLocks xmlns:a="http://schemas.openxmlformats.org/drawingml/2006/main" noGrp="1"/>
          </p:cNvSpPr>
          <p:nvPr/>
        </p:nvSpPr>
        <p:spPr>
          <a:xfrm xmlns:a="http://schemas.openxmlformats.org/drawingml/2006/main">
            <a:off x="3190875" y="44005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defRPr sz="2025" b="0">
                <a:solidFill>
                  <a:srgbClr val="E4EFEC"/>
                </a:solidFill>
                <a:latin typeface="Noto Sans KR"/>
                <a:ea typeface="Noto Sans KR"/>
                <a:cs typeface="Noto Sans KR"/>
              </a:defRPr>
            </a:lvl1pPr>
            <a:lvl2pPr>
              <a:defRPr sz="2025" b="0">
                <a:solidFill>
                  <a:srgbClr val="E4EFEC"/>
                </a:solidFill>
                <a:latin typeface="Noto Sans KR"/>
                <a:ea typeface="Noto Sans KR"/>
                <a:cs typeface="Noto Sans KR"/>
              </a:defRPr>
            </a:lvl2pPr>
            <a:lvl3pPr>
              <a:defRPr sz="2025" b="0">
                <a:solidFill>
                  <a:srgbClr val="E4EFEC"/>
                </a:solidFill>
                <a:latin typeface="Noto Sans KR"/>
                <a:ea typeface="Noto Sans KR"/>
                <a:cs typeface="Noto Sans KR"/>
              </a:defRPr>
            </a:lvl3pPr>
            <a:lvl4pPr>
              <a:defRPr sz="2025" b="0">
                <a:solidFill>
                  <a:srgbClr val="E4EFEC"/>
                </a:solidFill>
                <a:latin typeface="Noto Sans KR"/>
                <a:ea typeface="Noto Sans KR"/>
                <a:cs typeface="Noto Sans KR"/>
              </a:defRPr>
            </a:lvl4pPr>
            <a:lvl5pPr>
              <a:defRPr sz="2025" b="0">
                <a:solidFill>
                  <a:srgbClr val="E4EFEC"/>
                </a:solidFill>
                <a:latin typeface="Noto Sans KR"/>
                <a:ea typeface="Noto Sans KR"/>
                <a:cs typeface="Noto Sans KR"/>
              </a:defRPr>
            </a:lvl5pPr>
            <a:lvl6pPr>
              <a:defRPr sz="2025" b="0">
                <a:solidFill>
                  <a:srgbClr val="E4EFEC"/>
                </a:solidFill>
                <a:latin typeface="Noto Sans KR"/>
                <a:ea typeface="Noto Sans KR"/>
                <a:cs typeface="Noto Sans KR"/>
              </a:defRPr>
            </a:lvl6pPr>
            <a:lvl7pPr>
              <a:defRPr sz="2025" b="0">
                <a:solidFill>
                  <a:srgbClr val="E4EFEC"/>
                </a:solidFill>
                <a:latin typeface="Noto Sans KR"/>
                <a:ea typeface="Noto Sans KR"/>
                <a:cs typeface="Noto Sans KR"/>
              </a:defRPr>
            </a:lvl7pPr>
            <a:lvl8pPr>
              <a:defRPr sz="2025" b="0">
                <a:solidFill>
                  <a:srgbClr val="E4EFEC"/>
                </a:solidFill>
                <a:latin typeface="Noto Sans KR"/>
                <a:ea typeface="Noto Sans KR"/>
                <a:cs typeface="Noto Sans KR"/>
              </a:defRPr>
            </a:lvl8pPr>
            <a:lvl9pPr>
              <a:defRPr sz="2025" b="0">
                <a:solidFill>
                  <a:srgbClr val="E4EFEC"/>
                </a:solidFill>
                <a:latin typeface="Noto Sans KR"/>
                <a:ea typeface="Noto Sans KR"/>
                <a:cs typeface="Noto Sans KR"/>
              </a:defRPr>
            </a:lvl9pPr>
          </a:lstStyle>
          <a:p xmlns:a="http://schemas.openxmlformats.org/drawingml/2006/main">
            <a:pPr>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질문 유형별 품질과 비용을 비교해 그래프 도입 가치를 판단합니다.</a:t>
            </a:r>
          </a:p>
        </p:txBody>
      </p:sp>
      <p:sp>
        <p:nvSpPr>
          <p:cNvPr id="9" name="page">
            <a:extLst xmlns:a="http://schemas.openxmlformats.org/drawingml/2006/main">
              <a:ext uri="{FF2B5EF4-FFF2-40B4-BE49-F238E27FC236}">
                <a16:creationId xmlns:a16="http://schemas.microsoft.com/office/drawing/2014/main" id="{E2076B91-B874-4A67-B938-96BDCE7068FA}"/>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defRPr sz="1125" b="0">
                <a:solidFill>
                  <a:srgbClr val="8EABB7"/>
                </a:solidFill>
                <a:latin typeface="Noto Sans KR"/>
                <a:ea typeface="Noto Sans KR"/>
                <a:cs typeface="Noto Sans KR"/>
              </a:defRPr>
            </a:lvl1pPr>
            <a:lvl2pPr>
              <a:defRPr sz="1125" b="0">
                <a:solidFill>
                  <a:srgbClr val="8EABB7"/>
                </a:solidFill>
                <a:latin typeface="Noto Sans KR"/>
                <a:ea typeface="Noto Sans KR"/>
                <a:cs typeface="Noto Sans KR"/>
              </a:defRPr>
            </a:lvl2pPr>
            <a:lvl3pPr>
              <a:defRPr sz="1125" b="0">
                <a:solidFill>
                  <a:srgbClr val="8EABB7"/>
                </a:solidFill>
                <a:latin typeface="Noto Sans KR"/>
                <a:ea typeface="Noto Sans KR"/>
                <a:cs typeface="Noto Sans KR"/>
              </a:defRPr>
            </a:lvl3pPr>
            <a:lvl4pPr>
              <a:defRPr sz="1125" b="0">
                <a:solidFill>
                  <a:srgbClr val="8EABB7"/>
                </a:solidFill>
                <a:latin typeface="Noto Sans KR"/>
                <a:ea typeface="Noto Sans KR"/>
                <a:cs typeface="Noto Sans KR"/>
              </a:defRPr>
            </a:lvl4pPr>
            <a:lvl5pPr>
              <a:defRPr sz="1125" b="0">
                <a:solidFill>
                  <a:srgbClr val="8EABB7"/>
                </a:solidFill>
                <a:latin typeface="Noto Sans KR"/>
                <a:ea typeface="Noto Sans KR"/>
                <a:cs typeface="Noto Sans KR"/>
              </a:defRPr>
            </a:lvl5pPr>
            <a:lvl6pPr>
              <a:defRPr sz="1125" b="0">
                <a:solidFill>
                  <a:srgbClr val="8EABB7"/>
                </a:solidFill>
                <a:latin typeface="Noto Sans KR"/>
                <a:ea typeface="Noto Sans KR"/>
                <a:cs typeface="Noto Sans KR"/>
              </a:defRPr>
            </a:lvl6pPr>
            <a:lvl7pPr>
              <a:defRPr sz="1125" b="0">
                <a:solidFill>
                  <a:srgbClr val="8EABB7"/>
                </a:solidFill>
                <a:latin typeface="Noto Sans KR"/>
                <a:ea typeface="Noto Sans KR"/>
                <a:cs typeface="Noto Sans KR"/>
              </a:defRPr>
            </a:lvl7pPr>
            <a:lvl8pPr>
              <a:defRPr sz="1125" b="0">
                <a:solidFill>
                  <a:srgbClr val="8EABB7"/>
                </a:solidFill>
                <a:latin typeface="Noto Sans KR"/>
                <a:ea typeface="Noto Sans KR"/>
                <a:cs typeface="Noto Sans KR"/>
              </a:defRPr>
            </a:lvl8pPr>
            <a:lvl9pPr>
              <a:defRPr sz="1125" b="0">
                <a:solidFill>
                  <a:srgbClr val="8EABB7"/>
                </a:solidFill>
                <a:latin typeface="Noto Sans KR"/>
                <a:ea typeface="Noto Sans KR"/>
                <a:cs typeface="Noto Sans KR"/>
              </a:defRPr>
            </a:lvl9pPr>
          </a:lstStyle>
          <a:p xmlns:a="http://schemas.openxmlformats.org/drawingml/2006/main">
            <a:pPr>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42</a:t>
            </a:r>
          </a:p>
        </p:txBody>
      </p:sp>
    </p:spTree>
    <p:extLst>
      <p:ext uri="{BB962C8B-B14F-4D97-AF65-F5344CB8AC3E}">
        <p14:creationId xmlns:p14="http://schemas.microsoft.com/office/powerpoint/2010/main" val="168354379"/>
      </p:ext>
    </p:extLst>
  </p:cSld>
</p:sld>
</file>

<file path=ppt/slides/slide43.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0" name="section">
            <a:extLst xmlns:a="http://schemas.openxmlformats.org/drawingml/2006/main">
              <a:ext uri="{FF2B5EF4-FFF2-40B4-BE49-F238E27FC236}">
                <a16:creationId xmlns:a16="http://schemas.microsoft.com/office/drawing/2014/main" id="{9DB37596-8979-4277-92DE-B6F54C8687AC}"/>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defRPr sz="1125" b="1">
                <a:solidFill>
                  <a:srgbClr val="A4DDCA"/>
                </a:solidFill>
                <a:latin typeface="Noto Sans KR"/>
                <a:ea typeface="Noto Sans KR"/>
                <a:cs typeface="Noto Sans KR"/>
              </a:defRPr>
            </a:lvl1pPr>
            <a:lvl2pPr>
              <a:defRPr sz="1125" b="1">
                <a:solidFill>
                  <a:srgbClr val="A4DDCA"/>
                </a:solidFill>
                <a:latin typeface="Noto Sans KR"/>
                <a:ea typeface="Noto Sans KR"/>
                <a:cs typeface="Noto Sans KR"/>
              </a:defRPr>
            </a:lvl2pPr>
            <a:lvl3pPr>
              <a:defRPr sz="1125" b="1">
                <a:solidFill>
                  <a:srgbClr val="A4DDCA"/>
                </a:solidFill>
                <a:latin typeface="Noto Sans KR"/>
                <a:ea typeface="Noto Sans KR"/>
                <a:cs typeface="Noto Sans KR"/>
              </a:defRPr>
            </a:lvl3pPr>
            <a:lvl4pPr>
              <a:defRPr sz="1125" b="1">
                <a:solidFill>
                  <a:srgbClr val="A4DDCA"/>
                </a:solidFill>
                <a:latin typeface="Noto Sans KR"/>
                <a:ea typeface="Noto Sans KR"/>
                <a:cs typeface="Noto Sans KR"/>
              </a:defRPr>
            </a:lvl4pPr>
            <a:lvl5pPr>
              <a:defRPr sz="1125" b="1">
                <a:solidFill>
                  <a:srgbClr val="A4DDCA"/>
                </a:solidFill>
                <a:latin typeface="Noto Sans KR"/>
                <a:ea typeface="Noto Sans KR"/>
                <a:cs typeface="Noto Sans KR"/>
              </a:defRPr>
            </a:lvl5pPr>
            <a:lvl6pPr>
              <a:defRPr sz="1125" b="1">
                <a:solidFill>
                  <a:srgbClr val="A4DDCA"/>
                </a:solidFill>
                <a:latin typeface="Noto Sans KR"/>
                <a:ea typeface="Noto Sans KR"/>
                <a:cs typeface="Noto Sans KR"/>
              </a:defRPr>
            </a:lvl6pPr>
            <a:lvl7pPr>
              <a:defRPr sz="1125" b="1">
                <a:solidFill>
                  <a:srgbClr val="A4DDCA"/>
                </a:solidFill>
                <a:latin typeface="Noto Sans KR"/>
                <a:ea typeface="Noto Sans KR"/>
                <a:cs typeface="Noto Sans KR"/>
              </a:defRPr>
            </a:lvl7pPr>
            <a:lvl8pPr>
              <a:defRPr sz="1125" b="1">
                <a:solidFill>
                  <a:srgbClr val="A4DDCA"/>
                </a:solidFill>
                <a:latin typeface="Noto Sans KR"/>
                <a:ea typeface="Noto Sans KR"/>
                <a:cs typeface="Noto Sans KR"/>
              </a:defRPr>
            </a:lvl8pPr>
            <a:lvl9pPr>
              <a:defRPr sz="1125" b="1">
                <a:solidFill>
                  <a:srgbClr val="A4DDCA"/>
                </a:solidFill>
                <a:latin typeface="Noto Sans KR"/>
                <a:ea typeface="Noto Sans KR"/>
                <a:cs typeface="Noto Sans KR"/>
              </a:defRPr>
            </a:lvl9pPr>
          </a:lstStyle>
          <a:p xmlns:a="http://schemas.openxmlformats.org/drawingml/2006/main">
            <a:pPr>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7DD7B5C1-52D1-4AA7-8308-FB28EEA6B03B}"/>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defRPr sz="3000" b="1">
                <a:solidFill>
                  <a:srgbClr val="E4EFEC"/>
                </a:solidFill>
                <a:latin typeface="Noto Sans KR"/>
                <a:ea typeface="Noto Sans KR"/>
                <a:cs typeface="Noto Sans KR"/>
              </a:defRPr>
            </a:lvl1pPr>
            <a:lvl2pPr>
              <a:defRPr sz="3000" b="1">
                <a:solidFill>
                  <a:srgbClr val="E4EFEC"/>
                </a:solidFill>
                <a:latin typeface="Noto Sans KR"/>
                <a:ea typeface="Noto Sans KR"/>
                <a:cs typeface="Noto Sans KR"/>
              </a:defRPr>
            </a:lvl2pPr>
            <a:lvl3pPr>
              <a:defRPr sz="3000" b="1">
                <a:solidFill>
                  <a:srgbClr val="E4EFEC"/>
                </a:solidFill>
                <a:latin typeface="Noto Sans KR"/>
                <a:ea typeface="Noto Sans KR"/>
                <a:cs typeface="Noto Sans KR"/>
              </a:defRPr>
            </a:lvl3pPr>
            <a:lvl4pPr>
              <a:defRPr sz="3000" b="1">
                <a:solidFill>
                  <a:srgbClr val="E4EFEC"/>
                </a:solidFill>
                <a:latin typeface="Noto Sans KR"/>
                <a:ea typeface="Noto Sans KR"/>
                <a:cs typeface="Noto Sans KR"/>
              </a:defRPr>
            </a:lvl4pPr>
            <a:lvl5pPr>
              <a:defRPr sz="3000" b="1">
                <a:solidFill>
                  <a:srgbClr val="E4EFEC"/>
                </a:solidFill>
                <a:latin typeface="Noto Sans KR"/>
                <a:ea typeface="Noto Sans KR"/>
                <a:cs typeface="Noto Sans KR"/>
              </a:defRPr>
            </a:lvl5pPr>
            <a:lvl6pPr>
              <a:defRPr sz="3000" b="1">
                <a:solidFill>
                  <a:srgbClr val="E4EFEC"/>
                </a:solidFill>
                <a:latin typeface="Noto Sans KR"/>
                <a:ea typeface="Noto Sans KR"/>
                <a:cs typeface="Noto Sans KR"/>
              </a:defRPr>
            </a:lvl6pPr>
            <a:lvl7pPr>
              <a:defRPr sz="3000" b="1">
                <a:solidFill>
                  <a:srgbClr val="E4EFEC"/>
                </a:solidFill>
                <a:latin typeface="Noto Sans KR"/>
                <a:ea typeface="Noto Sans KR"/>
                <a:cs typeface="Noto Sans KR"/>
              </a:defRPr>
            </a:lvl7pPr>
            <a:lvl8pPr>
              <a:defRPr sz="3000" b="1">
                <a:solidFill>
                  <a:srgbClr val="E4EFEC"/>
                </a:solidFill>
                <a:latin typeface="Noto Sans KR"/>
                <a:ea typeface="Noto Sans KR"/>
                <a:cs typeface="Noto Sans KR"/>
              </a:defRPr>
            </a:lvl8pPr>
            <a:lvl9pPr>
              <a:defRPr sz="3000" b="1">
                <a:solidFill>
                  <a:srgbClr val="E4EFEC"/>
                </a:solidFill>
                <a:latin typeface="Noto Sans KR"/>
                <a:ea typeface="Noto Sans KR"/>
                <a:cs typeface="Noto Sans KR"/>
              </a:defRPr>
            </a:lvl9pPr>
          </a:lstStyle>
          <a:p xmlns:a="http://schemas.openxmlformats.org/drawingml/2006/main">
            <a:pPr>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When to Use Graphs in RAG를 질문에 대입하면</a:t>
            </a:r>
          </a:p>
        </p:txBody>
      </p:sp>
      <p:sp>
        <p:nvSpPr>
          <p:cNvPr id="3" name="label-0">
            <a:extLst xmlns:a="http://schemas.openxmlformats.org/drawingml/2006/main">
              <a:ext uri="{FF2B5EF4-FFF2-40B4-BE49-F238E27FC236}">
                <a16:creationId xmlns:a16="http://schemas.microsoft.com/office/drawing/2014/main" id="{5E88FA54-951F-46A4-A1A8-87958C0CF3D2}"/>
              </a:ext>
            </a:extLst>
          </p:cNvPr>
          <p:cNvSpPr>
            <a:spLocks xmlns:a="http://schemas.openxmlformats.org/drawingml/2006/main" noGrp="1"/>
          </p:cNvSpPr>
          <p:nvPr/>
        </p:nvSpPr>
        <p:spPr>
          <a:xfrm xmlns:a="http://schemas.openxmlformats.org/drawingml/2006/main">
            <a:off x="609600" y="186690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defRPr sz="1950" b="1">
                <a:solidFill>
                  <a:srgbClr val="A4DDCA"/>
                </a:solidFill>
                <a:latin typeface="Noto Sans KR"/>
                <a:ea typeface="Noto Sans KR"/>
                <a:cs typeface="Noto Sans KR"/>
              </a:defRPr>
            </a:lvl1pPr>
            <a:lvl2pPr>
              <a:defRPr sz="1950" b="1">
                <a:solidFill>
                  <a:srgbClr val="A4DDCA"/>
                </a:solidFill>
                <a:latin typeface="Noto Sans KR"/>
                <a:ea typeface="Noto Sans KR"/>
                <a:cs typeface="Noto Sans KR"/>
              </a:defRPr>
            </a:lvl2pPr>
            <a:lvl3pPr>
              <a:defRPr sz="1950" b="1">
                <a:solidFill>
                  <a:srgbClr val="A4DDCA"/>
                </a:solidFill>
                <a:latin typeface="Noto Sans KR"/>
                <a:ea typeface="Noto Sans KR"/>
                <a:cs typeface="Noto Sans KR"/>
              </a:defRPr>
            </a:lvl3pPr>
            <a:lvl4pPr>
              <a:defRPr sz="1950" b="1">
                <a:solidFill>
                  <a:srgbClr val="A4DDCA"/>
                </a:solidFill>
                <a:latin typeface="Noto Sans KR"/>
                <a:ea typeface="Noto Sans KR"/>
                <a:cs typeface="Noto Sans KR"/>
              </a:defRPr>
            </a:lvl4pPr>
            <a:lvl5pPr>
              <a:defRPr sz="1950" b="1">
                <a:solidFill>
                  <a:srgbClr val="A4DDCA"/>
                </a:solidFill>
                <a:latin typeface="Noto Sans KR"/>
                <a:ea typeface="Noto Sans KR"/>
                <a:cs typeface="Noto Sans KR"/>
              </a:defRPr>
            </a:lvl5pPr>
            <a:lvl6pPr>
              <a:defRPr sz="1950" b="1">
                <a:solidFill>
                  <a:srgbClr val="A4DDCA"/>
                </a:solidFill>
                <a:latin typeface="Noto Sans KR"/>
                <a:ea typeface="Noto Sans KR"/>
                <a:cs typeface="Noto Sans KR"/>
              </a:defRPr>
            </a:lvl6pPr>
            <a:lvl7pPr>
              <a:defRPr sz="1950" b="1">
                <a:solidFill>
                  <a:srgbClr val="A4DDCA"/>
                </a:solidFill>
                <a:latin typeface="Noto Sans KR"/>
                <a:ea typeface="Noto Sans KR"/>
                <a:cs typeface="Noto Sans KR"/>
              </a:defRPr>
            </a:lvl7pPr>
            <a:lvl8pPr>
              <a:defRPr sz="1950" b="1">
                <a:solidFill>
                  <a:srgbClr val="A4DDCA"/>
                </a:solidFill>
                <a:latin typeface="Noto Sans KR"/>
                <a:ea typeface="Noto Sans KR"/>
                <a:cs typeface="Noto Sans KR"/>
              </a:defRPr>
            </a:lvl8pPr>
            <a:lvl9pPr>
              <a:defRPr sz="1950" b="1">
                <a:solidFill>
                  <a:srgbClr val="A4DDCA"/>
                </a:solidFill>
                <a:latin typeface="Noto Sans KR"/>
                <a:ea typeface="Noto Sans KR"/>
                <a:cs typeface="Noto Sans KR"/>
              </a:defRPr>
            </a:lvl9pPr>
          </a:lstStyle>
          <a:p xmlns:a="http://schemas.openxmlformats.org/drawingml/2006/main">
            <a:pPr>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예시 질문</a:t>
            </a:r>
          </a:p>
        </p:txBody>
      </p:sp>
      <p:sp>
        <p:nvSpPr>
          <p:cNvPr id="4" name="body-0">
            <a:extLst xmlns:a="http://schemas.openxmlformats.org/drawingml/2006/main">
              <a:ext uri="{FF2B5EF4-FFF2-40B4-BE49-F238E27FC236}">
                <a16:creationId xmlns:a16="http://schemas.microsoft.com/office/drawing/2014/main" id="{FC18C0FD-D4AF-4B3A-9A5B-41BD0DBE96FB}"/>
              </a:ext>
            </a:extLst>
          </p:cNvPr>
          <p:cNvSpPr>
            <a:spLocks xmlns:a="http://schemas.openxmlformats.org/drawingml/2006/main" noGrp="1"/>
          </p:cNvSpPr>
          <p:nvPr/>
        </p:nvSpPr>
        <p:spPr>
          <a:xfrm xmlns:a="http://schemas.openxmlformats.org/drawingml/2006/main">
            <a:off x="3190875" y="186690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defRPr sz="2025" b="0">
                <a:solidFill>
                  <a:srgbClr val="E4EFEC"/>
                </a:solidFill>
                <a:latin typeface="Noto Sans KR"/>
                <a:ea typeface="Noto Sans KR"/>
                <a:cs typeface="Noto Sans KR"/>
              </a:defRPr>
            </a:lvl1pPr>
            <a:lvl2pPr>
              <a:defRPr sz="2025" b="0">
                <a:solidFill>
                  <a:srgbClr val="E4EFEC"/>
                </a:solidFill>
                <a:latin typeface="Noto Sans KR"/>
                <a:ea typeface="Noto Sans KR"/>
                <a:cs typeface="Noto Sans KR"/>
              </a:defRPr>
            </a:lvl2pPr>
            <a:lvl3pPr>
              <a:defRPr sz="2025" b="0">
                <a:solidFill>
                  <a:srgbClr val="E4EFEC"/>
                </a:solidFill>
                <a:latin typeface="Noto Sans KR"/>
                <a:ea typeface="Noto Sans KR"/>
                <a:cs typeface="Noto Sans KR"/>
              </a:defRPr>
            </a:lvl3pPr>
            <a:lvl4pPr>
              <a:defRPr sz="2025" b="0">
                <a:solidFill>
                  <a:srgbClr val="E4EFEC"/>
                </a:solidFill>
                <a:latin typeface="Noto Sans KR"/>
                <a:ea typeface="Noto Sans KR"/>
                <a:cs typeface="Noto Sans KR"/>
              </a:defRPr>
            </a:lvl4pPr>
            <a:lvl5pPr>
              <a:defRPr sz="2025" b="0">
                <a:solidFill>
                  <a:srgbClr val="E4EFEC"/>
                </a:solidFill>
                <a:latin typeface="Noto Sans KR"/>
                <a:ea typeface="Noto Sans KR"/>
                <a:cs typeface="Noto Sans KR"/>
              </a:defRPr>
            </a:lvl5pPr>
            <a:lvl6pPr>
              <a:defRPr sz="2025" b="0">
                <a:solidFill>
                  <a:srgbClr val="E4EFEC"/>
                </a:solidFill>
                <a:latin typeface="Noto Sans KR"/>
                <a:ea typeface="Noto Sans KR"/>
                <a:cs typeface="Noto Sans KR"/>
              </a:defRPr>
            </a:lvl6pPr>
            <a:lvl7pPr>
              <a:defRPr sz="2025" b="0">
                <a:solidFill>
                  <a:srgbClr val="E4EFEC"/>
                </a:solidFill>
                <a:latin typeface="Noto Sans KR"/>
                <a:ea typeface="Noto Sans KR"/>
                <a:cs typeface="Noto Sans KR"/>
              </a:defRPr>
            </a:lvl7pPr>
            <a:lvl8pPr>
              <a:defRPr sz="2025" b="0">
                <a:solidFill>
                  <a:srgbClr val="E4EFEC"/>
                </a:solidFill>
                <a:latin typeface="Noto Sans KR"/>
                <a:ea typeface="Noto Sans KR"/>
                <a:cs typeface="Noto Sans KR"/>
              </a:defRPr>
            </a:lvl8pPr>
            <a:lvl9pPr>
              <a:defRPr sz="2025" b="0">
                <a:solidFill>
                  <a:srgbClr val="E4EFEC"/>
                </a:solidFill>
                <a:latin typeface="Noto Sans KR"/>
                <a:ea typeface="Noto Sans KR"/>
                <a:cs typeface="Noto Sans KR"/>
              </a:defRPr>
            </a:lvl9pPr>
          </a:lstStyle>
          <a:p xmlns:a="http://schemas.openxmlformats.org/drawingml/2006/main">
            <a:pPr>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어떤 질문에서 기본 RAG보다 그래프가 나을까요?</a:t>
            </a:r>
          </a:p>
        </p:txBody>
      </p:sp>
      <p:sp>
        <p:nvSpPr>
          <p:cNvPr id="5" name="label-1">
            <a:extLst xmlns:a="http://schemas.openxmlformats.org/drawingml/2006/main">
              <a:ext uri="{FF2B5EF4-FFF2-40B4-BE49-F238E27FC236}">
                <a16:creationId xmlns:a16="http://schemas.microsoft.com/office/drawing/2014/main" id="{2E4CCC99-B933-4B6A-9B06-14498FBA782E}"/>
              </a:ext>
            </a:extLst>
          </p:cNvPr>
          <p:cNvSpPr>
            <a:spLocks xmlns:a="http://schemas.openxmlformats.org/drawingml/2006/main" noGrp="1"/>
          </p:cNvSpPr>
          <p:nvPr/>
        </p:nvSpPr>
        <p:spPr>
          <a:xfrm xmlns:a="http://schemas.openxmlformats.org/drawingml/2006/main">
            <a:off x="609600" y="31337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defRPr sz="1950" b="1">
                <a:solidFill>
                  <a:srgbClr val="A4DDCA"/>
                </a:solidFill>
                <a:latin typeface="Noto Sans KR"/>
                <a:ea typeface="Noto Sans KR"/>
                <a:cs typeface="Noto Sans KR"/>
              </a:defRPr>
            </a:lvl1pPr>
            <a:lvl2pPr>
              <a:defRPr sz="1950" b="1">
                <a:solidFill>
                  <a:srgbClr val="A4DDCA"/>
                </a:solidFill>
                <a:latin typeface="Noto Sans KR"/>
                <a:ea typeface="Noto Sans KR"/>
                <a:cs typeface="Noto Sans KR"/>
              </a:defRPr>
            </a:lvl2pPr>
            <a:lvl3pPr>
              <a:defRPr sz="1950" b="1">
                <a:solidFill>
                  <a:srgbClr val="A4DDCA"/>
                </a:solidFill>
                <a:latin typeface="Noto Sans KR"/>
                <a:ea typeface="Noto Sans KR"/>
                <a:cs typeface="Noto Sans KR"/>
              </a:defRPr>
            </a:lvl3pPr>
            <a:lvl4pPr>
              <a:defRPr sz="1950" b="1">
                <a:solidFill>
                  <a:srgbClr val="A4DDCA"/>
                </a:solidFill>
                <a:latin typeface="Noto Sans KR"/>
                <a:ea typeface="Noto Sans KR"/>
                <a:cs typeface="Noto Sans KR"/>
              </a:defRPr>
            </a:lvl4pPr>
            <a:lvl5pPr>
              <a:defRPr sz="1950" b="1">
                <a:solidFill>
                  <a:srgbClr val="A4DDCA"/>
                </a:solidFill>
                <a:latin typeface="Noto Sans KR"/>
                <a:ea typeface="Noto Sans KR"/>
                <a:cs typeface="Noto Sans KR"/>
              </a:defRPr>
            </a:lvl5pPr>
            <a:lvl6pPr>
              <a:defRPr sz="1950" b="1">
                <a:solidFill>
                  <a:srgbClr val="A4DDCA"/>
                </a:solidFill>
                <a:latin typeface="Noto Sans KR"/>
                <a:ea typeface="Noto Sans KR"/>
                <a:cs typeface="Noto Sans KR"/>
              </a:defRPr>
            </a:lvl6pPr>
            <a:lvl7pPr>
              <a:defRPr sz="1950" b="1">
                <a:solidFill>
                  <a:srgbClr val="A4DDCA"/>
                </a:solidFill>
                <a:latin typeface="Noto Sans KR"/>
                <a:ea typeface="Noto Sans KR"/>
                <a:cs typeface="Noto Sans KR"/>
              </a:defRPr>
            </a:lvl7pPr>
            <a:lvl8pPr>
              <a:defRPr sz="1950" b="1">
                <a:solidFill>
                  <a:srgbClr val="A4DDCA"/>
                </a:solidFill>
                <a:latin typeface="Noto Sans KR"/>
                <a:ea typeface="Noto Sans KR"/>
                <a:cs typeface="Noto Sans KR"/>
              </a:defRPr>
            </a:lvl8pPr>
            <a:lvl9pPr>
              <a:defRPr sz="1950" b="1">
                <a:solidFill>
                  <a:srgbClr val="A4DDCA"/>
                </a:solidFill>
                <a:latin typeface="Noto Sans KR"/>
                <a:ea typeface="Noto Sans KR"/>
                <a:cs typeface="Noto Sans KR"/>
              </a:defRPr>
            </a:lvl9pPr>
          </a:lstStyle>
          <a:p xmlns:a="http://schemas.openxmlformats.org/drawingml/2006/main">
            <a:pPr>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모을 근거</a:t>
            </a:r>
          </a:p>
        </p:txBody>
      </p:sp>
      <p:sp>
        <p:nvSpPr>
          <p:cNvPr id="6" name="body-1">
            <a:extLst xmlns:a="http://schemas.openxmlformats.org/drawingml/2006/main">
              <a:ext uri="{FF2B5EF4-FFF2-40B4-BE49-F238E27FC236}">
                <a16:creationId xmlns:a16="http://schemas.microsoft.com/office/drawing/2014/main" id="{824D8F95-2216-4EFD-A1B3-074D20E9AAC2}"/>
              </a:ext>
            </a:extLst>
          </p:cNvPr>
          <p:cNvSpPr>
            <a:spLocks xmlns:a="http://schemas.openxmlformats.org/drawingml/2006/main" noGrp="1"/>
          </p:cNvSpPr>
          <p:nvPr/>
        </p:nvSpPr>
        <p:spPr>
          <a:xfrm xmlns:a="http://schemas.openxmlformats.org/drawingml/2006/main">
            <a:off x="3190875" y="31337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defRPr sz="2025" b="0">
                <a:solidFill>
                  <a:srgbClr val="E4EFEC"/>
                </a:solidFill>
                <a:latin typeface="Noto Sans KR"/>
                <a:ea typeface="Noto Sans KR"/>
                <a:cs typeface="Noto Sans KR"/>
              </a:defRPr>
            </a:lvl1pPr>
            <a:lvl2pPr>
              <a:defRPr sz="2025" b="0">
                <a:solidFill>
                  <a:srgbClr val="E4EFEC"/>
                </a:solidFill>
                <a:latin typeface="Noto Sans KR"/>
                <a:ea typeface="Noto Sans KR"/>
                <a:cs typeface="Noto Sans KR"/>
              </a:defRPr>
            </a:lvl2pPr>
            <a:lvl3pPr>
              <a:defRPr sz="2025" b="0">
                <a:solidFill>
                  <a:srgbClr val="E4EFEC"/>
                </a:solidFill>
                <a:latin typeface="Noto Sans KR"/>
                <a:ea typeface="Noto Sans KR"/>
                <a:cs typeface="Noto Sans KR"/>
              </a:defRPr>
            </a:lvl3pPr>
            <a:lvl4pPr>
              <a:defRPr sz="2025" b="0">
                <a:solidFill>
                  <a:srgbClr val="E4EFEC"/>
                </a:solidFill>
                <a:latin typeface="Noto Sans KR"/>
                <a:ea typeface="Noto Sans KR"/>
                <a:cs typeface="Noto Sans KR"/>
              </a:defRPr>
            </a:lvl4pPr>
            <a:lvl5pPr>
              <a:defRPr sz="2025" b="0">
                <a:solidFill>
                  <a:srgbClr val="E4EFEC"/>
                </a:solidFill>
                <a:latin typeface="Noto Sans KR"/>
                <a:ea typeface="Noto Sans KR"/>
                <a:cs typeface="Noto Sans KR"/>
              </a:defRPr>
            </a:lvl5pPr>
            <a:lvl6pPr>
              <a:defRPr sz="2025" b="0">
                <a:solidFill>
                  <a:srgbClr val="E4EFEC"/>
                </a:solidFill>
                <a:latin typeface="Noto Sans KR"/>
                <a:ea typeface="Noto Sans KR"/>
                <a:cs typeface="Noto Sans KR"/>
              </a:defRPr>
            </a:lvl6pPr>
            <a:lvl7pPr>
              <a:defRPr sz="2025" b="0">
                <a:solidFill>
                  <a:srgbClr val="E4EFEC"/>
                </a:solidFill>
                <a:latin typeface="Noto Sans KR"/>
                <a:ea typeface="Noto Sans KR"/>
                <a:cs typeface="Noto Sans KR"/>
              </a:defRPr>
            </a:lvl7pPr>
            <a:lvl8pPr>
              <a:defRPr sz="2025" b="0">
                <a:solidFill>
                  <a:srgbClr val="E4EFEC"/>
                </a:solidFill>
                <a:latin typeface="Noto Sans KR"/>
                <a:ea typeface="Noto Sans KR"/>
                <a:cs typeface="Noto Sans KR"/>
              </a:defRPr>
            </a:lvl8pPr>
            <a:lvl9pPr>
              <a:defRPr sz="2025" b="0">
                <a:solidFill>
                  <a:srgbClr val="E4EFEC"/>
                </a:solidFill>
                <a:latin typeface="Noto Sans KR"/>
                <a:ea typeface="Noto Sans KR"/>
                <a:cs typeface="Noto Sans KR"/>
              </a:defRPr>
            </a:lvl9pPr>
          </a:lstStyle>
          <a:p xmlns:a="http://schemas.openxmlformats.org/drawingml/2006/main">
            <a:pPr>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단일 사실, 여러 문서 연결, 전체 요약을 나눠 비교합니다.</a:t>
            </a:r>
          </a:p>
        </p:txBody>
      </p:sp>
      <p:sp>
        <p:nvSpPr>
          <p:cNvPr id="7" name="label-2">
            <a:extLst xmlns:a="http://schemas.openxmlformats.org/drawingml/2006/main">
              <a:ext uri="{FF2B5EF4-FFF2-40B4-BE49-F238E27FC236}">
                <a16:creationId xmlns:a16="http://schemas.microsoft.com/office/drawing/2014/main" id="{725DDFC4-CFFF-44D9-89F5-F573DEFFBAE2}"/>
              </a:ext>
            </a:extLst>
          </p:cNvPr>
          <p:cNvSpPr>
            <a:spLocks xmlns:a="http://schemas.openxmlformats.org/drawingml/2006/main" noGrp="1"/>
          </p:cNvSpPr>
          <p:nvPr/>
        </p:nvSpPr>
        <p:spPr>
          <a:xfrm xmlns:a="http://schemas.openxmlformats.org/drawingml/2006/main">
            <a:off x="609600" y="44005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defRPr sz="1950" b="1">
                <a:solidFill>
                  <a:srgbClr val="A4DDCA"/>
                </a:solidFill>
                <a:latin typeface="Noto Sans KR"/>
                <a:ea typeface="Noto Sans KR"/>
                <a:cs typeface="Noto Sans KR"/>
              </a:defRPr>
            </a:lvl1pPr>
            <a:lvl2pPr>
              <a:defRPr sz="1950" b="1">
                <a:solidFill>
                  <a:srgbClr val="A4DDCA"/>
                </a:solidFill>
                <a:latin typeface="Noto Sans KR"/>
                <a:ea typeface="Noto Sans KR"/>
                <a:cs typeface="Noto Sans KR"/>
              </a:defRPr>
            </a:lvl2pPr>
            <a:lvl3pPr>
              <a:defRPr sz="1950" b="1">
                <a:solidFill>
                  <a:srgbClr val="A4DDCA"/>
                </a:solidFill>
                <a:latin typeface="Noto Sans KR"/>
                <a:ea typeface="Noto Sans KR"/>
                <a:cs typeface="Noto Sans KR"/>
              </a:defRPr>
            </a:lvl3pPr>
            <a:lvl4pPr>
              <a:defRPr sz="1950" b="1">
                <a:solidFill>
                  <a:srgbClr val="A4DDCA"/>
                </a:solidFill>
                <a:latin typeface="Noto Sans KR"/>
                <a:ea typeface="Noto Sans KR"/>
                <a:cs typeface="Noto Sans KR"/>
              </a:defRPr>
            </a:lvl4pPr>
            <a:lvl5pPr>
              <a:defRPr sz="1950" b="1">
                <a:solidFill>
                  <a:srgbClr val="A4DDCA"/>
                </a:solidFill>
                <a:latin typeface="Noto Sans KR"/>
                <a:ea typeface="Noto Sans KR"/>
                <a:cs typeface="Noto Sans KR"/>
              </a:defRPr>
            </a:lvl5pPr>
            <a:lvl6pPr>
              <a:defRPr sz="1950" b="1">
                <a:solidFill>
                  <a:srgbClr val="A4DDCA"/>
                </a:solidFill>
                <a:latin typeface="Noto Sans KR"/>
                <a:ea typeface="Noto Sans KR"/>
                <a:cs typeface="Noto Sans KR"/>
              </a:defRPr>
            </a:lvl6pPr>
            <a:lvl7pPr>
              <a:defRPr sz="1950" b="1">
                <a:solidFill>
                  <a:srgbClr val="A4DDCA"/>
                </a:solidFill>
                <a:latin typeface="Noto Sans KR"/>
                <a:ea typeface="Noto Sans KR"/>
                <a:cs typeface="Noto Sans KR"/>
              </a:defRPr>
            </a:lvl7pPr>
            <a:lvl8pPr>
              <a:defRPr sz="1950" b="1">
                <a:solidFill>
                  <a:srgbClr val="A4DDCA"/>
                </a:solidFill>
                <a:latin typeface="Noto Sans KR"/>
                <a:ea typeface="Noto Sans KR"/>
                <a:cs typeface="Noto Sans KR"/>
              </a:defRPr>
            </a:lvl8pPr>
            <a:lvl9pPr>
              <a:defRPr sz="1950" b="1">
                <a:solidFill>
                  <a:srgbClr val="A4DDCA"/>
                </a:solidFill>
                <a:latin typeface="Noto Sans KR"/>
                <a:ea typeface="Noto Sans KR"/>
                <a:cs typeface="Noto Sans KR"/>
              </a:defRPr>
            </a:lvl9pPr>
          </a:lstStyle>
          <a:p xmlns:a="http://schemas.openxmlformats.org/drawingml/2006/main">
            <a:pPr>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주의할 점</a:t>
            </a:r>
          </a:p>
        </p:txBody>
      </p:sp>
      <p:sp>
        <p:nvSpPr>
          <p:cNvPr id="8" name="body-2">
            <a:extLst xmlns:a="http://schemas.openxmlformats.org/drawingml/2006/main">
              <a:ext uri="{FF2B5EF4-FFF2-40B4-BE49-F238E27FC236}">
                <a16:creationId xmlns:a16="http://schemas.microsoft.com/office/drawing/2014/main" id="{E410F2A7-1C37-40D8-B77B-2D6754E875C7}"/>
              </a:ext>
            </a:extLst>
          </p:cNvPr>
          <p:cNvSpPr>
            <a:spLocks xmlns:a="http://schemas.openxmlformats.org/drawingml/2006/main" noGrp="1"/>
          </p:cNvSpPr>
          <p:nvPr/>
        </p:nvSpPr>
        <p:spPr>
          <a:xfrm xmlns:a="http://schemas.openxmlformats.org/drawingml/2006/main">
            <a:off x="3190875" y="44005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defRPr sz="2025" b="0">
                <a:solidFill>
                  <a:srgbClr val="E4EFEC"/>
                </a:solidFill>
                <a:latin typeface="Noto Sans KR"/>
                <a:ea typeface="Noto Sans KR"/>
                <a:cs typeface="Noto Sans KR"/>
              </a:defRPr>
            </a:lvl1pPr>
            <a:lvl2pPr>
              <a:defRPr sz="2025" b="0">
                <a:solidFill>
                  <a:srgbClr val="E4EFEC"/>
                </a:solidFill>
                <a:latin typeface="Noto Sans KR"/>
                <a:ea typeface="Noto Sans KR"/>
                <a:cs typeface="Noto Sans KR"/>
              </a:defRPr>
            </a:lvl2pPr>
            <a:lvl3pPr>
              <a:defRPr sz="2025" b="0">
                <a:solidFill>
                  <a:srgbClr val="E4EFEC"/>
                </a:solidFill>
                <a:latin typeface="Noto Sans KR"/>
                <a:ea typeface="Noto Sans KR"/>
                <a:cs typeface="Noto Sans KR"/>
              </a:defRPr>
            </a:lvl3pPr>
            <a:lvl4pPr>
              <a:defRPr sz="2025" b="0">
                <a:solidFill>
                  <a:srgbClr val="E4EFEC"/>
                </a:solidFill>
                <a:latin typeface="Noto Sans KR"/>
                <a:ea typeface="Noto Sans KR"/>
                <a:cs typeface="Noto Sans KR"/>
              </a:defRPr>
            </a:lvl4pPr>
            <a:lvl5pPr>
              <a:defRPr sz="2025" b="0">
                <a:solidFill>
                  <a:srgbClr val="E4EFEC"/>
                </a:solidFill>
                <a:latin typeface="Noto Sans KR"/>
                <a:ea typeface="Noto Sans KR"/>
                <a:cs typeface="Noto Sans KR"/>
              </a:defRPr>
            </a:lvl5pPr>
            <a:lvl6pPr>
              <a:defRPr sz="2025" b="0">
                <a:solidFill>
                  <a:srgbClr val="E4EFEC"/>
                </a:solidFill>
                <a:latin typeface="Noto Sans KR"/>
                <a:ea typeface="Noto Sans KR"/>
                <a:cs typeface="Noto Sans KR"/>
              </a:defRPr>
            </a:lvl6pPr>
            <a:lvl7pPr>
              <a:defRPr sz="2025" b="0">
                <a:solidFill>
                  <a:srgbClr val="E4EFEC"/>
                </a:solidFill>
                <a:latin typeface="Noto Sans KR"/>
                <a:ea typeface="Noto Sans KR"/>
                <a:cs typeface="Noto Sans KR"/>
              </a:defRPr>
            </a:lvl7pPr>
            <a:lvl8pPr>
              <a:defRPr sz="2025" b="0">
                <a:solidFill>
                  <a:srgbClr val="E4EFEC"/>
                </a:solidFill>
                <a:latin typeface="Noto Sans KR"/>
                <a:ea typeface="Noto Sans KR"/>
                <a:cs typeface="Noto Sans KR"/>
              </a:defRPr>
            </a:lvl8pPr>
            <a:lvl9pPr>
              <a:defRPr sz="2025" b="0">
                <a:solidFill>
                  <a:srgbClr val="E4EFEC"/>
                </a:solidFill>
                <a:latin typeface="Noto Sans KR"/>
                <a:ea typeface="Noto Sans KR"/>
                <a:cs typeface="Noto Sans KR"/>
              </a:defRPr>
            </a:lvl9pPr>
          </a:lstStyle>
          <a:p xmlns:a="http://schemas.openxmlformats.org/drawingml/2006/main">
            <a:pPr>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평가 연구입니다. 자동으로 방법을 고르는 검색 알고리즘을 뜻하지 않습니다.</a:t>
            </a:r>
          </a:p>
        </p:txBody>
      </p:sp>
      <p:sp>
        <p:nvSpPr>
          <p:cNvPr id="9" name="page">
            <a:extLst xmlns:a="http://schemas.openxmlformats.org/drawingml/2006/main">
              <a:ext uri="{FF2B5EF4-FFF2-40B4-BE49-F238E27FC236}">
                <a16:creationId xmlns:a16="http://schemas.microsoft.com/office/drawing/2014/main" id="{C6FBAFF2-919B-48EA-A774-6E65E054FF5B}"/>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defRPr sz="1125" b="0">
                <a:solidFill>
                  <a:srgbClr val="8EABB7"/>
                </a:solidFill>
                <a:latin typeface="Noto Sans KR"/>
                <a:ea typeface="Noto Sans KR"/>
                <a:cs typeface="Noto Sans KR"/>
              </a:defRPr>
            </a:lvl1pPr>
            <a:lvl2pPr>
              <a:defRPr sz="1125" b="0">
                <a:solidFill>
                  <a:srgbClr val="8EABB7"/>
                </a:solidFill>
                <a:latin typeface="Noto Sans KR"/>
                <a:ea typeface="Noto Sans KR"/>
                <a:cs typeface="Noto Sans KR"/>
              </a:defRPr>
            </a:lvl2pPr>
            <a:lvl3pPr>
              <a:defRPr sz="1125" b="0">
                <a:solidFill>
                  <a:srgbClr val="8EABB7"/>
                </a:solidFill>
                <a:latin typeface="Noto Sans KR"/>
                <a:ea typeface="Noto Sans KR"/>
                <a:cs typeface="Noto Sans KR"/>
              </a:defRPr>
            </a:lvl3pPr>
            <a:lvl4pPr>
              <a:defRPr sz="1125" b="0">
                <a:solidFill>
                  <a:srgbClr val="8EABB7"/>
                </a:solidFill>
                <a:latin typeface="Noto Sans KR"/>
                <a:ea typeface="Noto Sans KR"/>
                <a:cs typeface="Noto Sans KR"/>
              </a:defRPr>
            </a:lvl4pPr>
            <a:lvl5pPr>
              <a:defRPr sz="1125" b="0">
                <a:solidFill>
                  <a:srgbClr val="8EABB7"/>
                </a:solidFill>
                <a:latin typeface="Noto Sans KR"/>
                <a:ea typeface="Noto Sans KR"/>
                <a:cs typeface="Noto Sans KR"/>
              </a:defRPr>
            </a:lvl5pPr>
            <a:lvl6pPr>
              <a:defRPr sz="1125" b="0">
                <a:solidFill>
                  <a:srgbClr val="8EABB7"/>
                </a:solidFill>
                <a:latin typeface="Noto Sans KR"/>
                <a:ea typeface="Noto Sans KR"/>
                <a:cs typeface="Noto Sans KR"/>
              </a:defRPr>
            </a:lvl6pPr>
            <a:lvl7pPr>
              <a:defRPr sz="1125" b="0">
                <a:solidFill>
                  <a:srgbClr val="8EABB7"/>
                </a:solidFill>
                <a:latin typeface="Noto Sans KR"/>
                <a:ea typeface="Noto Sans KR"/>
                <a:cs typeface="Noto Sans KR"/>
              </a:defRPr>
            </a:lvl7pPr>
            <a:lvl8pPr>
              <a:defRPr sz="1125" b="0">
                <a:solidFill>
                  <a:srgbClr val="8EABB7"/>
                </a:solidFill>
                <a:latin typeface="Noto Sans KR"/>
                <a:ea typeface="Noto Sans KR"/>
                <a:cs typeface="Noto Sans KR"/>
              </a:defRPr>
            </a:lvl8pPr>
            <a:lvl9pPr>
              <a:defRPr sz="1125" b="0">
                <a:solidFill>
                  <a:srgbClr val="8EABB7"/>
                </a:solidFill>
                <a:latin typeface="Noto Sans KR"/>
                <a:ea typeface="Noto Sans KR"/>
                <a:cs typeface="Noto Sans KR"/>
              </a:defRPr>
            </a:lvl9pPr>
          </a:lstStyle>
          <a:p xmlns:a="http://schemas.openxmlformats.org/drawingml/2006/main">
            <a:pPr>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43</a:t>
            </a:r>
          </a:p>
        </p:txBody>
      </p:sp>
    </p:spTree>
    <p:extLst>
      <p:ext uri="{BB962C8B-B14F-4D97-AF65-F5344CB8AC3E}">
        <p14:creationId xmlns:p14="http://schemas.microsoft.com/office/powerpoint/2010/main" val="1633190844"/>
      </p:ext>
    </p:extLst>
  </p:cSld>
</p:sld>
</file>

<file path=ppt/slides/slide44.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0" name="section">
            <a:extLst xmlns:a="http://schemas.openxmlformats.org/drawingml/2006/main">
              <a:ext uri="{FF2B5EF4-FFF2-40B4-BE49-F238E27FC236}">
                <a16:creationId xmlns:a16="http://schemas.microsoft.com/office/drawing/2014/main" id="{15B54254-5E1F-4CC5-8136-0B1B2A492328}"/>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defRPr sz="1125" b="1">
                <a:solidFill>
                  <a:srgbClr val="A4DDCA"/>
                </a:solidFill>
                <a:latin typeface="Noto Sans KR"/>
                <a:ea typeface="Noto Sans KR"/>
                <a:cs typeface="Noto Sans KR"/>
              </a:defRPr>
            </a:lvl1pPr>
            <a:lvl2pPr>
              <a:defRPr sz="1125" b="1">
                <a:solidFill>
                  <a:srgbClr val="A4DDCA"/>
                </a:solidFill>
                <a:latin typeface="Noto Sans KR"/>
                <a:ea typeface="Noto Sans KR"/>
                <a:cs typeface="Noto Sans KR"/>
              </a:defRPr>
            </a:lvl2pPr>
            <a:lvl3pPr>
              <a:defRPr sz="1125" b="1">
                <a:solidFill>
                  <a:srgbClr val="A4DDCA"/>
                </a:solidFill>
                <a:latin typeface="Noto Sans KR"/>
                <a:ea typeface="Noto Sans KR"/>
                <a:cs typeface="Noto Sans KR"/>
              </a:defRPr>
            </a:lvl3pPr>
            <a:lvl4pPr>
              <a:defRPr sz="1125" b="1">
                <a:solidFill>
                  <a:srgbClr val="A4DDCA"/>
                </a:solidFill>
                <a:latin typeface="Noto Sans KR"/>
                <a:ea typeface="Noto Sans KR"/>
                <a:cs typeface="Noto Sans KR"/>
              </a:defRPr>
            </a:lvl4pPr>
            <a:lvl5pPr>
              <a:defRPr sz="1125" b="1">
                <a:solidFill>
                  <a:srgbClr val="A4DDCA"/>
                </a:solidFill>
                <a:latin typeface="Noto Sans KR"/>
                <a:ea typeface="Noto Sans KR"/>
                <a:cs typeface="Noto Sans KR"/>
              </a:defRPr>
            </a:lvl5pPr>
            <a:lvl6pPr>
              <a:defRPr sz="1125" b="1">
                <a:solidFill>
                  <a:srgbClr val="A4DDCA"/>
                </a:solidFill>
                <a:latin typeface="Noto Sans KR"/>
                <a:ea typeface="Noto Sans KR"/>
                <a:cs typeface="Noto Sans KR"/>
              </a:defRPr>
            </a:lvl6pPr>
            <a:lvl7pPr>
              <a:defRPr sz="1125" b="1">
                <a:solidFill>
                  <a:srgbClr val="A4DDCA"/>
                </a:solidFill>
                <a:latin typeface="Noto Sans KR"/>
                <a:ea typeface="Noto Sans KR"/>
                <a:cs typeface="Noto Sans KR"/>
              </a:defRPr>
            </a:lvl7pPr>
            <a:lvl8pPr>
              <a:defRPr sz="1125" b="1">
                <a:solidFill>
                  <a:srgbClr val="A4DDCA"/>
                </a:solidFill>
                <a:latin typeface="Noto Sans KR"/>
                <a:ea typeface="Noto Sans KR"/>
                <a:cs typeface="Noto Sans KR"/>
              </a:defRPr>
            </a:lvl8pPr>
            <a:lvl9pPr>
              <a:defRPr sz="1125" b="1">
                <a:solidFill>
                  <a:srgbClr val="A4DDCA"/>
                </a:solidFill>
                <a:latin typeface="Noto Sans KR"/>
                <a:ea typeface="Noto Sans KR"/>
                <a:cs typeface="Noto Sans KR"/>
              </a:defRPr>
            </a:lvl9pPr>
          </a:lstStyle>
          <a:p xmlns:a="http://schemas.openxmlformats.org/drawingml/2006/main">
            <a:pPr>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C511B667-8C7C-4959-9DF6-F27CAA1BDBE9}"/>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defRPr sz="3000" b="1">
                <a:solidFill>
                  <a:srgbClr val="E4EFEC"/>
                </a:solidFill>
                <a:latin typeface="Noto Sans KR"/>
                <a:ea typeface="Noto Sans KR"/>
                <a:cs typeface="Noto Sans KR"/>
              </a:defRPr>
            </a:lvl1pPr>
            <a:lvl2pPr>
              <a:defRPr sz="3000" b="1">
                <a:solidFill>
                  <a:srgbClr val="E4EFEC"/>
                </a:solidFill>
                <a:latin typeface="Noto Sans KR"/>
                <a:ea typeface="Noto Sans KR"/>
                <a:cs typeface="Noto Sans KR"/>
              </a:defRPr>
            </a:lvl2pPr>
            <a:lvl3pPr>
              <a:defRPr sz="3000" b="1">
                <a:solidFill>
                  <a:srgbClr val="E4EFEC"/>
                </a:solidFill>
                <a:latin typeface="Noto Sans KR"/>
                <a:ea typeface="Noto Sans KR"/>
                <a:cs typeface="Noto Sans KR"/>
              </a:defRPr>
            </a:lvl3pPr>
            <a:lvl4pPr>
              <a:defRPr sz="3000" b="1">
                <a:solidFill>
                  <a:srgbClr val="E4EFEC"/>
                </a:solidFill>
                <a:latin typeface="Noto Sans KR"/>
                <a:ea typeface="Noto Sans KR"/>
                <a:cs typeface="Noto Sans KR"/>
              </a:defRPr>
            </a:lvl4pPr>
            <a:lvl5pPr>
              <a:defRPr sz="3000" b="1">
                <a:solidFill>
                  <a:srgbClr val="E4EFEC"/>
                </a:solidFill>
                <a:latin typeface="Noto Sans KR"/>
                <a:ea typeface="Noto Sans KR"/>
                <a:cs typeface="Noto Sans KR"/>
              </a:defRPr>
            </a:lvl5pPr>
            <a:lvl6pPr>
              <a:defRPr sz="3000" b="1">
                <a:solidFill>
                  <a:srgbClr val="E4EFEC"/>
                </a:solidFill>
                <a:latin typeface="Noto Sans KR"/>
                <a:ea typeface="Noto Sans KR"/>
                <a:cs typeface="Noto Sans KR"/>
              </a:defRPr>
            </a:lvl6pPr>
            <a:lvl7pPr>
              <a:defRPr sz="3000" b="1">
                <a:solidFill>
                  <a:srgbClr val="E4EFEC"/>
                </a:solidFill>
                <a:latin typeface="Noto Sans KR"/>
                <a:ea typeface="Noto Sans KR"/>
                <a:cs typeface="Noto Sans KR"/>
              </a:defRPr>
            </a:lvl7pPr>
            <a:lvl8pPr>
              <a:defRPr sz="3000" b="1">
                <a:solidFill>
                  <a:srgbClr val="E4EFEC"/>
                </a:solidFill>
                <a:latin typeface="Noto Sans KR"/>
                <a:ea typeface="Noto Sans KR"/>
                <a:cs typeface="Noto Sans KR"/>
              </a:defRPr>
            </a:lvl8pPr>
            <a:lvl9pPr>
              <a:defRPr sz="3000" b="1">
                <a:solidFill>
                  <a:srgbClr val="E4EFEC"/>
                </a:solidFill>
                <a:latin typeface="Noto Sans KR"/>
                <a:ea typeface="Noto Sans KR"/>
                <a:cs typeface="Noto Sans KR"/>
              </a:defRPr>
            </a:lvl9pPr>
          </a:lstStyle>
          <a:p xmlns:a="http://schemas.openxmlformats.org/drawingml/2006/main">
            <a:pPr>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연결망 점수는 어떻게 읽을까요?</a:t>
            </a:r>
          </a:p>
        </p:txBody>
      </p:sp>
      <p:sp>
        <p:nvSpPr>
          <p:cNvPr id="3" name="label-0">
            <a:extLst xmlns:a="http://schemas.openxmlformats.org/drawingml/2006/main">
              <a:ext uri="{FF2B5EF4-FFF2-40B4-BE49-F238E27FC236}">
                <a16:creationId xmlns:a16="http://schemas.microsoft.com/office/drawing/2014/main" id="{699E913D-B61D-45F9-AFBA-8E210C660131}"/>
              </a:ext>
            </a:extLst>
          </p:cNvPr>
          <p:cNvSpPr>
            <a:spLocks xmlns:a="http://schemas.openxmlformats.org/drawingml/2006/main" noGrp="1"/>
          </p:cNvSpPr>
          <p:nvPr/>
        </p:nvSpPr>
        <p:spPr>
          <a:xfrm xmlns:a="http://schemas.openxmlformats.org/drawingml/2006/main">
            <a:off x="609600" y="186690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defRPr sz="1950" b="1">
                <a:solidFill>
                  <a:srgbClr val="A4DDCA"/>
                </a:solidFill>
                <a:latin typeface="Noto Sans KR"/>
                <a:ea typeface="Noto Sans KR"/>
                <a:cs typeface="Noto Sans KR"/>
              </a:defRPr>
            </a:lvl1pPr>
            <a:lvl2pPr>
              <a:defRPr sz="1950" b="1">
                <a:solidFill>
                  <a:srgbClr val="A4DDCA"/>
                </a:solidFill>
                <a:latin typeface="Noto Sans KR"/>
                <a:ea typeface="Noto Sans KR"/>
                <a:cs typeface="Noto Sans KR"/>
              </a:defRPr>
            </a:lvl2pPr>
            <a:lvl3pPr>
              <a:defRPr sz="1950" b="1">
                <a:solidFill>
                  <a:srgbClr val="A4DDCA"/>
                </a:solidFill>
                <a:latin typeface="Noto Sans KR"/>
                <a:ea typeface="Noto Sans KR"/>
                <a:cs typeface="Noto Sans KR"/>
              </a:defRPr>
            </a:lvl3pPr>
            <a:lvl4pPr>
              <a:defRPr sz="1950" b="1">
                <a:solidFill>
                  <a:srgbClr val="A4DDCA"/>
                </a:solidFill>
                <a:latin typeface="Noto Sans KR"/>
                <a:ea typeface="Noto Sans KR"/>
                <a:cs typeface="Noto Sans KR"/>
              </a:defRPr>
            </a:lvl4pPr>
            <a:lvl5pPr>
              <a:defRPr sz="1950" b="1">
                <a:solidFill>
                  <a:srgbClr val="A4DDCA"/>
                </a:solidFill>
                <a:latin typeface="Noto Sans KR"/>
                <a:ea typeface="Noto Sans KR"/>
                <a:cs typeface="Noto Sans KR"/>
              </a:defRPr>
            </a:lvl5pPr>
            <a:lvl6pPr>
              <a:defRPr sz="1950" b="1">
                <a:solidFill>
                  <a:srgbClr val="A4DDCA"/>
                </a:solidFill>
                <a:latin typeface="Noto Sans KR"/>
                <a:ea typeface="Noto Sans KR"/>
                <a:cs typeface="Noto Sans KR"/>
              </a:defRPr>
            </a:lvl6pPr>
            <a:lvl7pPr>
              <a:defRPr sz="1950" b="1">
                <a:solidFill>
                  <a:srgbClr val="A4DDCA"/>
                </a:solidFill>
                <a:latin typeface="Noto Sans KR"/>
                <a:ea typeface="Noto Sans KR"/>
                <a:cs typeface="Noto Sans KR"/>
              </a:defRPr>
            </a:lvl7pPr>
            <a:lvl8pPr>
              <a:defRPr sz="1950" b="1">
                <a:solidFill>
                  <a:srgbClr val="A4DDCA"/>
                </a:solidFill>
                <a:latin typeface="Noto Sans KR"/>
                <a:ea typeface="Noto Sans KR"/>
                <a:cs typeface="Noto Sans KR"/>
              </a:defRPr>
            </a:lvl8pPr>
            <a:lvl9pPr>
              <a:defRPr sz="1950" b="1">
                <a:solidFill>
                  <a:srgbClr val="A4DDCA"/>
                </a:solidFill>
                <a:latin typeface="Noto Sans KR"/>
                <a:ea typeface="Noto Sans KR"/>
                <a:cs typeface="Noto Sans KR"/>
              </a:defRPr>
            </a:lvl9pPr>
          </a:lstStyle>
          <a:p xmlns:a="http://schemas.openxmlformats.org/drawingml/2006/main">
            <a:pPr>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출발점</a:t>
            </a:r>
          </a:p>
        </p:txBody>
      </p:sp>
      <p:sp>
        <p:nvSpPr>
          <p:cNvPr id="4" name="body-0">
            <a:extLst xmlns:a="http://schemas.openxmlformats.org/drawingml/2006/main">
              <a:ext uri="{FF2B5EF4-FFF2-40B4-BE49-F238E27FC236}">
                <a16:creationId xmlns:a16="http://schemas.microsoft.com/office/drawing/2014/main" id="{C14B1BFC-D71F-4B88-93AA-9DE718412FC7}"/>
              </a:ext>
            </a:extLst>
          </p:cNvPr>
          <p:cNvSpPr>
            <a:spLocks xmlns:a="http://schemas.openxmlformats.org/drawingml/2006/main" noGrp="1"/>
          </p:cNvSpPr>
          <p:nvPr/>
        </p:nvSpPr>
        <p:spPr>
          <a:xfrm xmlns:a="http://schemas.openxmlformats.org/drawingml/2006/main">
            <a:off x="3190875" y="186690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defRPr sz="2025" b="0">
                <a:solidFill>
                  <a:srgbClr val="E4EFEC"/>
                </a:solidFill>
                <a:latin typeface="Noto Sans KR"/>
                <a:ea typeface="Noto Sans KR"/>
                <a:cs typeface="Noto Sans KR"/>
              </a:defRPr>
            </a:lvl1pPr>
            <a:lvl2pPr>
              <a:defRPr sz="2025" b="0">
                <a:solidFill>
                  <a:srgbClr val="E4EFEC"/>
                </a:solidFill>
                <a:latin typeface="Noto Sans KR"/>
                <a:ea typeface="Noto Sans KR"/>
                <a:cs typeface="Noto Sans KR"/>
              </a:defRPr>
            </a:lvl2pPr>
            <a:lvl3pPr>
              <a:defRPr sz="2025" b="0">
                <a:solidFill>
                  <a:srgbClr val="E4EFEC"/>
                </a:solidFill>
                <a:latin typeface="Noto Sans KR"/>
                <a:ea typeface="Noto Sans KR"/>
                <a:cs typeface="Noto Sans KR"/>
              </a:defRPr>
            </a:lvl3pPr>
            <a:lvl4pPr>
              <a:defRPr sz="2025" b="0">
                <a:solidFill>
                  <a:srgbClr val="E4EFEC"/>
                </a:solidFill>
                <a:latin typeface="Noto Sans KR"/>
                <a:ea typeface="Noto Sans KR"/>
                <a:cs typeface="Noto Sans KR"/>
              </a:defRPr>
            </a:lvl4pPr>
            <a:lvl5pPr>
              <a:defRPr sz="2025" b="0">
                <a:solidFill>
                  <a:srgbClr val="E4EFEC"/>
                </a:solidFill>
                <a:latin typeface="Noto Sans KR"/>
                <a:ea typeface="Noto Sans KR"/>
                <a:cs typeface="Noto Sans KR"/>
              </a:defRPr>
            </a:lvl5pPr>
            <a:lvl6pPr>
              <a:defRPr sz="2025" b="0">
                <a:solidFill>
                  <a:srgbClr val="E4EFEC"/>
                </a:solidFill>
                <a:latin typeface="Noto Sans KR"/>
                <a:ea typeface="Noto Sans KR"/>
                <a:cs typeface="Noto Sans KR"/>
              </a:defRPr>
            </a:lvl6pPr>
            <a:lvl7pPr>
              <a:defRPr sz="2025" b="0">
                <a:solidFill>
                  <a:srgbClr val="E4EFEC"/>
                </a:solidFill>
                <a:latin typeface="Noto Sans KR"/>
                <a:ea typeface="Noto Sans KR"/>
                <a:cs typeface="Noto Sans KR"/>
              </a:defRPr>
            </a:lvl7pPr>
            <a:lvl8pPr>
              <a:defRPr sz="2025" b="0">
                <a:solidFill>
                  <a:srgbClr val="E4EFEC"/>
                </a:solidFill>
                <a:latin typeface="Noto Sans KR"/>
                <a:ea typeface="Noto Sans KR"/>
                <a:cs typeface="Noto Sans KR"/>
              </a:defRPr>
            </a:lvl8pPr>
            <a:lvl9pPr>
              <a:defRPr sz="2025" b="0">
                <a:solidFill>
                  <a:srgbClr val="E4EFEC"/>
                </a:solidFill>
                <a:latin typeface="Noto Sans KR"/>
                <a:ea typeface="Noto Sans KR"/>
                <a:cs typeface="Noto Sans KR"/>
              </a:defRPr>
            </a:lvl9pPr>
          </a:lstStyle>
          <a:p xmlns:a="http://schemas.openxmlformats.org/drawingml/2006/main">
            <a:pPr>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질문과 연결된 개체에 시작 점수를 줍니다.</a:t>
            </a:r>
          </a:p>
        </p:txBody>
      </p:sp>
      <p:sp>
        <p:nvSpPr>
          <p:cNvPr id="5" name="label-1">
            <a:extLst xmlns:a="http://schemas.openxmlformats.org/drawingml/2006/main">
              <a:ext uri="{FF2B5EF4-FFF2-40B4-BE49-F238E27FC236}">
                <a16:creationId xmlns:a16="http://schemas.microsoft.com/office/drawing/2014/main" id="{A68B5509-BF30-4F96-BA5E-D8E58C6F9E51}"/>
              </a:ext>
            </a:extLst>
          </p:cNvPr>
          <p:cNvSpPr>
            <a:spLocks xmlns:a="http://schemas.openxmlformats.org/drawingml/2006/main" noGrp="1"/>
          </p:cNvSpPr>
          <p:nvPr/>
        </p:nvSpPr>
        <p:spPr>
          <a:xfrm xmlns:a="http://schemas.openxmlformats.org/drawingml/2006/main">
            <a:off x="609600" y="31337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defRPr sz="1950" b="1">
                <a:solidFill>
                  <a:srgbClr val="A4DDCA"/>
                </a:solidFill>
                <a:latin typeface="Noto Sans KR"/>
                <a:ea typeface="Noto Sans KR"/>
                <a:cs typeface="Noto Sans KR"/>
              </a:defRPr>
            </a:lvl1pPr>
            <a:lvl2pPr>
              <a:defRPr sz="1950" b="1">
                <a:solidFill>
                  <a:srgbClr val="A4DDCA"/>
                </a:solidFill>
                <a:latin typeface="Noto Sans KR"/>
                <a:ea typeface="Noto Sans KR"/>
                <a:cs typeface="Noto Sans KR"/>
              </a:defRPr>
            </a:lvl2pPr>
            <a:lvl3pPr>
              <a:defRPr sz="1950" b="1">
                <a:solidFill>
                  <a:srgbClr val="A4DDCA"/>
                </a:solidFill>
                <a:latin typeface="Noto Sans KR"/>
                <a:ea typeface="Noto Sans KR"/>
                <a:cs typeface="Noto Sans KR"/>
              </a:defRPr>
            </a:lvl3pPr>
            <a:lvl4pPr>
              <a:defRPr sz="1950" b="1">
                <a:solidFill>
                  <a:srgbClr val="A4DDCA"/>
                </a:solidFill>
                <a:latin typeface="Noto Sans KR"/>
                <a:ea typeface="Noto Sans KR"/>
                <a:cs typeface="Noto Sans KR"/>
              </a:defRPr>
            </a:lvl4pPr>
            <a:lvl5pPr>
              <a:defRPr sz="1950" b="1">
                <a:solidFill>
                  <a:srgbClr val="A4DDCA"/>
                </a:solidFill>
                <a:latin typeface="Noto Sans KR"/>
                <a:ea typeface="Noto Sans KR"/>
                <a:cs typeface="Noto Sans KR"/>
              </a:defRPr>
            </a:lvl5pPr>
            <a:lvl6pPr>
              <a:defRPr sz="1950" b="1">
                <a:solidFill>
                  <a:srgbClr val="A4DDCA"/>
                </a:solidFill>
                <a:latin typeface="Noto Sans KR"/>
                <a:ea typeface="Noto Sans KR"/>
                <a:cs typeface="Noto Sans KR"/>
              </a:defRPr>
            </a:lvl6pPr>
            <a:lvl7pPr>
              <a:defRPr sz="1950" b="1">
                <a:solidFill>
                  <a:srgbClr val="A4DDCA"/>
                </a:solidFill>
                <a:latin typeface="Noto Sans KR"/>
                <a:ea typeface="Noto Sans KR"/>
                <a:cs typeface="Noto Sans KR"/>
              </a:defRPr>
            </a:lvl7pPr>
            <a:lvl8pPr>
              <a:defRPr sz="1950" b="1">
                <a:solidFill>
                  <a:srgbClr val="A4DDCA"/>
                </a:solidFill>
                <a:latin typeface="Noto Sans KR"/>
                <a:ea typeface="Noto Sans KR"/>
                <a:cs typeface="Noto Sans KR"/>
              </a:defRPr>
            </a:lvl8pPr>
            <a:lvl9pPr>
              <a:defRPr sz="1950" b="1">
                <a:solidFill>
                  <a:srgbClr val="A4DDCA"/>
                </a:solidFill>
                <a:latin typeface="Noto Sans KR"/>
                <a:ea typeface="Noto Sans KR"/>
                <a:cs typeface="Noto Sans KR"/>
              </a:defRPr>
            </a:lvl9pPr>
          </a:lstStyle>
          <a:p xmlns:a="http://schemas.openxmlformats.org/drawingml/2006/main">
            <a:pPr>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점수 전달</a:t>
            </a:r>
          </a:p>
        </p:txBody>
      </p:sp>
      <p:sp>
        <p:nvSpPr>
          <p:cNvPr id="6" name="body-1">
            <a:extLst xmlns:a="http://schemas.openxmlformats.org/drawingml/2006/main">
              <a:ext uri="{FF2B5EF4-FFF2-40B4-BE49-F238E27FC236}">
                <a16:creationId xmlns:a16="http://schemas.microsoft.com/office/drawing/2014/main" id="{8E634068-09AA-4945-9B80-D5011B63F98F}"/>
              </a:ext>
            </a:extLst>
          </p:cNvPr>
          <p:cNvSpPr>
            <a:spLocks xmlns:a="http://schemas.openxmlformats.org/drawingml/2006/main" noGrp="1"/>
          </p:cNvSpPr>
          <p:nvPr/>
        </p:nvSpPr>
        <p:spPr>
          <a:xfrm xmlns:a="http://schemas.openxmlformats.org/drawingml/2006/main">
            <a:off x="3190875" y="31337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defRPr sz="2025" b="0">
                <a:solidFill>
                  <a:srgbClr val="E4EFEC"/>
                </a:solidFill>
                <a:latin typeface="Noto Sans KR"/>
                <a:ea typeface="Noto Sans KR"/>
                <a:cs typeface="Noto Sans KR"/>
              </a:defRPr>
            </a:lvl1pPr>
            <a:lvl2pPr>
              <a:defRPr sz="2025" b="0">
                <a:solidFill>
                  <a:srgbClr val="E4EFEC"/>
                </a:solidFill>
                <a:latin typeface="Noto Sans KR"/>
                <a:ea typeface="Noto Sans KR"/>
                <a:cs typeface="Noto Sans KR"/>
              </a:defRPr>
            </a:lvl2pPr>
            <a:lvl3pPr>
              <a:defRPr sz="2025" b="0">
                <a:solidFill>
                  <a:srgbClr val="E4EFEC"/>
                </a:solidFill>
                <a:latin typeface="Noto Sans KR"/>
                <a:ea typeface="Noto Sans KR"/>
                <a:cs typeface="Noto Sans KR"/>
              </a:defRPr>
            </a:lvl3pPr>
            <a:lvl4pPr>
              <a:defRPr sz="2025" b="0">
                <a:solidFill>
                  <a:srgbClr val="E4EFEC"/>
                </a:solidFill>
                <a:latin typeface="Noto Sans KR"/>
                <a:ea typeface="Noto Sans KR"/>
                <a:cs typeface="Noto Sans KR"/>
              </a:defRPr>
            </a:lvl4pPr>
            <a:lvl5pPr>
              <a:defRPr sz="2025" b="0">
                <a:solidFill>
                  <a:srgbClr val="E4EFEC"/>
                </a:solidFill>
                <a:latin typeface="Noto Sans KR"/>
                <a:ea typeface="Noto Sans KR"/>
                <a:cs typeface="Noto Sans KR"/>
              </a:defRPr>
            </a:lvl5pPr>
            <a:lvl6pPr>
              <a:defRPr sz="2025" b="0">
                <a:solidFill>
                  <a:srgbClr val="E4EFEC"/>
                </a:solidFill>
                <a:latin typeface="Noto Sans KR"/>
                <a:ea typeface="Noto Sans KR"/>
                <a:cs typeface="Noto Sans KR"/>
              </a:defRPr>
            </a:lvl6pPr>
            <a:lvl7pPr>
              <a:defRPr sz="2025" b="0">
                <a:solidFill>
                  <a:srgbClr val="E4EFEC"/>
                </a:solidFill>
                <a:latin typeface="Noto Sans KR"/>
                <a:ea typeface="Noto Sans KR"/>
                <a:cs typeface="Noto Sans KR"/>
              </a:defRPr>
            </a:lvl7pPr>
            <a:lvl8pPr>
              <a:defRPr sz="2025" b="0">
                <a:solidFill>
                  <a:srgbClr val="E4EFEC"/>
                </a:solidFill>
                <a:latin typeface="Noto Sans KR"/>
                <a:ea typeface="Noto Sans KR"/>
                <a:cs typeface="Noto Sans KR"/>
              </a:defRPr>
            </a:lvl8pPr>
            <a:lvl9pPr>
              <a:defRPr sz="2025" b="0">
                <a:solidFill>
                  <a:srgbClr val="E4EFEC"/>
                </a:solidFill>
                <a:latin typeface="Noto Sans KR"/>
                <a:ea typeface="Noto Sans KR"/>
                <a:cs typeface="Noto Sans KR"/>
              </a:defRPr>
            </a:lvl9pPr>
          </a:lstStyle>
          <a:p xmlns:a="http://schemas.openxmlformats.org/drawingml/2006/main">
            <a:pPr>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연결된 이웃으로 점수를 보내는 계산을 반복합니다.</a:t>
            </a:r>
          </a:p>
        </p:txBody>
      </p:sp>
      <p:sp>
        <p:nvSpPr>
          <p:cNvPr id="7" name="label-2">
            <a:extLst xmlns:a="http://schemas.openxmlformats.org/drawingml/2006/main">
              <a:ext uri="{FF2B5EF4-FFF2-40B4-BE49-F238E27FC236}">
                <a16:creationId xmlns:a16="http://schemas.microsoft.com/office/drawing/2014/main" id="{F9210B1C-653A-4CF8-BB34-82A1ABF3C9D3}"/>
              </a:ext>
            </a:extLst>
          </p:cNvPr>
          <p:cNvSpPr>
            <a:spLocks xmlns:a="http://schemas.openxmlformats.org/drawingml/2006/main" noGrp="1"/>
          </p:cNvSpPr>
          <p:nvPr/>
        </p:nvSpPr>
        <p:spPr>
          <a:xfrm xmlns:a="http://schemas.openxmlformats.org/drawingml/2006/main">
            <a:off x="609600" y="44005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defRPr sz="1950" b="1">
                <a:solidFill>
                  <a:srgbClr val="A4DDCA"/>
                </a:solidFill>
                <a:latin typeface="Noto Sans KR"/>
                <a:ea typeface="Noto Sans KR"/>
                <a:cs typeface="Noto Sans KR"/>
              </a:defRPr>
            </a:lvl1pPr>
            <a:lvl2pPr>
              <a:defRPr sz="1950" b="1">
                <a:solidFill>
                  <a:srgbClr val="A4DDCA"/>
                </a:solidFill>
                <a:latin typeface="Noto Sans KR"/>
                <a:ea typeface="Noto Sans KR"/>
                <a:cs typeface="Noto Sans KR"/>
              </a:defRPr>
            </a:lvl2pPr>
            <a:lvl3pPr>
              <a:defRPr sz="1950" b="1">
                <a:solidFill>
                  <a:srgbClr val="A4DDCA"/>
                </a:solidFill>
                <a:latin typeface="Noto Sans KR"/>
                <a:ea typeface="Noto Sans KR"/>
                <a:cs typeface="Noto Sans KR"/>
              </a:defRPr>
            </a:lvl3pPr>
            <a:lvl4pPr>
              <a:defRPr sz="1950" b="1">
                <a:solidFill>
                  <a:srgbClr val="A4DDCA"/>
                </a:solidFill>
                <a:latin typeface="Noto Sans KR"/>
                <a:ea typeface="Noto Sans KR"/>
                <a:cs typeface="Noto Sans KR"/>
              </a:defRPr>
            </a:lvl4pPr>
            <a:lvl5pPr>
              <a:defRPr sz="1950" b="1">
                <a:solidFill>
                  <a:srgbClr val="A4DDCA"/>
                </a:solidFill>
                <a:latin typeface="Noto Sans KR"/>
                <a:ea typeface="Noto Sans KR"/>
                <a:cs typeface="Noto Sans KR"/>
              </a:defRPr>
            </a:lvl5pPr>
            <a:lvl6pPr>
              <a:defRPr sz="1950" b="1">
                <a:solidFill>
                  <a:srgbClr val="A4DDCA"/>
                </a:solidFill>
                <a:latin typeface="Noto Sans KR"/>
                <a:ea typeface="Noto Sans KR"/>
                <a:cs typeface="Noto Sans KR"/>
              </a:defRPr>
            </a:lvl6pPr>
            <a:lvl7pPr>
              <a:defRPr sz="1950" b="1">
                <a:solidFill>
                  <a:srgbClr val="A4DDCA"/>
                </a:solidFill>
                <a:latin typeface="Noto Sans KR"/>
                <a:ea typeface="Noto Sans KR"/>
                <a:cs typeface="Noto Sans KR"/>
              </a:defRPr>
            </a:lvl7pPr>
            <a:lvl8pPr>
              <a:defRPr sz="1950" b="1">
                <a:solidFill>
                  <a:srgbClr val="A4DDCA"/>
                </a:solidFill>
                <a:latin typeface="Noto Sans KR"/>
                <a:ea typeface="Noto Sans KR"/>
                <a:cs typeface="Noto Sans KR"/>
              </a:defRPr>
            </a:lvl8pPr>
            <a:lvl9pPr>
              <a:defRPr sz="1950" b="1">
                <a:solidFill>
                  <a:srgbClr val="A4DDCA"/>
                </a:solidFill>
                <a:latin typeface="Noto Sans KR"/>
                <a:ea typeface="Noto Sans KR"/>
                <a:cs typeface="Noto Sans KR"/>
              </a:defRPr>
            </a:lvl9pPr>
          </a:lstStyle>
          <a:p xmlns:a="http://schemas.openxmlformats.org/drawingml/2006/main">
            <a:pPr>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원문 선택</a:t>
            </a:r>
          </a:p>
        </p:txBody>
      </p:sp>
      <p:sp>
        <p:nvSpPr>
          <p:cNvPr id="8" name="body-2">
            <a:extLst xmlns:a="http://schemas.openxmlformats.org/drawingml/2006/main">
              <a:ext uri="{FF2B5EF4-FFF2-40B4-BE49-F238E27FC236}">
                <a16:creationId xmlns:a16="http://schemas.microsoft.com/office/drawing/2014/main" id="{2588BCE4-5B9C-4454-B0CA-BE986FCB0E72}"/>
              </a:ext>
            </a:extLst>
          </p:cNvPr>
          <p:cNvSpPr>
            <a:spLocks xmlns:a="http://schemas.openxmlformats.org/drawingml/2006/main" noGrp="1"/>
          </p:cNvSpPr>
          <p:nvPr/>
        </p:nvSpPr>
        <p:spPr>
          <a:xfrm xmlns:a="http://schemas.openxmlformats.org/drawingml/2006/main">
            <a:off x="3190875" y="44005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defRPr sz="2025" b="0">
                <a:solidFill>
                  <a:srgbClr val="E4EFEC"/>
                </a:solidFill>
                <a:latin typeface="Noto Sans KR"/>
                <a:ea typeface="Noto Sans KR"/>
                <a:cs typeface="Noto Sans KR"/>
              </a:defRPr>
            </a:lvl1pPr>
            <a:lvl2pPr>
              <a:defRPr sz="2025" b="0">
                <a:solidFill>
                  <a:srgbClr val="E4EFEC"/>
                </a:solidFill>
                <a:latin typeface="Noto Sans KR"/>
                <a:ea typeface="Noto Sans KR"/>
                <a:cs typeface="Noto Sans KR"/>
              </a:defRPr>
            </a:lvl2pPr>
            <a:lvl3pPr>
              <a:defRPr sz="2025" b="0">
                <a:solidFill>
                  <a:srgbClr val="E4EFEC"/>
                </a:solidFill>
                <a:latin typeface="Noto Sans KR"/>
                <a:ea typeface="Noto Sans KR"/>
                <a:cs typeface="Noto Sans KR"/>
              </a:defRPr>
            </a:lvl3pPr>
            <a:lvl4pPr>
              <a:defRPr sz="2025" b="0">
                <a:solidFill>
                  <a:srgbClr val="E4EFEC"/>
                </a:solidFill>
                <a:latin typeface="Noto Sans KR"/>
                <a:ea typeface="Noto Sans KR"/>
                <a:cs typeface="Noto Sans KR"/>
              </a:defRPr>
            </a:lvl4pPr>
            <a:lvl5pPr>
              <a:defRPr sz="2025" b="0">
                <a:solidFill>
                  <a:srgbClr val="E4EFEC"/>
                </a:solidFill>
                <a:latin typeface="Noto Sans KR"/>
                <a:ea typeface="Noto Sans KR"/>
                <a:cs typeface="Noto Sans KR"/>
              </a:defRPr>
            </a:lvl5pPr>
            <a:lvl6pPr>
              <a:defRPr sz="2025" b="0">
                <a:solidFill>
                  <a:srgbClr val="E4EFEC"/>
                </a:solidFill>
                <a:latin typeface="Noto Sans KR"/>
                <a:ea typeface="Noto Sans KR"/>
                <a:cs typeface="Noto Sans KR"/>
              </a:defRPr>
            </a:lvl6pPr>
            <a:lvl7pPr>
              <a:defRPr sz="2025" b="0">
                <a:solidFill>
                  <a:srgbClr val="E4EFEC"/>
                </a:solidFill>
                <a:latin typeface="Noto Sans KR"/>
                <a:ea typeface="Noto Sans KR"/>
                <a:cs typeface="Noto Sans KR"/>
              </a:defRPr>
            </a:lvl7pPr>
            <a:lvl8pPr>
              <a:defRPr sz="2025" b="0">
                <a:solidFill>
                  <a:srgbClr val="E4EFEC"/>
                </a:solidFill>
                <a:latin typeface="Noto Sans KR"/>
                <a:ea typeface="Noto Sans KR"/>
                <a:cs typeface="Noto Sans KR"/>
              </a:defRPr>
            </a:lvl8pPr>
            <a:lvl9pPr>
              <a:defRPr sz="2025" b="0">
                <a:solidFill>
                  <a:srgbClr val="E4EFEC"/>
                </a:solidFill>
                <a:latin typeface="Noto Sans KR"/>
                <a:ea typeface="Noto Sans KR"/>
                <a:cs typeface="Noto Sans KR"/>
              </a:defRPr>
            </a:lvl9pPr>
          </a:lstStyle>
          <a:p xmlns:a="http://schemas.openxmlformats.org/drawingml/2006/main">
            <a:pPr>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높은 점수의 개체와 연결된 문서를 근거 후보로 고릅니다.</a:t>
            </a:r>
          </a:p>
        </p:txBody>
      </p:sp>
      <p:sp>
        <p:nvSpPr>
          <p:cNvPr id="9" name="page">
            <a:extLst xmlns:a="http://schemas.openxmlformats.org/drawingml/2006/main">
              <a:ext uri="{FF2B5EF4-FFF2-40B4-BE49-F238E27FC236}">
                <a16:creationId xmlns:a16="http://schemas.microsoft.com/office/drawing/2014/main" id="{E68451AB-919F-4F1F-826D-95E6DE2584C9}"/>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defRPr sz="1125" b="0">
                <a:solidFill>
                  <a:srgbClr val="8EABB7"/>
                </a:solidFill>
                <a:latin typeface="Noto Sans KR"/>
                <a:ea typeface="Noto Sans KR"/>
                <a:cs typeface="Noto Sans KR"/>
              </a:defRPr>
            </a:lvl1pPr>
            <a:lvl2pPr>
              <a:defRPr sz="1125" b="0">
                <a:solidFill>
                  <a:srgbClr val="8EABB7"/>
                </a:solidFill>
                <a:latin typeface="Noto Sans KR"/>
                <a:ea typeface="Noto Sans KR"/>
                <a:cs typeface="Noto Sans KR"/>
              </a:defRPr>
            </a:lvl2pPr>
            <a:lvl3pPr>
              <a:defRPr sz="1125" b="0">
                <a:solidFill>
                  <a:srgbClr val="8EABB7"/>
                </a:solidFill>
                <a:latin typeface="Noto Sans KR"/>
                <a:ea typeface="Noto Sans KR"/>
                <a:cs typeface="Noto Sans KR"/>
              </a:defRPr>
            </a:lvl3pPr>
            <a:lvl4pPr>
              <a:defRPr sz="1125" b="0">
                <a:solidFill>
                  <a:srgbClr val="8EABB7"/>
                </a:solidFill>
                <a:latin typeface="Noto Sans KR"/>
                <a:ea typeface="Noto Sans KR"/>
                <a:cs typeface="Noto Sans KR"/>
              </a:defRPr>
            </a:lvl4pPr>
            <a:lvl5pPr>
              <a:defRPr sz="1125" b="0">
                <a:solidFill>
                  <a:srgbClr val="8EABB7"/>
                </a:solidFill>
                <a:latin typeface="Noto Sans KR"/>
                <a:ea typeface="Noto Sans KR"/>
                <a:cs typeface="Noto Sans KR"/>
              </a:defRPr>
            </a:lvl5pPr>
            <a:lvl6pPr>
              <a:defRPr sz="1125" b="0">
                <a:solidFill>
                  <a:srgbClr val="8EABB7"/>
                </a:solidFill>
                <a:latin typeface="Noto Sans KR"/>
                <a:ea typeface="Noto Sans KR"/>
                <a:cs typeface="Noto Sans KR"/>
              </a:defRPr>
            </a:lvl6pPr>
            <a:lvl7pPr>
              <a:defRPr sz="1125" b="0">
                <a:solidFill>
                  <a:srgbClr val="8EABB7"/>
                </a:solidFill>
                <a:latin typeface="Noto Sans KR"/>
                <a:ea typeface="Noto Sans KR"/>
                <a:cs typeface="Noto Sans KR"/>
              </a:defRPr>
            </a:lvl7pPr>
            <a:lvl8pPr>
              <a:defRPr sz="1125" b="0">
                <a:solidFill>
                  <a:srgbClr val="8EABB7"/>
                </a:solidFill>
                <a:latin typeface="Noto Sans KR"/>
                <a:ea typeface="Noto Sans KR"/>
                <a:cs typeface="Noto Sans KR"/>
              </a:defRPr>
            </a:lvl8pPr>
            <a:lvl9pPr>
              <a:defRPr sz="1125" b="0">
                <a:solidFill>
                  <a:srgbClr val="8EABB7"/>
                </a:solidFill>
                <a:latin typeface="Noto Sans KR"/>
                <a:ea typeface="Noto Sans KR"/>
                <a:cs typeface="Noto Sans KR"/>
              </a:defRPr>
            </a:lvl9pPr>
          </a:lstStyle>
          <a:p xmlns:a="http://schemas.openxmlformats.org/drawingml/2006/main">
            <a:pPr>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44</a:t>
            </a:r>
          </a:p>
        </p:txBody>
      </p:sp>
    </p:spTree>
    <p:extLst>
      <p:ext uri="{BB962C8B-B14F-4D97-AF65-F5344CB8AC3E}">
        <p14:creationId xmlns:p14="http://schemas.microsoft.com/office/powerpoint/2010/main" val="889223100"/>
      </p:ext>
    </p:extLst>
  </p:cSld>
</p:sld>
</file>

<file path=ppt/slides/slide45.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5" name="section">
            <a:extLst xmlns:a="http://schemas.openxmlformats.org/drawingml/2006/main">
              <a:ext uri="{FF2B5EF4-FFF2-40B4-BE49-F238E27FC236}">
                <a16:creationId xmlns:a16="http://schemas.microsoft.com/office/drawing/2014/main" id="{5DC2735E-8F19-41E0-BEF9-8231CC455CF9}"/>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defRPr sz="1125" b="1">
                <a:solidFill>
                  <a:srgbClr val="A4DDCA"/>
                </a:solidFill>
                <a:latin typeface="Noto Sans KR"/>
                <a:ea typeface="Noto Sans KR"/>
                <a:cs typeface="Noto Sans KR"/>
              </a:defRPr>
            </a:lvl1pPr>
            <a:lvl2pPr>
              <a:defRPr sz="1125" b="1">
                <a:solidFill>
                  <a:srgbClr val="A4DDCA"/>
                </a:solidFill>
                <a:latin typeface="Noto Sans KR"/>
                <a:ea typeface="Noto Sans KR"/>
                <a:cs typeface="Noto Sans KR"/>
              </a:defRPr>
            </a:lvl2pPr>
            <a:lvl3pPr>
              <a:defRPr sz="1125" b="1">
                <a:solidFill>
                  <a:srgbClr val="A4DDCA"/>
                </a:solidFill>
                <a:latin typeface="Noto Sans KR"/>
                <a:ea typeface="Noto Sans KR"/>
                <a:cs typeface="Noto Sans KR"/>
              </a:defRPr>
            </a:lvl3pPr>
            <a:lvl4pPr>
              <a:defRPr sz="1125" b="1">
                <a:solidFill>
                  <a:srgbClr val="A4DDCA"/>
                </a:solidFill>
                <a:latin typeface="Noto Sans KR"/>
                <a:ea typeface="Noto Sans KR"/>
                <a:cs typeface="Noto Sans KR"/>
              </a:defRPr>
            </a:lvl4pPr>
            <a:lvl5pPr>
              <a:defRPr sz="1125" b="1">
                <a:solidFill>
                  <a:srgbClr val="A4DDCA"/>
                </a:solidFill>
                <a:latin typeface="Noto Sans KR"/>
                <a:ea typeface="Noto Sans KR"/>
                <a:cs typeface="Noto Sans KR"/>
              </a:defRPr>
            </a:lvl5pPr>
            <a:lvl6pPr>
              <a:defRPr sz="1125" b="1">
                <a:solidFill>
                  <a:srgbClr val="A4DDCA"/>
                </a:solidFill>
                <a:latin typeface="Noto Sans KR"/>
                <a:ea typeface="Noto Sans KR"/>
                <a:cs typeface="Noto Sans KR"/>
              </a:defRPr>
            </a:lvl6pPr>
            <a:lvl7pPr>
              <a:defRPr sz="1125" b="1">
                <a:solidFill>
                  <a:srgbClr val="A4DDCA"/>
                </a:solidFill>
                <a:latin typeface="Noto Sans KR"/>
                <a:ea typeface="Noto Sans KR"/>
                <a:cs typeface="Noto Sans KR"/>
              </a:defRPr>
            </a:lvl7pPr>
            <a:lvl8pPr>
              <a:defRPr sz="1125" b="1">
                <a:solidFill>
                  <a:srgbClr val="A4DDCA"/>
                </a:solidFill>
                <a:latin typeface="Noto Sans KR"/>
                <a:ea typeface="Noto Sans KR"/>
                <a:cs typeface="Noto Sans KR"/>
              </a:defRPr>
            </a:lvl8pPr>
            <a:lvl9pPr>
              <a:defRPr sz="1125" b="1">
                <a:solidFill>
                  <a:srgbClr val="A4DDCA"/>
                </a:solidFill>
                <a:latin typeface="Noto Sans KR"/>
                <a:ea typeface="Noto Sans KR"/>
                <a:cs typeface="Noto Sans KR"/>
              </a:defRPr>
            </a:lvl9pPr>
          </a:lstStyle>
          <a:p xmlns:a="http://schemas.openxmlformats.org/drawingml/2006/main">
            <a:pPr>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1361C29B-7B4B-46BF-82AC-11E73805C602}"/>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defRPr sz="3000" b="1">
                <a:solidFill>
                  <a:srgbClr val="E4EFEC"/>
                </a:solidFill>
                <a:latin typeface="Noto Sans KR"/>
                <a:ea typeface="Noto Sans KR"/>
                <a:cs typeface="Noto Sans KR"/>
              </a:defRPr>
            </a:lvl1pPr>
            <a:lvl2pPr>
              <a:defRPr sz="3000" b="1">
                <a:solidFill>
                  <a:srgbClr val="E4EFEC"/>
                </a:solidFill>
                <a:latin typeface="Noto Sans KR"/>
                <a:ea typeface="Noto Sans KR"/>
                <a:cs typeface="Noto Sans KR"/>
              </a:defRPr>
            </a:lvl2pPr>
            <a:lvl3pPr>
              <a:defRPr sz="3000" b="1">
                <a:solidFill>
                  <a:srgbClr val="E4EFEC"/>
                </a:solidFill>
                <a:latin typeface="Noto Sans KR"/>
                <a:ea typeface="Noto Sans KR"/>
                <a:cs typeface="Noto Sans KR"/>
              </a:defRPr>
            </a:lvl3pPr>
            <a:lvl4pPr>
              <a:defRPr sz="3000" b="1">
                <a:solidFill>
                  <a:srgbClr val="E4EFEC"/>
                </a:solidFill>
                <a:latin typeface="Noto Sans KR"/>
                <a:ea typeface="Noto Sans KR"/>
                <a:cs typeface="Noto Sans KR"/>
              </a:defRPr>
            </a:lvl4pPr>
            <a:lvl5pPr>
              <a:defRPr sz="3000" b="1">
                <a:solidFill>
                  <a:srgbClr val="E4EFEC"/>
                </a:solidFill>
                <a:latin typeface="Noto Sans KR"/>
                <a:ea typeface="Noto Sans KR"/>
                <a:cs typeface="Noto Sans KR"/>
              </a:defRPr>
            </a:lvl5pPr>
            <a:lvl6pPr>
              <a:defRPr sz="3000" b="1">
                <a:solidFill>
                  <a:srgbClr val="E4EFEC"/>
                </a:solidFill>
                <a:latin typeface="Noto Sans KR"/>
                <a:ea typeface="Noto Sans KR"/>
                <a:cs typeface="Noto Sans KR"/>
              </a:defRPr>
            </a:lvl6pPr>
            <a:lvl7pPr>
              <a:defRPr sz="3000" b="1">
                <a:solidFill>
                  <a:srgbClr val="E4EFEC"/>
                </a:solidFill>
                <a:latin typeface="Noto Sans KR"/>
                <a:ea typeface="Noto Sans KR"/>
                <a:cs typeface="Noto Sans KR"/>
              </a:defRPr>
            </a:lvl7pPr>
            <a:lvl8pPr>
              <a:defRPr sz="3000" b="1">
                <a:solidFill>
                  <a:srgbClr val="E4EFEC"/>
                </a:solidFill>
                <a:latin typeface="Noto Sans KR"/>
                <a:ea typeface="Noto Sans KR"/>
                <a:cs typeface="Noto Sans KR"/>
              </a:defRPr>
            </a:lvl8pPr>
            <a:lvl9pPr>
              <a:defRPr sz="3000" b="1">
                <a:solidFill>
                  <a:srgbClr val="E4EFEC"/>
                </a:solidFill>
                <a:latin typeface="Noto Sans KR"/>
                <a:ea typeface="Noto Sans KR"/>
                <a:cs typeface="Noto Sans KR"/>
              </a:defRPr>
            </a:lvl9pPr>
          </a:lstStyle>
          <a:p xmlns:a="http://schemas.openxmlformats.org/drawingml/2006/main">
            <a:pPr>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같은 질문으로 검색 결과를 비교합니다</a:t>
            </a:r>
          </a:p>
        </p:txBody>
      </p:sp>
      <p:graphicFrame>
        <p:nvGraphicFramePr>
          <p:cNvPr id="3" name="">
            <a:extLst xmlns:a="http://schemas.openxmlformats.org/drawingml/2006/main">
              <a:ext uri="{FF2B5EF4-FFF2-40B4-BE49-F238E27FC236}">
                <a16:creationId xmlns:a16="http://schemas.microsoft.com/office/drawing/2014/main" id="{1D4D32BB-7410-4839-910D-F2A3CE4835D4}"/>
              </a:ext>
            </a:extLst>
          </p:cNvPr>
          <p:cNvGraphicFramePr/>
          <p:nvPr/>
        </p:nvGraphicFramePr>
        <p:xfrm>
          <a:off xmlns:a="http://schemas.openxmlformats.org/drawingml/2006/main" x="609600" y="1866900"/>
          <a:ext xmlns:a="http://schemas.openxmlformats.org/drawingml/2006/main" cx="10972800" cy="3095625"/>
        </p:xfrm>
        <a:graphic xmlns:a="http://schemas.openxmlformats.org/drawingml/2006/main">
          <a:graphicData uri="http://schemas.openxmlformats.org/drawingml/2006/table">
            <a:tbl>
              <a:tblPr/>
              <a:tblGrid>
                <a:gridCol w="2286000"/>
                <a:gridCol w="3857625"/>
                <a:gridCol w="4829175"/>
              </a:tblGrid>
              <a:tr h="619125">
                <a:tc>
                  <a:txBody>
                    <a:bodyPr/>
                    <a:lstStyle/>
                    <a:p>
                      <a:r>
                        <a:rPr sz="1800" b="1">
                          <a:solidFill>
                            <a:srgbClr val="A4DDCA"/>
                          </a:solidFill>
                          <a:latin typeface="Noto Sans KR"/>
                          <a:ea typeface="Noto Sans KR"/>
                          <a:cs typeface="Noto Sans KR"/>
                        </a:rPr>
                        <a:t>질문</a:t>
                      </a:r>
                    </a:p>
                  </a:txBody>
                  <a:tcPr marL="114300" marR="114300" marT="95250" marB="95250" anchor="ctr">
                    <a:lnL w="9525">
                      <a:solidFill>
                        <a:srgbClr val="284B5A"/>
                      </a:solidFill>
                      <a:prstDash val="solid"/>
                    </a:lnL>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c>
                  <a:txBody>
                    <a:bodyPr/>
                    <a:lstStyle/>
                    <a:p>
                      <a:r>
                        <a:rPr sz="1800" b="1">
                          <a:solidFill>
                            <a:srgbClr val="A4DDCA"/>
                          </a:solidFill>
                          <a:latin typeface="Noto Sans KR"/>
                          <a:ea typeface="Noto Sans KR"/>
                          <a:cs typeface="Noto Sans KR"/>
                        </a:rPr>
                        <a:t>비교할 검색</a:t>
                      </a:r>
                    </a:p>
                  </a:txBody>
                  <a:tcPr marL="114300" marR="114300" marT="95250" marB="95250" anchor="ctr">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c>
                  <a:txBody>
                    <a:bodyPr/>
                    <a:lstStyle/>
                    <a:p>
                      <a:r>
                        <a:rPr sz="1800" b="1">
                          <a:solidFill>
                            <a:srgbClr val="A4DDCA"/>
                          </a:solidFill>
                          <a:latin typeface="Noto Sans KR"/>
                          <a:ea typeface="Noto Sans KR"/>
                          <a:cs typeface="Noto Sans KR"/>
                        </a:rPr>
                        <a:t>확인할 것</a:t>
                      </a:r>
                    </a:p>
                  </a:txBody>
                  <a:tcPr marL="114300" marR="114300" marT="95250" marB="95250" anchor="ctr">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r>
              <a:tr h="619125">
                <a:tc>
                  <a:txBody>
                    <a:bodyPr/>
                    <a:lstStyle/>
                    <a:p>
                      <a:r>
                        <a:rPr sz="1725" b="0">
                          <a:solidFill>
                            <a:srgbClr val="E4EFEC"/>
                          </a:solidFill>
                          <a:latin typeface="Noto Sans KR"/>
                          <a:ea typeface="Noto Sans KR"/>
                          <a:cs typeface="Noto Sans KR"/>
                        </a:rPr>
                        <a:t>모델 버전은 무엇인가요?</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기본 검색과 그래프 검색</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정답이 있는 원문을 찾았나요?</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어떤 회사가 날씨 기반 배차를 하나요?</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기본 검색과 연결망 검색</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중간 연결의 근거를 모두 찾았나요?</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전체 운영의 공통 위험은 무엇인가요?</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기본 검색과 그룹·요약 검색</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중요한 주제가 빠지지 않았나요?</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본문과 성능 표를 함께 설명해 주세요</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텍스트 검색과 여러 형태의 검색</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조건과 수치를 함께 읽었나요?</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bl>
          </a:graphicData>
        </a:graphic>
      </p:graphicFrame>
      <p:sp>
        <p:nvSpPr>
          <p:cNvPr id="4" name="page">
            <a:extLst xmlns:a="http://schemas.openxmlformats.org/drawingml/2006/main">
              <a:ext uri="{FF2B5EF4-FFF2-40B4-BE49-F238E27FC236}">
                <a16:creationId xmlns:a16="http://schemas.microsoft.com/office/drawing/2014/main" id="{0E9A1570-38B8-4A6F-A4C8-9D29844A49A8}"/>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defRPr sz="1125" b="0">
                <a:solidFill>
                  <a:srgbClr val="8EABB7"/>
                </a:solidFill>
                <a:latin typeface="Noto Sans KR"/>
                <a:ea typeface="Noto Sans KR"/>
                <a:cs typeface="Noto Sans KR"/>
              </a:defRPr>
            </a:lvl1pPr>
            <a:lvl2pPr>
              <a:defRPr sz="1125" b="0">
                <a:solidFill>
                  <a:srgbClr val="8EABB7"/>
                </a:solidFill>
                <a:latin typeface="Noto Sans KR"/>
                <a:ea typeface="Noto Sans KR"/>
                <a:cs typeface="Noto Sans KR"/>
              </a:defRPr>
            </a:lvl2pPr>
            <a:lvl3pPr>
              <a:defRPr sz="1125" b="0">
                <a:solidFill>
                  <a:srgbClr val="8EABB7"/>
                </a:solidFill>
                <a:latin typeface="Noto Sans KR"/>
                <a:ea typeface="Noto Sans KR"/>
                <a:cs typeface="Noto Sans KR"/>
              </a:defRPr>
            </a:lvl3pPr>
            <a:lvl4pPr>
              <a:defRPr sz="1125" b="0">
                <a:solidFill>
                  <a:srgbClr val="8EABB7"/>
                </a:solidFill>
                <a:latin typeface="Noto Sans KR"/>
                <a:ea typeface="Noto Sans KR"/>
                <a:cs typeface="Noto Sans KR"/>
              </a:defRPr>
            </a:lvl4pPr>
            <a:lvl5pPr>
              <a:defRPr sz="1125" b="0">
                <a:solidFill>
                  <a:srgbClr val="8EABB7"/>
                </a:solidFill>
                <a:latin typeface="Noto Sans KR"/>
                <a:ea typeface="Noto Sans KR"/>
                <a:cs typeface="Noto Sans KR"/>
              </a:defRPr>
            </a:lvl5pPr>
            <a:lvl6pPr>
              <a:defRPr sz="1125" b="0">
                <a:solidFill>
                  <a:srgbClr val="8EABB7"/>
                </a:solidFill>
                <a:latin typeface="Noto Sans KR"/>
                <a:ea typeface="Noto Sans KR"/>
                <a:cs typeface="Noto Sans KR"/>
              </a:defRPr>
            </a:lvl6pPr>
            <a:lvl7pPr>
              <a:defRPr sz="1125" b="0">
                <a:solidFill>
                  <a:srgbClr val="8EABB7"/>
                </a:solidFill>
                <a:latin typeface="Noto Sans KR"/>
                <a:ea typeface="Noto Sans KR"/>
                <a:cs typeface="Noto Sans KR"/>
              </a:defRPr>
            </a:lvl7pPr>
            <a:lvl8pPr>
              <a:defRPr sz="1125" b="0">
                <a:solidFill>
                  <a:srgbClr val="8EABB7"/>
                </a:solidFill>
                <a:latin typeface="Noto Sans KR"/>
                <a:ea typeface="Noto Sans KR"/>
                <a:cs typeface="Noto Sans KR"/>
              </a:defRPr>
            </a:lvl8pPr>
            <a:lvl9pPr>
              <a:defRPr sz="1125" b="0">
                <a:solidFill>
                  <a:srgbClr val="8EABB7"/>
                </a:solidFill>
                <a:latin typeface="Noto Sans KR"/>
                <a:ea typeface="Noto Sans KR"/>
                <a:cs typeface="Noto Sans KR"/>
              </a:defRPr>
            </a:lvl9pPr>
          </a:lstStyle>
          <a:p xmlns:a="http://schemas.openxmlformats.org/drawingml/2006/main">
            <a:pPr>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45</a:t>
            </a:r>
          </a:p>
        </p:txBody>
      </p:sp>
    </p:spTree>
    <p:extLst>
      <p:ext uri="{BB962C8B-B14F-4D97-AF65-F5344CB8AC3E}">
        <p14:creationId xmlns:p14="http://schemas.microsoft.com/office/powerpoint/2010/main" val="1156599072"/>
      </p:ext>
    </p:extLst>
  </p:cSld>
</p:sld>
</file>

<file path=ppt/slides/slide46.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0" name="section">
            <a:extLst xmlns:a="http://schemas.openxmlformats.org/drawingml/2006/main">
              <a:ext uri="{FF2B5EF4-FFF2-40B4-BE49-F238E27FC236}">
                <a16:creationId xmlns:a16="http://schemas.microsoft.com/office/drawing/2014/main" id="{85DCC1F6-57AA-4034-A6BC-A0711FBD957C}"/>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defRPr sz="1125" b="1">
                <a:solidFill>
                  <a:srgbClr val="A4DDCA"/>
                </a:solidFill>
                <a:latin typeface="Noto Sans KR"/>
                <a:ea typeface="Noto Sans KR"/>
                <a:cs typeface="Noto Sans KR"/>
              </a:defRPr>
            </a:lvl1pPr>
            <a:lvl2pPr>
              <a:defRPr sz="1125" b="1">
                <a:solidFill>
                  <a:srgbClr val="A4DDCA"/>
                </a:solidFill>
                <a:latin typeface="Noto Sans KR"/>
                <a:ea typeface="Noto Sans KR"/>
                <a:cs typeface="Noto Sans KR"/>
              </a:defRPr>
            </a:lvl2pPr>
            <a:lvl3pPr>
              <a:defRPr sz="1125" b="1">
                <a:solidFill>
                  <a:srgbClr val="A4DDCA"/>
                </a:solidFill>
                <a:latin typeface="Noto Sans KR"/>
                <a:ea typeface="Noto Sans KR"/>
                <a:cs typeface="Noto Sans KR"/>
              </a:defRPr>
            </a:lvl3pPr>
            <a:lvl4pPr>
              <a:defRPr sz="1125" b="1">
                <a:solidFill>
                  <a:srgbClr val="A4DDCA"/>
                </a:solidFill>
                <a:latin typeface="Noto Sans KR"/>
                <a:ea typeface="Noto Sans KR"/>
                <a:cs typeface="Noto Sans KR"/>
              </a:defRPr>
            </a:lvl4pPr>
            <a:lvl5pPr>
              <a:defRPr sz="1125" b="1">
                <a:solidFill>
                  <a:srgbClr val="A4DDCA"/>
                </a:solidFill>
                <a:latin typeface="Noto Sans KR"/>
                <a:ea typeface="Noto Sans KR"/>
                <a:cs typeface="Noto Sans KR"/>
              </a:defRPr>
            </a:lvl5pPr>
            <a:lvl6pPr>
              <a:defRPr sz="1125" b="1">
                <a:solidFill>
                  <a:srgbClr val="A4DDCA"/>
                </a:solidFill>
                <a:latin typeface="Noto Sans KR"/>
                <a:ea typeface="Noto Sans KR"/>
                <a:cs typeface="Noto Sans KR"/>
              </a:defRPr>
            </a:lvl6pPr>
            <a:lvl7pPr>
              <a:defRPr sz="1125" b="1">
                <a:solidFill>
                  <a:srgbClr val="A4DDCA"/>
                </a:solidFill>
                <a:latin typeface="Noto Sans KR"/>
                <a:ea typeface="Noto Sans KR"/>
                <a:cs typeface="Noto Sans KR"/>
              </a:defRPr>
            </a:lvl7pPr>
            <a:lvl8pPr>
              <a:defRPr sz="1125" b="1">
                <a:solidFill>
                  <a:srgbClr val="A4DDCA"/>
                </a:solidFill>
                <a:latin typeface="Noto Sans KR"/>
                <a:ea typeface="Noto Sans KR"/>
                <a:cs typeface="Noto Sans KR"/>
              </a:defRPr>
            </a:lvl8pPr>
            <a:lvl9pPr>
              <a:defRPr sz="1125" b="1">
                <a:solidFill>
                  <a:srgbClr val="A4DDCA"/>
                </a:solidFill>
                <a:latin typeface="Noto Sans KR"/>
                <a:ea typeface="Noto Sans KR"/>
                <a:cs typeface="Noto Sans KR"/>
              </a:defRPr>
            </a:lvl9pPr>
          </a:lstStyle>
          <a:p xmlns:a="http://schemas.openxmlformats.org/drawingml/2006/main">
            <a:pPr>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64A9A980-7F77-433F-B2F5-CABCF837323E}"/>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defRPr sz="3000" b="1">
                <a:solidFill>
                  <a:srgbClr val="E4EFEC"/>
                </a:solidFill>
                <a:latin typeface="Noto Sans KR"/>
                <a:ea typeface="Noto Sans KR"/>
                <a:cs typeface="Noto Sans KR"/>
              </a:defRPr>
            </a:lvl1pPr>
            <a:lvl2pPr>
              <a:defRPr sz="3000" b="1">
                <a:solidFill>
                  <a:srgbClr val="E4EFEC"/>
                </a:solidFill>
                <a:latin typeface="Noto Sans KR"/>
                <a:ea typeface="Noto Sans KR"/>
                <a:cs typeface="Noto Sans KR"/>
              </a:defRPr>
            </a:lvl2pPr>
            <a:lvl3pPr>
              <a:defRPr sz="3000" b="1">
                <a:solidFill>
                  <a:srgbClr val="E4EFEC"/>
                </a:solidFill>
                <a:latin typeface="Noto Sans KR"/>
                <a:ea typeface="Noto Sans KR"/>
                <a:cs typeface="Noto Sans KR"/>
              </a:defRPr>
            </a:lvl3pPr>
            <a:lvl4pPr>
              <a:defRPr sz="3000" b="1">
                <a:solidFill>
                  <a:srgbClr val="E4EFEC"/>
                </a:solidFill>
                <a:latin typeface="Noto Sans KR"/>
                <a:ea typeface="Noto Sans KR"/>
                <a:cs typeface="Noto Sans KR"/>
              </a:defRPr>
            </a:lvl4pPr>
            <a:lvl5pPr>
              <a:defRPr sz="3000" b="1">
                <a:solidFill>
                  <a:srgbClr val="E4EFEC"/>
                </a:solidFill>
                <a:latin typeface="Noto Sans KR"/>
                <a:ea typeface="Noto Sans KR"/>
                <a:cs typeface="Noto Sans KR"/>
              </a:defRPr>
            </a:lvl5pPr>
            <a:lvl6pPr>
              <a:defRPr sz="3000" b="1">
                <a:solidFill>
                  <a:srgbClr val="E4EFEC"/>
                </a:solidFill>
                <a:latin typeface="Noto Sans KR"/>
                <a:ea typeface="Noto Sans KR"/>
                <a:cs typeface="Noto Sans KR"/>
              </a:defRPr>
            </a:lvl6pPr>
            <a:lvl7pPr>
              <a:defRPr sz="3000" b="1">
                <a:solidFill>
                  <a:srgbClr val="E4EFEC"/>
                </a:solidFill>
                <a:latin typeface="Noto Sans KR"/>
                <a:ea typeface="Noto Sans KR"/>
                <a:cs typeface="Noto Sans KR"/>
              </a:defRPr>
            </a:lvl7pPr>
            <a:lvl8pPr>
              <a:defRPr sz="3000" b="1">
                <a:solidFill>
                  <a:srgbClr val="E4EFEC"/>
                </a:solidFill>
                <a:latin typeface="Noto Sans KR"/>
                <a:ea typeface="Noto Sans KR"/>
                <a:cs typeface="Noto Sans KR"/>
              </a:defRPr>
            </a:lvl8pPr>
            <a:lvl9pPr>
              <a:defRPr sz="3000" b="1">
                <a:solidFill>
                  <a:srgbClr val="E4EFEC"/>
                </a:solidFill>
                <a:latin typeface="Noto Sans KR"/>
                <a:ea typeface="Noto Sans KR"/>
                <a:cs typeface="Noto Sans KR"/>
              </a:defRPr>
            </a:lvl9pPr>
          </a:lstStyle>
          <a:p xmlns:a="http://schemas.openxmlformats.org/drawingml/2006/main">
            <a:pPr>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실습 결과를 해석할 때 주의할 점</a:t>
            </a:r>
          </a:p>
        </p:txBody>
      </p:sp>
      <p:sp>
        <p:nvSpPr>
          <p:cNvPr id="3" name="label-0">
            <a:extLst xmlns:a="http://schemas.openxmlformats.org/drawingml/2006/main">
              <a:ext uri="{FF2B5EF4-FFF2-40B4-BE49-F238E27FC236}">
                <a16:creationId xmlns:a16="http://schemas.microsoft.com/office/drawing/2014/main" id="{0D6359A2-E547-466B-BADB-46A0C44B5666}"/>
              </a:ext>
            </a:extLst>
          </p:cNvPr>
          <p:cNvSpPr>
            <a:spLocks xmlns:a="http://schemas.openxmlformats.org/drawingml/2006/main" noGrp="1"/>
          </p:cNvSpPr>
          <p:nvPr/>
        </p:nvSpPr>
        <p:spPr>
          <a:xfrm xmlns:a="http://schemas.openxmlformats.org/drawingml/2006/main">
            <a:off x="609600" y="186690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defRPr sz="1950" b="1">
                <a:solidFill>
                  <a:srgbClr val="A4DDCA"/>
                </a:solidFill>
                <a:latin typeface="Noto Sans KR"/>
                <a:ea typeface="Noto Sans KR"/>
                <a:cs typeface="Noto Sans KR"/>
              </a:defRPr>
            </a:lvl1pPr>
            <a:lvl2pPr>
              <a:defRPr sz="1950" b="1">
                <a:solidFill>
                  <a:srgbClr val="A4DDCA"/>
                </a:solidFill>
                <a:latin typeface="Noto Sans KR"/>
                <a:ea typeface="Noto Sans KR"/>
                <a:cs typeface="Noto Sans KR"/>
              </a:defRPr>
            </a:lvl2pPr>
            <a:lvl3pPr>
              <a:defRPr sz="1950" b="1">
                <a:solidFill>
                  <a:srgbClr val="A4DDCA"/>
                </a:solidFill>
                <a:latin typeface="Noto Sans KR"/>
                <a:ea typeface="Noto Sans KR"/>
                <a:cs typeface="Noto Sans KR"/>
              </a:defRPr>
            </a:lvl3pPr>
            <a:lvl4pPr>
              <a:defRPr sz="1950" b="1">
                <a:solidFill>
                  <a:srgbClr val="A4DDCA"/>
                </a:solidFill>
                <a:latin typeface="Noto Sans KR"/>
                <a:ea typeface="Noto Sans KR"/>
                <a:cs typeface="Noto Sans KR"/>
              </a:defRPr>
            </a:lvl4pPr>
            <a:lvl5pPr>
              <a:defRPr sz="1950" b="1">
                <a:solidFill>
                  <a:srgbClr val="A4DDCA"/>
                </a:solidFill>
                <a:latin typeface="Noto Sans KR"/>
                <a:ea typeface="Noto Sans KR"/>
                <a:cs typeface="Noto Sans KR"/>
              </a:defRPr>
            </a:lvl5pPr>
            <a:lvl6pPr>
              <a:defRPr sz="1950" b="1">
                <a:solidFill>
                  <a:srgbClr val="A4DDCA"/>
                </a:solidFill>
                <a:latin typeface="Noto Sans KR"/>
                <a:ea typeface="Noto Sans KR"/>
                <a:cs typeface="Noto Sans KR"/>
              </a:defRPr>
            </a:lvl6pPr>
            <a:lvl7pPr>
              <a:defRPr sz="1950" b="1">
                <a:solidFill>
                  <a:srgbClr val="A4DDCA"/>
                </a:solidFill>
                <a:latin typeface="Noto Sans KR"/>
                <a:ea typeface="Noto Sans KR"/>
                <a:cs typeface="Noto Sans KR"/>
              </a:defRPr>
            </a:lvl7pPr>
            <a:lvl8pPr>
              <a:defRPr sz="1950" b="1">
                <a:solidFill>
                  <a:srgbClr val="A4DDCA"/>
                </a:solidFill>
                <a:latin typeface="Noto Sans KR"/>
                <a:ea typeface="Noto Sans KR"/>
                <a:cs typeface="Noto Sans KR"/>
              </a:defRPr>
            </a:lvl8pPr>
            <a:lvl9pPr>
              <a:defRPr sz="1950" b="1">
                <a:solidFill>
                  <a:srgbClr val="A4DDCA"/>
                </a:solidFill>
                <a:latin typeface="Noto Sans KR"/>
                <a:ea typeface="Noto Sans KR"/>
                <a:cs typeface="Noto Sans KR"/>
              </a:defRPr>
            </a:lvl9pPr>
          </a:lstStyle>
          <a:p xmlns:a="http://schemas.openxmlformats.org/drawingml/2006/main">
            <a:pPr>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온톨로지 실습</a:t>
            </a:r>
          </a:p>
        </p:txBody>
      </p:sp>
      <p:sp>
        <p:nvSpPr>
          <p:cNvPr id="4" name="body-0">
            <a:extLst xmlns:a="http://schemas.openxmlformats.org/drawingml/2006/main">
              <a:ext uri="{FF2B5EF4-FFF2-40B4-BE49-F238E27FC236}">
                <a16:creationId xmlns:a16="http://schemas.microsoft.com/office/drawing/2014/main" id="{FDB77B1F-6F37-448D-A72F-6D86725C793D}"/>
              </a:ext>
            </a:extLst>
          </p:cNvPr>
          <p:cNvSpPr>
            <a:spLocks xmlns:a="http://schemas.openxmlformats.org/drawingml/2006/main" noGrp="1"/>
          </p:cNvSpPr>
          <p:nvPr/>
        </p:nvSpPr>
        <p:spPr>
          <a:xfrm xmlns:a="http://schemas.openxmlformats.org/drawingml/2006/main">
            <a:off x="3190875" y="186690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defRPr sz="2025" b="0">
                <a:solidFill>
                  <a:srgbClr val="E4EFEC"/>
                </a:solidFill>
                <a:latin typeface="Noto Sans KR"/>
                <a:ea typeface="Noto Sans KR"/>
                <a:cs typeface="Noto Sans KR"/>
              </a:defRPr>
            </a:lvl1pPr>
            <a:lvl2pPr>
              <a:defRPr sz="2025" b="0">
                <a:solidFill>
                  <a:srgbClr val="E4EFEC"/>
                </a:solidFill>
                <a:latin typeface="Noto Sans KR"/>
                <a:ea typeface="Noto Sans KR"/>
                <a:cs typeface="Noto Sans KR"/>
              </a:defRPr>
            </a:lvl2pPr>
            <a:lvl3pPr>
              <a:defRPr sz="2025" b="0">
                <a:solidFill>
                  <a:srgbClr val="E4EFEC"/>
                </a:solidFill>
                <a:latin typeface="Noto Sans KR"/>
                <a:ea typeface="Noto Sans KR"/>
                <a:cs typeface="Noto Sans KR"/>
              </a:defRPr>
            </a:lvl3pPr>
            <a:lvl4pPr>
              <a:defRPr sz="2025" b="0">
                <a:solidFill>
                  <a:srgbClr val="E4EFEC"/>
                </a:solidFill>
                <a:latin typeface="Noto Sans KR"/>
                <a:ea typeface="Noto Sans KR"/>
                <a:cs typeface="Noto Sans KR"/>
              </a:defRPr>
            </a:lvl4pPr>
            <a:lvl5pPr>
              <a:defRPr sz="2025" b="0">
                <a:solidFill>
                  <a:srgbClr val="E4EFEC"/>
                </a:solidFill>
                <a:latin typeface="Noto Sans KR"/>
                <a:ea typeface="Noto Sans KR"/>
                <a:cs typeface="Noto Sans KR"/>
              </a:defRPr>
            </a:lvl5pPr>
            <a:lvl6pPr>
              <a:defRPr sz="2025" b="0">
                <a:solidFill>
                  <a:srgbClr val="E4EFEC"/>
                </a:solidFill>
                <a:latin typeface="Noto Sans KR"/>
                <a:ea typeface="Noto Sans KR"/>
                <a:cs typeface="Noto Sans KR"/>
              </a:defRPr>
            </a:lvl6pPr>
            <a:lvl7pPr>
              <a:defRPr sz="2025" b="0">
                <a:solidFill>
                  <a:srgbClr val="E4EFEC"/>
                </a:solidFill>
                <a:latin typeface="Noto Sans KR"/>
                <a:ea typeface="Noto Sans KR"/>
                <a:cs typeface="Noto Sans KR"/>
              </a:defRPr>
            </a:lvl7pPr>
            <a:lvl8pPr>
              <a:defRPr sz="2025" b="0">
                <a:solidFill>
                  <a:srgbClr val="E4EFEC"/>
                </a:solidFill>
                <a:latin typeface="Noto Sans KR"/>
                <a:ea typeface="Noto Sans KR"/>
                <a:cs typeface="Noto Sans KR"/>
              </a:defRPr>
            </a:lvl8pPr>
            <a:lvl9pPr>
              <a:defRPr sz="2025" b="0">
                <a:solidFill>
                  <a:srgbClr val="E4EFEC"/>
                </a:solidFill>
                <a:latin typeface="Noto Sans KR"/>
                <a:ea typeface="Noto Sans KR"/>
                <a:cs typeface="Noto Sans KR"/>
              </a:defRPr>
            </a:lvl9pPr>
          </a:lstStyle>
          <a:p xmlns:a="http://schemas.openxmlformats.org/drawingml/2006/main">
            <a:pPr>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실제 규칙 엔진으로 추론하고 SHACL로 입력을 검사합니다.</a:t>
            </a:r>
          </a:p>
        </p:txBody>
      </p:sp>
      <p:sp>
        <p:nvSpPr>
          <p:cNvPr id="5" name="label-1">
            <a:extLst xmlns:a="http://schemas.openxmlformats.org/drawingml/2006/main">
              <a:ext uri="{FF2B5EF4-FFF2-40B4-BE49-F238E27FC236}">
                <a16:creationId xmlns:a16="http://schemas.microsoft.com/office/drawing/2014/main" id="{79A3A89E-5C1C-47A3-92E0-53A74ADF6522}"/>
              </a:ext>
            </a:extLst>
          </p:cNvPr>
          <p:cNvSpPr>
            <a:spLocks xmlns:a="http://schemas.openxmlformats.org/drawingml/2006/main" noGrp="1"/>
          </p:cNvSpPr>
          <p:nvPr/>
        </p:nvSpPr>
        <p:spPr>
          <a:xfrm xmlns:a="http://schemas.openxmlformats.org/drawingml/2006/main">
            <a:off x="609600" y="31337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defRPr sz="1950" b="1">
                <a:solidFill>
                  <a:srgbClr val="A4DDCA"/>
                </a:solidFill>
                <a:latin typeface="Noto Sans KR"/>
                <a:ea typeface="Noto Sans KR"/>
                <a:cs typeface="Noto Sans KR"/>
              </a:defRPr>
            </a:lvl1pPr>
            <a:lvl2pPr>
              <a:defRPr sz="1950" b="1">
                <a:solidFill>
                  <a:srgbClr val="A4DDCA"/>
                </a:solidFill>
                <a:latin typeface="Noto Sans KR"/>
                <a:ea typeface="Noto Sans KR"/>
                <a:cs typeface="Noto Sans KR"/>
              </a:defRPr>
            </a:lvl2pPr>
            <a:lvl3pPr>
              <a:defRPr sz="1950" b="1">
                <a:solidFill>
                  <a:srgbClr val="A4DDCA"/>
                </a:solidFill>
                <a:latin typeface="Noto Sans KR"/>
                <a:ea typeface="Noto Sans KR"/>
                <a:cs typeface="Noto Sans KR"/>
              </a:defRPr>
            </a:lvl3pPr>
            <a:lvl4pPr>
              <a:defRPr sz="1950" b="1">
                <a:solidFill>
                  <a:srgbClr val="A4DDCA"/>
                </a:solidFill>
                <a:latin typeface="Noto Sans KR"/>
                <a:ea typeface="Noto Sans KR"/>
                <a:cs typeface="Noto Sans KR"/>
              </a:defRPr>
            </a:lvl4pPr>
            <a:lvl5pPr>
              <a:defRPr sz="1950" b="1">
                <a:solidFill>
                  <a:srgbClr val="A4DDCA"/>
                </a:solidFill>
                <a:latin typeface="Noto Sans KR"/>
                <a:ea typeface="Noto Sans KR"/>
                <a:cs typeface="Noto Sans KR"/>
              </a:defRPr>
            </a:lvl5pPr>
            <a:lvl6pPr>
              <a:defRPr sz="1950" b="1">
                <a:solidFill>
                  <a:srgbClr val="A4DDCA"/>
                </a:solidFill>
                <a:latin typeface="Noto Sans KR"/>
                <a:ea typeface="Noto Sans KR"/>
                <a:cs typeface="Noto Sans KR"/>
              </a:defRPr>
            </a:lvl6pPr>
            <a:lvl7pPr>
              <a:defRPr sz="1950" b="1">
                <a:solidFill>
                  <a:srgbClr val="A4DDCA"/>
                </a:solidFill>
                <a:latin typeface="Noto Sans KR"/>
                <a:ea typeface="Noto Sans KR"/>
                <a:cs typeface="Noto Sans KR"/>
              </a:defRPr>
            </a:lvl7pPr>
            <a:lvl8pPr>
              <a:defRPr sz="1950" b="1">
                <a:solidFill>
                  <a:srgbClr val="A4DDCA"/>
                </a:solidFill>
                <a:latin typeface="Noto Sans KR"/>
                <a:ea typeface="Noto Sans KR"/>
                <a:cs typeface="Noto Sans KR"/>
              </a:defRPr>
            </a:lvl8pPr>
            <a:lvl9pPr>
              <a:defRPr sz="1950" b="1">
                <a:solidFill>
                  <a:srgbClr val="A4DDCA"/>
                </a:solidFill>
                <a:latin typeface="Noto Sans KR"/>
                <a:ea typeface="Noto Sans KR"/>
                <a:cs typeface="Noto Sans KR"/>
              </a:defRPr>
            </a:lvl9pPr>
          </a:lstStyle>
          <a:p xmlns:a="http://schemas.openxmlformats.org/drawingml/2006/main">
            <a:pPr>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GraphRAG 실습</a:t>
            </a:r>
          </a:p>
        </p:txBody>
      </p:sp>
      <p:sp>
        <p:nvSpPr>
          <p:cNvPr id="6" name="body-1">
            <a:extLst xmlns:a="http://schemas.openxmlformats.org/drawingml/2006/main">
              <a:ext uri="{FF2B5EF4-FFF2-40B4-BE49-F238E27FC236}">
                <a16:creationId xmlns:a16="http://schemas.microsoft.com/office/drawing/2014/main" id="{194A8558-0668-49E8-979B-000092CF5C2A}"/>
              </a:ext>
            </a:extLst>
          </p:cNvPr>
          <p:cNvSpPr>
            <a:spLocks xmlns:a="http://schemas.openxmlformats.org/drawingml/2006/main" noGrp="1"/>
          </p:cNvSpPr>
          <p:nvPr/>
        </p:nvSpPr>
        <p:spPr>
          <a:xfrm xmlns:a="http://schemas.openxmlformats.org/drawingml/2006/main">
            <a:off x="3190875" y="31337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defRPr sz="2025" b="0">
                <a:solidFill>
                  <a:srgbClr val="E4EFEC"/>
                </a:solidFill>
                <a:latin typeface="Noto Sans KR"/>
                <a:ea typeface="Noto Sans KR"/>
                <a:cs typeface="Noto Sans KR"/>
              </a:defRPr>
            </a:lvl1pPr>
            <a:lvl2pPr>
              <a:defRPr sz="2025" b="0">
                <a:solidFill>
                  <a:srgbClr val="E4EFEC"/>
                </a:solidFill>
                <a:latin typeface="Noto Sans KR"/>
                <a:ea typeface="Noto Sans KR"/>
                <a:cs typeface="Noto Sans KR"/>
              </a:defRPr>
            </a:lvl2pPr>
            <a:lvl3pPr>
              <a:defRPr sz="2025" b="0">
                <a:solidFill>
                  <a:srgbClr val="E4EFEC"/>
                </a:solidFill>
                <a:latin typeface="Noto Sans KR"/>
                <a:ea typeface="Noto Sans KR"/>
                <a:cs typeface="Noto Sans KR"/>
              </a:defRPr>
            </a:lvl3pPr>
            <a:lvl4pPr>
              <a:defRPr sz="2025" b="0">
                <a:solidFill>
                  <a:srgbClr val="E4EFEC"/>
                </a:solidFill>
                <a:latin typeface="Noto Sans KR"/>
                <a:ea typeface="Noto Sans KR"/>
                <a:cs typeface="Noto Sans KR"/>
              </a:defRPr>
            </a:lvl4pPr>
            <a:lvl5pPr>
              <a:defRPr sz="2025" b="0">
                <a:solidFill>
                  <a:srgbClr val="E4EFEC"/>
                </a:solidFill>
                <a:latin typeface="Noto Sans KR"/>
                <a:ea typeface="Noto Sans KR"/>
                <a:cs typeface="Noto Sans KR"/>
              </a:defRPr>
            </a:lvl5pPr>
            <a:lvl6pPr>
              <a:defRPr sz="2025" b="0">
                <a:solidFill>
                  <a:srgbClr val="E4EFEC"/>
                </a:solidFill>
                <a:latin typeface="Noto Sans KR"/>
                <a:ea typeface="Noto Sans KR"/>
                <a:cs typeface="Noto Sans KR"/>
              </a:defRPr>
            </a:lvl6pPr>
            <a:lvl7pPr>
              <a:defRPr sz="2025" b="0">
                <a:solidFill>
                  <a:srgbClr val="E4EFEC"/>
                </a:solidFill>
                <a:latin typeface="Noto Sans KR"/>
                <a:ea typeface="Noto Sans KR"/>
                <a:cs typeface="Noto Sans KR"/>
              </a:defRPr>
            </a:lvl7pPr>
            <a:lvl8pPr>
              <a:defRPr sz="2025" b="0">
                <a:solidFill>
                  <a:srgbClr val="E4EFEC"/>
                </a:solidFill>
                <a:latin typeface="Noto Sans KR"/>
                <a:ea typeface="Noto Sans KR"/>
                <a:cs typeface="Noto Sans KR"/>
              </a:defRPr>
            </a:lvl8pPr>
            <a:lvl9pPr>
              <a:defRPr sz="2025" b="0">
                <a:solidFill>
                  <a:srgbClr val="E4EFEC"/>
                </a:solidFill>
                <a:latin typeface="Noto Sans KR"/>
                <a:ea typeface="Noto Sans KR"/>
                <a:cs typeface="Noto Sans KR"/>
              </a:defRPr>
            </a:lvl9pPr>
          </a:lstStyle>
          <a:p xmlns:a="http://schemas.openxmlformats.org/drawingml/2006/main">
            <a:pPr>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검색 아이디어를 보여 주는 작은 예제입니다. 논문 전체를 재현하지 않습니다.</a:t>
            </a:r>
          </a:p>
        </p:txBody>
      </p:sp>
      <p:sp>
        <p:nvSpPr>
          <p:cNvPr id="7" name="label-2">
            <a:extLst xmlns:a="http://schemas.openxmlformats.org/drawingml/2006/main">
              <a:ext uri="{FF2B5EF4-FFF2-40B4-BE49-F238E27FC236}">
                <a16:creationId xmlns:a16="http://schemas.microsoft.com/office/drawing/2014/main" id="{A79FBB8C-BB19-4060-A6CA-EDECD10AEED9}"/>
              </a:ext>
            </a:extLst>
          </p:cNvPr>
          <p:cNvSpPr>
            <a:spLocks xmlns:a="http://schemas.openxmlformats.org/drawingml/2006/main" noGrp="1"/>
          </p:cNvSpPr>
          <p:nvPr/>
        </p:nvSpPr>
        <p:spPr>
          <a:xfrm xmlns:a="http://schemas.openxmlformats.org/drawingml/2006/main">
            <a:off x="609600" y="44005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defRPr sz="1950" b="1">
                <a:solidFill>
                  <a:srgbClr val="A4DDCA"/>
                </a:solidFill>
                <a:latin typeface="Noto Sans KR"/>
                <a:ea typeface="Noto Sans KR"/>
                <a:cs typeface="Noto Sans KR"/>
              </a:defRPr>
            </a:lvl1pPr>
            <a:lvl2pPr>
              <a:defRPr sz="1950" b="1">
                <a:solidFill>
                  <a:srgbClr val="A4DDCA"/>
                </a:solidFill>
                <a:latin typeface="Noto Sans KR"/>
                <a:ea typeface="Noto Sans KR"/>
                <a:cs typeface="Noto Sans KR"/>
              </a:defRPr>
            </a:lvl2pPr>
            <a:lvl3pPr>
              <a:defRPr sz="1950" b="1">
                <a:solidFill>
                  <a:srgbClr val="A4DDCA"/>
                </a:solidFill>
                <a:latin typeface="Noto Sans KR"/>
                <a:ea typeface="Noto Sans KR"/>
                <a:cs typeface="Noto Sans KR"/>
              </a:defRPr>
            </a:lvl3pPr>
            <a:lvl4pPr>
              <a:defRPr sz="1950" b="1">
                <a:solidFill>
                  <a:srgbClr val="A4DDCA"/>
                </a:solidFill>
                <a:latin typeface="Noto Sans KR"/>
                <a:ea typeface="Noto Sans KR"/>
                <a:cs typeface="Noto Sans KR"/>
              </a:defRPr>
            </a:lvl4pPr>
            <a:lvl5pPr>
              <a:defRPr sz="1950" b="1">
                <a:solidFill>
                  <a:srgbClr val="A4DDCA"/>
                </a:solidFill>
                <a:latin typeface="Noto Sans KR"/>
                <a:ea typeface="Noto Sans KR"/>
                <a:cs typeface="Noto Sans KR"/>
              </a:defRPr>
            </a:lvl5pPr>
            <a:lvl6pPr>
              <a:defRPr sz="1950" b="1">
                <a:solidFill>
                  <a:srgbClr val="A4DDCA"/>
                </a:solidFill>
                <a:latin typeface="Noto Sans KR"/>
                <a:ea typeface="Noto Sans KR"/>
                <a:cs typeface="Noto Sans KR"/>
              </a:defRPr>
            </a:lvl6pPr>
            <a:lvl7pPr>
              <a:defRPr sz="1950" b="1">
                <a:solidFill>
                  <a:srgbClr val="A4DDCA"/>
                </a:solidFill>
                <a:latin typeface="Noto Sans KR"/>
                <a:ea typeface="Noto Sans KR"/>
                <a:cs typeface="Noto Sans KR"/>
              </a:defRPr>
            </a:lvl7pPr>
            <a:lvl8pPr>
              <a:defRPr sz="1950" b="1">
                <a:solidFill>
                  <a:srgbClr val="A4DDCA"/>
                </a:solidFill>
                <a:latin typeface="Noto Sans KR"/>
                <a:ea typeface="Noto Sans KR"/>
                <a:cs typeface="Noto Sans KR"/>
              </a:defRPr>
            </a:lvl8pPr>
            <a:lvl9pPr>
              <a:defRPr sz="1950" b="1">
                <a:solidFill>
                  <a:srgbClr val="A4DDCA"/>
                </a:solidFill>
                <a:latin typeface="Noto Sans KR"/>
                <a:ea typeface="Noto Sans KR"/>
                <a:cs typeface="Noto Sans KR"/>
              </a:defRPr>
            </a:lvl9pPr>
          </a:lstStyle>
          <a:p xmlns:a="http://schemas.openxmlformats.org/drawingml/2006/main">
            <a:pPr>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확인할 기록</a:t>
            </a:r>
          </a:p>
        </p:txBody>
      </p:sp>
      <p:sp>
        <p:nvSpPr>
          <p:cNvPr id="8" name="body-2">
            <a:extLst xmlns:a="http://schemas.openxmlformats.org/drawingml/2006/main">
              <a:ext uri="{FF2B5EF4-FFF2-40B4-BE49-F238E27FC236}">
                <a16:creationId xmlns:a16="http://schemas.microsoft.com/office/drawing/2014/main" id="{B0A4040E-4F7E-4152-8277-BC4A599AC287}"/>
              </a:ext>
            </a:extLst>
          </p:cNvPr>
          <p:cNvSpPr>
            <a:spLocks xmlns:a="http://schemas.openxmlformats.org/drawingml/2006/main" noGrp="1"/>
          </p:cNvSpPr>
          <p:nvPr/>
        </p:nvSpPr>
        <p:spPr>
          <a:xfrm xmlns:a="http://schemas.openxmlformats.org/drawingml/2006/main">
            <a:off x="3190875" y="44005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defRPr sz="2025" b="0">
                <a:solidFill>
                  <a:srgbClr val="E4EFEC"/>
                </a:solidFill>
                <a:latin typeface="Noto Sans KR"/>
                <a:ea typeface="Noto Sans KR"/>
                <a:cs typeface="Noto Sans KR"/>
              </a:defRPr>
            </a:lvl1pPr>
            <a:lvl2pPr>
              <a:defRPr sz="2025" b="0">
                <a:solidFill>
                  <a:srgbClr val="E4EFEC"/>
                </a:solidFill>
                <a:latin typeface="Noto Sans KR"/>
                <a:ea typeface="Noto Sans KR"/>
                <a:cs typeface="Noto Sans KR"/>
              </a:defRPr>
            </a:lvl2pPr>
            <a:lvl3pPr>
              <a:defRPr sz="2025" b="0">
                <a:solidFill>
                  <a:srgbClr val="E4EFEC"/>
                </a:solidFill>
                <a:latin typeface="Noto Sans KR"/>
                <a:ea typeface="Noto Sans KR"/>
                <a:cs typeface="Noto Sans KR"/>
              </a:defRPr>
            </a:lvl3pPr>
            <a:lvl4pPr>
              <a:defRPr sz="2025" b="0">
                <a:solidFill>
                  <a:srgbClr val="E4EFEC"/>
                </a:solidFill>
                <a:latin typeface="Noto Sans KR"/>
                <a:ea typeface="Noto Sans KR"/>
                <a:cs typeface="Noto Sans KR"/>
              </a:defRPr>
            </a:lvl4pPr>
            <a:lvl5pPr>
              <a:defRPr sz="2025" b="0">
                <a:solidFill>
                  <a:srgbClr val="E4EFEC"/>
                </a:solidFill>
                <a:latin typeface="Noto Sans KR"/>
                <a:ea typeface="Noto Sans KR"/>
                <a:cs typeface="Noto Sans KR"/>
              </a:defRPr>
            </a:lvl5pPr>
            <a:lvl6pPr>
              <a:defRPr sz="2025" b="0">
                <a:solidFill>
                  <a:srgbClr val="E4EFEC"/>
                </a:solidFill>
                <a:latin typeface="Noto Sans KR"/>
                <a:ea typeface="Noto Sans KR"/>
                <a:cs typeface="Noto Sans KR"/>
              </a:defRPr>
            </a:lvl6pPr>
            <a:lvl7pPr>
              <a:defRPr sz="2025" b="0">
                <a:solidFill>
                  <a:srgbClr val="E4EFEC"/>
                </a:solidFill>
                <a:latin typeface="Noto Sans KR"/>
                <a:ea typeface="Noto Sans KR"/>
                <a:cs typeface="Noto Sans KR"/>
              </a:defRPr>
            </a:lvl7pPr>
            <a:lvl8pPr>
              <a:defRPr sz="2025" b="0">
                <a:solidFill>
                  <a:srgbClr val="E4EFEC"/>
                </a:solidFill>
                <a:latin typeface="Noto Sans KR"/>
                <a:ea typeface="Noto Sans KR"/>
                <a:cs typeface="Noto Sans KR"/>
              </a:defRPr>
            </a:lvl8pPr>
            <a:lvl9pPr>
              <a:defRPr sz="2025" b="0">
                <a:solidFill>
                  <a:srgbClr val="E4EFEC"/>
                </a:solidFill>
                <a:latin typeface="Noto Sans KR"/>
                <a:ea typeface="Noto Sans KR"/>
                <a:cs typeface="Noto Sans KR"/>
              </a:defRPr>
            </a:lvl9pPr>
          </a:lstStyle>
          <a:p xmlns:a="http://schemas.openxmlformats.org/drawingml/2006/main">
            <a:pPr>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추출한 대상, 검색 점수, 선택한 원문, 답변에 준 근거를 봅니다.</a:t>
            </a:r>
          </a:p>
        </p:txBody>
      </p:sp>
      <p:sp>
        <p:nvSpPr>
          <p:cNvPr id="9" name="page">
            <a:extLst xmlns:a="http://schemas.openxmlformats.org/drawingml/2006/main">
              <a:ext uri="{FF2B5EF4-FFF2-40B4-BE49-F238E27FC236}">
                <a16:creationId xmlns:a16="http://schemas.microsoft.com/office/drawing/2014/main" id="{7C6CAA49-D17E-409C-B293-8373C76B7E24}"/>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defRPr sz="1125" b="0">
                <a:solidFill>
                  <a:srgbClr val="8EABB7"/>
                </a:solidFill>
                <a:latin typeface="Noto Sans KR"/>
                <a:ea typeface="Noto Sans KR"/>
                <a:cs typeface="Noto Sans KR"/>
              </a:defRPr>
            </a:lvl1pPr>
            <a:lvl2pPr>
              <a:defRPr sz="1125" b="0">
                <a:solidFill>
                  <a:srgbClr val="8EABB7"/>
                </a:solidFill>
                <a:latin typeface="Noto Sans KR"/>
                <a:ea typeface="Noto Sans KR"/>
                <a:cs typeface="Noto Sans KR"/>
              </a:defRPr>
            </a:lvl2pPr>
            <a:lvl3pPr>
              <a:defRPr sz="1125" b="0">
                <a:solidFill>
                  <a:srgbClr val="8EABB7"/>
                </a:solidFill>
                <a:latin typeface="Noto Sans KR"/>
                <a:ea typeface="Noto Sans KR"/>
                <a:cs typeface="Noto Sans KR"/>
              </a:defRPr>
            </a:lvl3pPr>
            <a:lvl4pPr>
              <a:defRPr sz="1125" b="0">
                <a:solidFill>
                  <a:srgbClr val="8EABB7"/>
                </a:solidFill>
                <a:latin typeface="Noto Sans KR"/>
                <a:ea typeface="Noto Sans KR"/>
                <a:cs typeface="Noto Sans KR"/>
              </a:defRPr>
            </a:lvl4pPr>
            <a:lvl5pPr>
              <a:defRPr sz="1125" b="0">
                <a:solidFill>
                  <a:srgbClr val="8EABB7"/>
                </a:solidFill>
                <a:latin typeface="Noto Sans KR"/>
                <a:ea typeface="Noto Sans KR"/>
                <a:cs typeface="Noto Sans KR"/>
              </a:defRPr>
            </a:lvl5pPr>
            <a:lvl6pPr>
              <a:defRPr sz="1125" b="0">
                <a:solidFill>
                  <a:srgbClr val="8EABB7"/>
                </a:solidFill>
                <a:latin typeface="Noto Sans KR"/>
                <a:ea typeface="Noto Sans KR"/>
                <a:cs typeface="Noto Sans KR"/>
              </a:defRPr>
            </a:lvl6pPr>
            <a:lvl7pPr>
              <a:defRPr sz="1125" b="0">
                <a:solidFill>
                  <a:srgbClr val="8EABB7"/>
                </a:solidFill>
                <a:latin typeface="Noto Sans KR"/>
                <a:ea typeface="Noto Sans KR"/>
                <a:cs typeface="Noto Sans KR"/>
              </a:defRPr>
            </a:lvl7pPr>
            <a:lvl8pPr>
              <a:defRPr sz="1125" b="0">
                <a:solidFill>
                  <a:srgbClr val="8EABB7"/>
                </a:solidFill>
                <a:latin typeface="Noto Sans KR"/>
                <a:ea typeface="Noto Sans KR"/>
                <a:cs typeface="Noto Sans KR"/>
              </a:defRPr>
            </a:lvl8pPr>
            <a:lvl9pPr>
              <a:defRPr sz="1125" b="0">
                <a:solidFill>
                  <a:srgbClr val="8EABB7"/>
                </a:solidFill>
                <a:latin typeface="Noto Sans KR"/>
                <a:ea typeface="Noto Sans KR"/>
                <a:cs typeface="Noto Sans KR"/>
              </a:defRPr>
            </a:lvl9pPr>
          </a:lstStyle>
          <a:p xmlns:a="http://schemas.openxmlformats.org/drawingml/2006/main">
            <a:pPr>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46</a:t>
            </a:r>
          </a:p>
        </p:txBody>
      </p:sp>
    </p:spTree>
    <p:extLst>
      <p:ext uri="{BB962C8B-B14F-4D97-AF65-F5344CB8AC3E}">
        <p14:creationId xmlns:p14="http://schemas.microsoft.com/office/powerpoint/2010/main" val="2107524631"/>
      </p:ext>
    </p:extLst>
  </p:cSld>
</p:sld>
</file>

<file path=ppt/slides/slide47.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0" name="section">
            <a:extLst xmlns:a="http://schemas.openxmlformats.org/drawingml/2006/main">
              <a:ext uri="{FF2B5EF4-FFF2-40B4-BE49-F238E27FC236}">
                <a16:creationId xmlns:a16="http://schemas.microsoft.com/office/drawing/2014/main" id="{B3F30FB4-4D11-471B-AC0A-7B3A8860E111}"/>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defRPr sz="1125" b="1">
                <a:solidFill>
                  <a:srgbClr val="A4DDCA"/>
                </a:solidFill>
                <a:latin typeface="Noto Sans KR"/>
                <a:ea typeface="Noto Sans KR"/>
                <a:cs typeface="Noto Sans KR"/>
              </a:defRPr>
            </a:lvl1pPr>
            <a:lvl2pPr>
              <a:defRPr sz="1125" b="1">
                <a:solidFill>
                  <a:srgbClr val="A4DDCA"/>
                </a:solidFill>
                <a:latin typeface="Noto Sans KR"/>
                <a:ea typeface="Noto Sans KR"/>
                <a:cs typeface="Noto Sans KR"/>
              </a:defRPr>
            </a:lvl2pPr>
            <a:lvl3pPr>
              <a:defRPr sz="1125" b="1">
                <a:solidFill>
                  <a:srgbClr val="A4DDCA"/>
                </a:solidFill>
                <a:latin typeface="Noto Sans KR"/>
                <a:ea typeface="Noto Sans KR"/>
                <a:cs typeface="Noto Sans KR"/>
              </a:defRPr>
            </a:lvl3pPr>
            <a:lvl4pPr>
              <a:defRPr sz="1125" b="1">
                <a:solidFill>
                  <a:srgbClr val="A4DDCA"/>
                </a:solidFill>
                <a:latin typeface="Noto Sans KR"/>
                <a:ea typeface="Noto Sans KR"/>
                <a:cs typeface="Noto Sans KR"/>
              </a:defRPr>
            </a:lvl4pPr>
            <a:lvl5pPr>
              <a:defRPr sz="1125" b="1">
                <a:solidFill>
                  <a:srgbClr val="A4DDCA"/>
                </a:solidFill>
                <a:latin typeface="Noto Sans KR"/>
                <a:ea typeface="Noto Sans KR"/>
                <a:cs typeface="Noto Sans KR"/>
              </a:defRPr>
            </a:lvl5pPr>
            <a:lvl6pPr>
              <a:defRPr sz="1125" b="1">
                <a:solidFill>
                  <a:srgbClr val="A4DDCA"/>
                </a:solidFill>
                <a:latin typeface="Noto Sans KR"/>
                <a:ea typeface="Noto Sans KR"/>
                <a:cs typeface="Noto Sans KR"/>
              </a:defRPr>
            </a:lvl6pPr>
            <a:lvl7pPr>
              <a:defRPr sz="1125" b="1">
                <a:solidFill>
                  <a:srgbClr val="A4DDCA"/>
                </a:solidFill>
                <a:latin typeface="Noto Sans KR"/>
                <a:ea typeface="Noto Sans KR"/>
                <a:cs typeface="Noto Sans KR"/>
              </a:defRPr>
            </a:lvl7pPr>
            <a:lvl8pPr>
              <a:defRPr sz="1125" b="1">
                <a:solidFill>
                  <a:srgbClr val="A4DDCA"/>
                </a:solidFill>
                <a:latin typeface="Noto Sans KR"/>
                <a:ea typeface="Noto Sans KR"/>
                <a:cs typeface="Noto Sans KR"/>
              </a:defRPr>
            </a:lvl8pPr>
            <a:lvl9pPr>
              <a:defRPr sz="1125" b="1">
                <a:solidFill>
                  <a:srgbClr val="A4DDCA"/>
                </a:solidFill>
                <a:latin typeface="Noto Sans KR"/>
                <a:ea typeface="Noto Sans KR"/>
                <a:cs typeface="Noto Sans KR"/>
              </a:defRPr>
            </a:lvl9pPr>
          </a:lstStyle>
          <a:p xmlns:a="http://schemas.openxmlformats.org/drawingml/2006/main">
            <a:pPr>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3A964DE4-CF52-4C41-A2A2-B8B2A7B22932}"/>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defRPr sz="3000" b="1">
                <a:solidFill>
                  <a:srgbClr val="E4EFEC"/>
                </a:solidFill>
                <a:latin typeface="Noto Sans KR"/>
                <a:ea typeface="Noto Sans KR"/>
                <a:cs typeface="Noto Sans KR"/>
              </a:defRPr>
            </a:lvl1pPr>
            <a:lvl2pPr>
              <a:defRPr sz="3000" b="1">
                <a:solidFill>
                  <a:srgbClr val="E4EFEC"/>
                </a:solidFill>
                <a:latin typeface="Noto Sans KR"/>
                <a:ea typeface="Noto Sans KR"/>
                <a:cs typeface="Noto Sans KR"/>
              </a:defRPr>
            </a:lvl2pPr>
            <a:lvl3pPr>
              <a:defRPr sz="3000" b="1">
                <a:solidFill>
                  <a:srgbClr val="E4EFEC"/>
                </a:solidFill>
                <a:latin typeface="Noto Sans KR"/>
                <a:ea typeface="Noto Sans KR"/>
                <a:cs typeface="Noto Sans KR"/>
              </a:defRPr>
            </a:lvl3pPr>
            <a:lvl4pPr>
              <a:defRPr sz="3000" b="1">
                <a:solidFill>
                  <a:srgbClr val="E4EFEC"/>
                </a:solidFill>
                <a:latin typeface="Noto Sans KR"/>
                <a:ea typeface="Noto Sans KR"/>
                <a:cs typeface="Noto Sans KR"/>
              </a:defRPr>
            </a:lvl4pPr>
            <a:lvl5pPr>
              <a:defRPr sz="3000" b="1">
                <a:solidFill>
                  <a:srgbClr val="E4EFEC"/>
                </a:solidFill>
                <a:latin typeface="Noto Sans KR"/>
                <a:ea typeface="Noto Sans KR"/>
                <a:cs typeface="Noto Sans KR"/>
              </a:defRPr>
            </a:lvl5pPr>
            <a:lvl6pPr>
              <a:defRPr sz="3000" b="1">
                <a:solidFill>
                  <a:srgbClr val="E4EFEC"/>
                </a:solidFill>
                <a:latin typeface="Noto Sans KR"/>
                <a:ea typeface="Noto Sans KR"/>
                <a:cs typeface="Noto Sans KR"/>
              </a:defRPr>
            </a:lvl6pPr>
            <a:lvl7pPr>
              <a:defRPr sz="3000" b="1">
                <a:solidFill>
                  <a:srgbClr val="E4EFEC"/>
                </a:solidFill>
                <a:latin typeface="Noto Sans KR"/>
                <a:ea typeface="Noto Sans KR"/>
                <a:cs typeface="Noto Sans KR"/>
              </a:defRPr>
            </a:lvl7pPr>
            <a:lvl8pPr>
              <a:defRPr sz="3000" b="1">
                <a:solidFill>
                  <a:srgbClr val="E4EFEC"/>
                </a:solidFill>
                <a:latin typeface="Noto Sans KR"/>
                <a:ea typeface="Noto Sans KR"/>
                <a:cs typeface="Noto Sans KR"/>
              </a:defRPr>
            </a:lvl8pPr>
            <a:lvl9pPr>
              <a:defRPr sz="3000" b="1">
                <a:solidFill>
                  <a:srgbClr val="E4EFEC"/>
                </a:solidFill>
                <a:latin typeface="Noto Sans KR"/>
                <a:ea typeface="Noto Sans KR"/>
                <a:cs typeface="Noto Sans KR"/>
              </a:defRPr>
            </a:lvl9pPr>
          </a:lstStyle>
          <a:p xmlns:a="http://schemas.openxmlformats.org/drawingml/2006/main">
            <a:pPr>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다시 찾아볼 자료</a:t>
            </a:r>
          </a:p>
        </p:txBody>
      </p:sp>
      <p:sp>
        <p:nvSpPr>
          <p:cNvPr id="3" name="label-0">
            <a:extLst xmlns:a="http://schemas.openxmlformats.org/drawingml/2006/main">
              <a:ext uri="{FF2B5EF4-FFF2-40B4-BE49-F238E27FC236}">
                <a16:creationId xmlns:a16="http://schemas.microsoft.com/office/drawing/2014/main" id="{CA0642AF-1481-439C-8626-17FC6CF2B278}"/>
              </a:ext>
            </a:extLst>
          </p:cNvPr>
          <p:cNvSpPr>
            <a:spLocks xmlns:a="http://schemas.openxmlformats.org/drawingml/2006/main" noGrp="1"/>
          </p:cNvSpPr>
          <p:nvPr/>
        </p:nvSpPr>
        <p:spPr>
          <a:xfrm xmlns:a="http://schemas.openxmlformats.org/drawingml/2006/main">
            <a:off x="609600" y="186690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defRPr sz="1950" b="1">
                <a:solidFill>
                  <a:srgbClr val="A4DDCA"/>
                </a:solidFill>
                <a:latin typeface="Noto Sans KR"/>
                <a:ea typeface="Noto Sans KR"/>
                <a:cs typeface="Noto Sans KR"/>
              </a:defRPr>
            </a:lvl1pPr>
            <a:lvl2pPr>
              <a:defRPr sz="1950" b="1">
                <a:solidFill>
                  <a:srgbClr val="A4DDCA"/>
                </a:solidFill>
                <a:latin typeface="Noto Sans KR"/>
                <a:ea typeface="Noto Sans KR"/>
                <a:cs typeface="Noto Sans KR"/>
              </a:defRPr>
            </a:lvl2pPr>
            <a:lvl3pPr>
              <a:defRPr sz="1950" b="1">
                <a:solidFill>
                  <a:srgbClr val="A4DDCA"/>
                </a:solidFill>
                <a:latin typeface="Noto Sans KR"/>
                <a:ea typeface="Noto Sans KR"/>
                <a:cs typeface="Noto Sans KR"/>
              </a:defRPr>
            </a:lvl3pPr>
            <a:lvl4pPr>
              <a:defRPr sz="1950" b="1">
                <a:solidFill>
                  <a:srgbClr val="A4DDCA"/>
                </a:solidFill>
                <a:latin typeface="Noto Sans KR"/>
                <a:ea typeface="Noto Sans KR"/>
                <a:cs typeface="Noto Sans KR"/>
              </a:defRPr>
            </a:lvl4pPr>
            <a:lvl5pPr>
              <a:defRPr sz="1950" b="1">
                <a:solidFill>
                  <a:srgbClr val="A4DDCA"/>
                </a:solidFill>
                <a:latin typeface="Noto Sans KR"/>
                <a:ea typeface="Noto Sans KR"/>
                <a:cs typeface="Noto Sans KR"/>
              </a:defRPr>
            </a:lvl5pPr>
            <a:lvl6pPr>
              <a:defRPr sz="1950" b="1">
                <a:solidFill>
                  <a:srgbClr val="A4DDCA"/>
                </a:solidFill>
                <a:latin typeface="Noto Sans KR"/>
                <a:ea typeface="Noto Sans KR"/>
                <a:cs typeface="Noto Sans KR"/>
              </a:defRPr>
            </a:lvl6pPr>
            <a:lvl7pPr>
              <a:defRPr sz="1950" b="1">
                <a:solidFill>
                  <a:srgbClr val="A4DDCA"/>
                </a:solidFill>
                <a:latin typeface="Noto Sans KR"/>
                <a:ea typeface="Noto Sans KR"/>
                <a:cs typeface="Noto Sans KR"/>
              </a:defRPr>
            </a:lvl7pPr>
            <a:lvl8pPr>
              <a:defRPr sz="1950" b="1">
                <a:solidFill>
                  <a:srgbClr val="A4DDCA"/>
                </a:solidFill>
                <a:latin typeface="Noto Sans KR"/>
                <a:ea typeface="Noto Sans KR"/>
                <a:cs typeface="Noto Sans KR"/>
              </a:defRPr>
            </a:lvl8pPr>
            <a:lvl9pPr>
              <a:defRPr sz="1950" b="1">
                <a:solidFill>
                  <a:srgbClr val="A4DDCA"/>
                </a:solidFill>
                <a:latin typeface="Noto Sans KR"/>
                <a:ea typeface="Noto Sans KR"/>
                <a:cs typeface="Noto Sans KR"/>
              </a:defRPr>
            </a:lvl9pPr>
          </a:lstStyle>
          <a:p xmlns:a="http://schemas.openxmlformats.org/drawingml/2006/main">
            <a:pPr>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온톨로지의 업무 관점</a:t>
            </a:r>
          </a:p>
        </p:txBody>
      </p:sp>
      <p:sp>
        <p:nvSpPr>
          <p:cNvPr id="4" name="body-0">
            <a:extLst xmlns:a="http://schemas.openxmlformats.org/drawingml/2006/main">
              <a:ext uri="{FF2B5EF4-FFF2-40B4-BE49-F238E27FC236}">
                <a16:creationId xmlns:a16="http://schemas.microsoft.com/office/drawing/2014/main" id="{790094DA-A8AC-45F4-9A09-598717E19587}"/>
              </a:ext>
            </a:extLst>
          </p:cNvPr>
          <p:cNvSpPr>
            <a:spLocks xmlns:a="http://schemas.openxmlformats.org/drawingml/2006/main" noGrp="1"/>
          </p:cNvSpPr>
          <p:nvPr/>
        </p:nvSpPr>
        <p:spPr>
          <a:xfrm xmlns:a="http://schemas.openxmlformats.org/drawingml/2006/main">
            <a:off x="3190875" y="186690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defRPr sz="2025" b="0">
                <a:solidFill>
                  <a:srgbClr val="E4EFEC"/>
                </a:solidFill>
                <a:latin typeface="Noto Sans KR"/>
                <a:ea typeface="Noto Sans KR"/>
                <a:cs typeface="Noto Sans KR"/>
              </a:defRPr>
            </a:lvl1pPr>
            <a:lvl2pPr>
              <a:defRPr sz="2025" b="0">
                <a:solidFill>
                  <a:srgbClr val="E4EFEC"/>
                </a:solidFill>
                <a:latin typeface="Noto Sans KR"/>
                <a:ea typeface="Noto Sans KR"/>
                <a:cs typeface="Noto Sans KR"/>
              </a:defRPr>
            </a:lvl2pPr>
            <a:lvl3pPr>
              <a:defRPr sz="2025" b="0">
                <a:solidFill>
                  <a:srgbClr val="E4EFEC"/>
                </a:solidFill>
                <a:latin typeface="Noto Sans KR"/>
                <a:ea typeface="Noto Sans KR"/>
                <a:cs typeface="Noto Sans KR"/>
              </a:defRPr>
            </a:lvl3pPr>
            <a:lvl4pPr>
              <a:defRPr sz="2025" b="0">
                <a:solidFill>
                  <a:srgbClr val="E4EFEC"/>
                </a:solidFill>
                <a:latin typeface="Noto Sans KR"/>
                <a:ea typeface="Noto Sans KR"/>
                <a:cs typeface="Noto Sans KR"/>
              </a:defRPr>
            </a:lvl4pPr>
            <a:lvl5pPr>
              <a:defRPr sz="2025" b="0">
                <a:solidFill>
                  <a:srgbClr val="E4EFEC"/>
                </a:solidFill>
                <a:latin typeface="Noto Sans KR"/>
                <a:ea typeface="Noto Sans KR"/>
                <a:cs typeface="Noto Sans KR"/>
              </a:defRPr>
            </a:lvl5pPr>
            <a:lvl6pPr>
              <a:defRPr sz="2025" b="0">
                <a:solidFill>
                  <a:srgbClr val="E4EFEC"/>
                </a:solidFill>
                <a:latin typeface="Noto Sans KR"/>
                <a:ea typeface="Noto Sans KR"/>
                <a:cs typeface="Noto Sans KR"/>
              </a:defRPr>
            </a:lvl6pPr>
            <a:lvl7pPr>
              <a:defRPr sz="2025" b="0">
                <a:solidFill>
                  <a:srgbClr val="E4EFEC"/>
                </a:solidFill>
                <a:latin typeface="Noto Sans KR"/>
                <a:ea typeface="Noto Sans KR"/>
                <a:cs typeface="Noto Sans KR"/>
              </a:defRPr>
            </a:lvl7pPr>
            <a:lvl8pPr>
              <a:defRPr sz="2025" b="0">
                <a:solidFill>
                  <a:srgbClr val="E4EFEC"/>
                </a:solidFill>
                <a:latin typeface="Noto Sans KR"/>
                <a:ea typeface="Noto Sans KR"/>
                <a:cs typeface="Noto Sans KR"/>
              </a:defRPr>
            </a:lvl8pPr>
            <a:lvl9pPr>
              <a:defRPr sz="2025" b="0">
                <a:solidFill>
                  <a:srgbClr val="E4EFEC"/>
                </a:solidFill>
                <a:latin typeface="Noto Sans KR"/>
                <a:ea typeface="Noto Sans KR"/>
                <a:cs typeface="Noto Sans KR"/>
              </a:defRPr>
            </a:lvl9pPr>
          </a:lstStyle>
          <a:p xmlns:a="http://schemas.openxmlformats.org/drawingml/2006/main">
            <a:pPr>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「AI Agent 시대, 기업은 왜 온톨로지가 필요한가」</a:t>
            </a:r>
          </a:p>
          <a:p xmlns:a="http://schemas.openxmlformats.org/drawingml/2006/main">
            <a:pPr>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업무 질문과 용어의 의미를 정하는 관점</a:t>
            </a:r>
          </a:p>
        </p:txBody>
      </p:sp>
      <p:sp>
        <p:nvSpPr>
          <p:cNvPr id="5" name="label-1">
            <a:extLst xmlns:a="http://schemas.openxmlformats.org/drawingml/2006/main">
              <a:ext uri="{FF2B5EF4-FFF2-40B4-BE49-F238E27FC236}">
                <a16:creationId xmlns:a16="http://schemas.microsoft.com/office/drawing/2014/main" id="{8011DAE1-E194-42E8-968E-AE79B3366426}"/>
              </a:ext>
            </a:extLst>
          </p:cNvPr>
          <p:cNvSpPr>
            <a:spLocks xmlns:a="http://schemas.openxmlformats.org/drawingml/2006/main" noGrp="1"/>
          </p:cNvSpPr>
          <p:nvPr/>
        </p:nvSpPr>
        <p:spPr>
          <a:xfrm xmlns:a="http://schemas.openxmlformats.org/drawingml/2006/main">
            <a:off x="609600" y="31337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defRPr sz="1950" b="1">
                <a:solidFill>
                  <a:srgbClr val="A4DDCA"/>
                </a:solidFill>
                <a:latin typeface="Noto Sans KR"/>
                <a:ea typeface="Noto Sans KR"/>
                <a:cs typeface="Noto Sans KR"/>
              </a:defRPr>
            </a:lvl1pPr>
            <a:lvl2pPr>
              <a:defRPr sz="1950" b="1">
                <a:solidFill>
                  <a:srgbClr val="A4DDCA"/>
                </a:solidFill>
                <a:latin typeface="Noto Sans KR"/>
                <a:ea typeface="Noto Sans KR"/>
                <a:cs typeface="Noto Sans KR"/>
              </a:defRPr>
            </a:lvl2pPr>
            <a:lvl3pPr>
              <a:defRPr sz="1950" b="1">
                <a:solidFill>
                  <a:srgbClr val="A4DDCA"/>
                </a:solidFill>
                <a:latin typeface="Noto Sans KR"/>
                <a:ea typeface="Noto Sans KR"/>
                <a:cs typeface="Noto Sans KR"/>
              </a:defRPr>
            </a:lvl3pPr>
            <a:lvl4pPr>
              <a:defRPr sz="1950" b="1">
                <a:solidFill>
                  <a:srgbClr val="A4DDCA"/>
                </a:solidFill>
                <a:latin typeface="Noto Sans KR"/>
                <a:ea typeface="Noto Sans KR"/>
                <a:cs typeface="Noto Sans KR"/>
              </a:defRPr>
            </a:lvl4pPr>
            <a:lvl5pPr>
              <a:defRPr sz="1950" b="1">
                <a:solidFill>
                  <a:srgbClr val="A4DDCA"/>
                </a:solidFill>
                <a:latin typeface="Noto Sans KR"/>
                <a:ea typeface="Noto Sans KR"/>
                <a:cs typeface="Noto Sans KR"/>
              </a:defRPr>
            </a:lvl5pPr>
            <a:lvl6pPr>
              <a:defRPr sz="1950" b="1">
                <a:solidFill>
                  <a:srgbClr val="A4DDCA"/>
                </a:solidFill>
                <a:latin typeface="Noto Sans KR"/>
                <a:ea typeface="Noto Sans KR"/>
                <a:cs typeface="Noto Sans KR"/>
              </a:defRPr>
            </a:lvl6pPr>
            <a:lvl7pPr>
              <a:defRPr sz="1950" b="1">
                <a:solidFill>
                  <a:srgbClr val="A4DDCA"/>
                </a:solidFill>
                <a:latin typeface="Noto Sans KR"/>
                <a:ea typeface="Noto Sans KR"/>
                <a:cs typeface="Noto Sans KR"/>
              </a:defRPr>
            </a:lvl7pPr>
            <a:lvl8pPr>
              <a:defRPr sz="1950" b="1">
                <a:solidFill>
                  <a:srgbClr val="A4DDCA"/>
                </a:solidFill>
                <a:latin typeface="Noto Sans KR"/>
                <a:ea typeface="Noto Sans KR"/>
                <a:cs typeface="Noto Sans KR"/>
              </a:defRPr>
            </a:lvl8pPr>
            <a:lvl9pPr>
              <a:defRPr sz="1950" b="1">
                <a:solidFill>
                  <a:srgbClr val="A4DDCA"/>
                </a:solidFill>
                <a:latin typeface="Noto Sans KR"/>
                <a:ea typeface="Noto Sans KR"/>
                <a:cs typeface="Noto Sans KR"/>
              </a:defRPr>
            </a:lvl9pPr>
          </a:lstStyle>
          <a:p xmlns:a="http://schemas.openxmlformats.org/drawingml/2006/main">
            <a:pPr>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GraphRAG의 연구 흐름</a:t>
            </a:r>
          </a:p>
        </p:txBody>
      </p:sp>
      <p:sp>
        <p:nvSpPr>
          <p:cNvPr id="6" name="body-1">
            <a:extLst xmlns:a="http://schemas.openxmlformats.org/drawingml/2006/main">
              <a:ext uri="{FF2B5EF4-FFF2-40B4-BE49-F238E27FC236}">
                <a16:creationId xmlns:a16="http://schemas.microsoft.com/office/drawing/2014/main" id="{812291CB-2B55-477F-A1A5-1A81588C4445}"/>
              </a:ext>
            </a:extLst>
          </p:cNvPr>
          <p:cNvSpPr>
            <a:spLocks xmlns:a="http://schemas.openxmlformats.org/drawingml/2006/main" noGrp="1"/>
          </p:cNvSpPr>
          <p:nvPr/>
        </p:nvSpPr>
        <p:spPr>
          <a:xfrm xmlns:a="http://schemas.openxmlformats.org/drawingml/2006/main">
            <a:off x="3190875" y="31337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defRPr sz="2025" b="0">
                <a:solidFill>
                  <a:srgbClr val="E4EFEC"/>
                </a:solidFill>
                <a:latin typeface="Noto Sans KR"/>
                <a:ea typeface="Noto Sans KR"/>
                <a:cs typeface="Noto Sans KR"/>
              </a:defRPr>
            </a:lvl1pPr>
            <a:lvl2pPr>
              <a:defRPr sz="2025" b="0">
                <a:solidFill>
                  <a:srgbClr val="E4EFEC"/>
                </a:solidFill>
                <a:latin typeface="Noto Sans KR"/>
                <a:ea typeface="Noto Sans KR"/>
                <a:cs typeface="Noto Sans KR"/>
              </a:defRPr>
            </a:lvl2pPr>
            <a:lvl3pPr>
              <a:defRPr sz="2025" b="0">
                <a:solidFill>
                  <a:srgbClr val="E4EFEC"/>
                </a:solidFill>
                <a:latin typeface="Noto Sans KR"/>
                <a:ea typeface="Noto Sans KR"/>
                <a:cs typeface="Noto Sans KR"/>
              </a:defRPr>
            </a:lvl3pPr>
            <a:lvl4pPr>
              <a:defRPr sz="2025" b="0">
                <a:solidFill>
                  <a:srgbClr val="E4EFEC"/>
                </a:solidFill>
                <a:latin typeface="Noto Sans KR"/>
                <a:ea typeface="Noto Sans KR"/>
                <a:cs typeface="Noto Sans KR"/>
              </a:defRPr>
            </a:lvl4pPr>
            <a:lvl5pPr>
              <a:defRPr sz="2025" b="0">
                <a:solidFill>
                  <a:srgbClr val="E4EFEC"/>
                </a:solidFill>
                <a:latin typeface="Noto Sans KR"/>
                <a:ea typeface="Noto Sans KR"/>
                <a:cs typeface="Noto Sans KR"/>
              </a:defRPr>
            </a:lvl5pPr>
            <a:lvl6pPr>
              <a:defRPr sz="2025" b="0">
                <a:solidFill>
                  <a:srgbClr val="E4EFEC"/>
                </a:solidFill>
                <a:latin typeface="Noto Sans KR"/>
                <a:ea typeface="Noto Sans KR"/>
                <a:cs typeface="Noto Sans KR"/>
              </a:defRPr>
            </a:lvl6pPr>
            <a:lvl7pPr>
              <a:defRPr sz="2025" b="0">
                <a:solidFill>
                  <a:srgbClr val="E4EFEC"/>
                </a:solidFill>
                <a:latin typeface="Noto Sans KR"/>
                <a:ea typeface="Noto Sans KR"/>
                <a:cs typeface="Noto Sans KR"/>
              </a:defRPr>
            </a:lvl7pPr>
            <a:lvl8pPr>
              <a:defRPr sz="2025" b="0">
                <a:solidFill>
                  <a:srgbClr val="E4EFEC"/>
                </a:solidFill>
                <a:latin typeface="Noto Sans KR"/>
                <a:ea typeface="Noto Sans KR"/>
                <a:cs typeface="Noto Sans KR"/>
              </a:defRPr>
            </a:lvl8pPr>
            <a:lvl9pPr>
              <a:defRPr sz="2025" b="0">
                <a:solidFill>
                  <a:srgbClr val="E4EFEC"/>
                </a:solidFill>
                <a:latin typeface="Noto Sans KR"/>
                <a:ea typeface="Noto Sans KR"/>
                <a:cs typeface="Noto Sans KR"/>
              </a:defRPr>
            </a:lvl9pPr>
          </a:lstStyle>
          <a:p xmlns:a="http://schemas.openxmlformats.org/drawingml/2006/main">
            <a:pPr>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「GraphRAG의 개념과 최신연구동향」</a:t>
            </a:r>
          </a:p>
          <a:p xmlns:a="http://schemas.openxmlformats.org/drawingml/2006/main">
            <a:pPr>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각 방법의 문제의식과 비교 기준</a:t>
            </a:r>
          </a:p>
        </p:txBody>
      </p:sp>
      <p:sp>
        <p:nvSpPr>
          <p:cNvPr id="7" name="label-2">
            <a:extLst xmlns:a="http://schemas.openxmlformats.org/drawingml/2006/main">
              <a:ext uri="{FF2B5EF4-FFF2-40B4-BE49-F238E27FC236}">
                <a16:creationId xmlns:a16="http://schemas.microsoft.com/office/drawing/2014/main" id="{7A92B6ED-0EBB-46C2-87B8-251B7F95157C}"/>
              </a:ext>
            </a:extLst>
          </p:cNvPr>
          <p:cNvSpPr>
            <a:spLocks xmlns:a="http://schemas.openxmlformats.org/drawingml/2006/main" noGrp="1"/>
          </p:cNvSpPr>
          <p:nvPr/>
        </p:nvSpPr>
        <p:spPr>
          <a:xfrm xmlns:a="http://schemas.openxmlformats.org/drawingml/2006/main">
            <a:off x="609600" y="44005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defRPr sz="1950" b="1">
                <a:solidFill>
                  <a:srgbClr val="A4DDCA"/>
                </a:solidFill>
                <a:latin typeface="Noto Sans KR"/>
                <a:ea typeface="Noto Sans KR"/>
                <a:cs typeface="Noto Sans KR"/>
              </a:defRPr>
            </a:lvl1pPr>
            <a:lvl2pPr>
              <a:defRPr sz="1950" b="1">
                <a:solidFill>
                  <a:srgbClr val="A4DDCA"/>
                </a:solidFill>
                <a:latin typeface="Noto Sans KR"/>
                <a:ea typeface="Noto Sans KR"/>
                <a:cs typeface="Noto Sans KR"/>
              </a:defRPr>
            </a:lvl2pPr>
            <a:lvl3pPr>
              <a:defRPr sz="1950" b="1">
                <a:solidFill>
                  <a:srgbClr val="A4DDCA"/>
                </a:solidFill>
                <a:latin typeface="Noto Sans KR"/>
                <a:ea typeface="Noto Sans KR"/>
                <a:cs typeface="Noto Sans KR"/>
              </a:defRPr>
            </a:lvl3pPr>
            <a:lvl4pPr>
              <a:defRPr sz="1950" b="1">
                <a:solidFill>
                  <a:srgbClr val="A4DDCA"/>
                </a:solidFill>
                <a:latin typeface="Noto Sans KR"/>
                <a:ea typeface="Noto Sans KR"/>
                <a:cs typeface="Noto Sans KR"/>
              </a:defRPr>
            </a:lvl4pPr>
            <a:lvl5pPr>
              <a:defRPr sz="1950" b="1">
                <a:solidFill>
                  <a:srgbClr val="A4DDCA"/>
                </a:solidFill>
                <a:latin typeface="Noto Sans KR"/>
                <a:ea typeface="Noto Sans KR"/>
                <a:cs typeface="Noto Sans KR"/>
              </a:defRPr>
            </a:lvl5pPr>
            <a:lvl6pPr>
              <a:defRPr sz="1950" b="1">
                <a:solidFill>
                  <a:srgbClr val="A4DDCA"/>
                </a:solidFill>
                <a:latin typeface="Noto Sans KR"/>
                <a:ea typeface="Noto Sans KR"/>
                <a:cs typeface="Noto Sans KR"/>
              </a:defRPr>
            </a:lvl6pPr>
            <a:lvl7pPr>
              <a:defRPr sz="1950" b="1">
                <a:solidFill>
                  <a:srgbClr val="A4DDCA"/>
                </a:solidFill>
                <a:latin typeface="Noto Sans KR"/>
                <a:ea typeface="Noto Sans KR"/>
                <a:cs typeface="Noto Sans KR"/>
              </a:defRPr>
            </a:lvl7pPr>
            <a:lvl8pPr>
              <a:defRPr sz="1950" b="1">
                <a:solidFill>
                  <a:srgbClr val="A4DDCA"/>
                </a:solidFill>
                <a:latin typeface="Noto Sans KR"/>
                <a:ea typeface="Noto Sans KR"/>
                <a:cs typeface="Noto Sans KR"/>
              </a:defRPr>
            </a:lvl8pPr>
            <a:lvl9pPr>
              <a:defRPr sz="1950" b="1">
                <a:solidFill>
                  <a:srgbClr val="A4DDCA"/>
                </a:solidFill>
                <a:latin typeface="Noto Sans KR"/>
                <a:ea typeface="Noto Sans KR"/>
                <a:cs typeface="Noto Sans KR"/>
              </a:defRPr>
            </a:lvl9pPr>
          </a:lstStyle>
          <a:p xmlns:a="http://schemas.openxmlformats.org/drawingml/2006/main">
            <a:pPr>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기술을 확인할 원문</a:t>
            </a:r>
          </a:p>
        </p:txBody>
      </p:sp>
      <p:sp>
        <p:nvSpPr>
          <p:cNvPr id="8" name="body-2">
            <a:extLst xmlns:a="http://schemas.openxmlformats.org/drawingml/2006/main">
              <a:ext uri="{FF2B5EF4-FFF2-40B4-BE49-F238E27FC236}">
                <a16:creationId xmlns:a16="http://schemas.microsoft.com/office/drawing/2014/main" id="{5F9A8453-C64E-49A0-9297-EA502080EB22}"/>
              </a:ext>
            </a:extLst>
          </p:cNvPr>
          <p:cNvSpPr>
            <a:spLocks xmlns:a="http://schemas.openxmlformats.org/drawingml/2006/main" noGrp="1"/>
          </p:cNvSpPr>
          <p:nvPr/>
        </p:nvSpPr>
        <p:spPr>
          <a:xfrm xmlns:a="http://schemas.openxmlformats.org/drawingml/2006/main">
            <a:off x="3190875" y="44005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defRPr sz="2025" b="0">
                <a:solidFill>
                  <a:srgbClr val="E4EFEC"/>
                </a:solidFill>
                <a:latin typeface="Noto Sans KR"/>
                <a:ea typeface="Noto Sans KR"/>
                <a:cs typeface="Noto Sans KR"/>
              </a:defRPr>
            </a:lvl1pPr>
            <a:lvl2pPr>
              <a:defRPr sz="2025" b="0">
                <a:solidFill>
                  <a:srgbClr val="E4EFEC"/>
                </a:solidFill>
                <a:latin typeface="Noto Sans KR"/>
                <a:ea typeface="Noto Sans KR"/>
                <a:cs typeface="Noto Sans KR"/>
              </a:defRPr>
            </a:lvl2pPr>
            <a:lvl3pPr>
              <a:defRPr sz="2025" b="0">
                <a:solidFill>
                  <a:srgbClr val="E4EFEC"/>
                </a:solidFill>
                <a:latin typeface="Noto Sans KR"/>
                <a:ea typeface="Noto Sans KR"/>
                <a:cs typeface="Noto Sans KR"/>
              </a:defRPr>
            </a:lvl3pPr>
            <a:lvl4pPr>
              <a:defRPr sz="2025" b="0">
                <a:solidFill>
                  <a:srgbClr val="E4EFEC"/>
                </a:solidFill>
                <a:latin typeface="Noto Sans KR"/>
                <a:ea typeface="Noto Sans KR"/>
                <a:cs typeface="Noto Sans KR"/>
              </a:defRPr>
            </a:lvl4pPr>
            <a:lvl5pPr>
              <a:defRPr sz="2025" b="0">
                <a:solidFill>
                  <a:srgbClr val="E4EFEC"/>
                </a:solidFill>
                <a:latin typeface="Noto Sans KR"/>
                <a:ea typeface="Noto Sans KR"/>
                <a:cs typeface="Noto Sans KR"/>
              </a:defRPr>
            </a:lvl5pPr>
            <a:lvl6pPr>
              <a:defRPr sz="2025" b="0">
                <a:solidFill>
                  <a:srgbClr val="E4EFEC"/>
                </a:solidFill>
                <a:latin typeface="Noto Sans KR"/>
                <a:ea typeface="Noto Sans KR"/>
                <a:cs typeface="Noto Sans KR"/>
              </a:defRPr>
            </a:lvl6pPr>
            <a:lvl7pPr>
              <a:defRPr sz="2025" b="0">
                <a:solidFill>
                  <a:srgbClr val="E4EFEC"/>
                </a:solidFill>
                <a:latin typeface="Noto Sans KR"/>
                <a:ea typeface="Noto Sans KR"/>
                <a:cs typeface="Noto Sans KR"/>
              </a:defRPr>
            </a:lvl7pPr>
            <a:lvl8pPr>
              <a:defRPr sz="2025" b="0">
                <a:solidFill>
                  <a:srgbClr val="E4EFEC"/>
                </a:solidFill>
                <a:latin typeface="Noto Sans KR"/>
                <a:ea typeface="Noto Sans KR"/>
                <a:cs typeface="Noto Sans KR"/>
              </a:defRPr>
            </a:lvl8pPr>
            <a:lvl9pPr>
              <a:defRPr sz="2025" b="0">
                <a:solidFill>
                  <a:srgbClr val="E4EFEC"/>
                </a:solidFill>
                <a:latin typeface="Noto Sans KR"/>
                <a:ea typeface="Noto Sans KR"/>
                <a:cs typeface="Noto Sans KR"/>
              </a:defRPr>
            </a:lvl9pPr>
          </a:lstStyle>
          <a:p xmlns:a="http://schemas.openxmlformats.org/drawingml/2006/main">
            <a:pPr>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W3C 표준 문서와 각 논문·공식 구현</a:t>
            </a:r>
          </a:p>
          <a:p xmlns:a="http://schemas.openxmlformats.org/drawingml/2006/main">
            <a:pPr>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출처 링크는 발표자 노트에 있습니다.</a:t>
            </a:r>
          </a:p>
        </p:txBody>
      </p:sp>
      <p:sp>
        <p:nvSpPr>
          <p:cNvPr id="9" name="page">
            <a:extLst xmlns:a="http://schemas.openxmlformats.org/drawingml/2006/main">
              <a:ext uri="{FF2B5EF4-FFF2-40B4-BE49-F238E27FC236}">
                <a16:creationId xmlns:a16="http://schemas.microsoft.com/office/drawing/2014/main" id="{A8C1FFD3-BE46-4156-8E9F-9FCD5B56DFAD}"/>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defRPr sz="1125" b="0">
                <a:solidFill>
                  <a:srgbClr val="8EABB7"/>
                </a:solidFill>
                <a:latin typeface="Noto Sans KR"/>
                <a:ea typeface="Noto Sans KR"/>
                <a:cs typeface="Noto Sans KR"/>
              </a:defRPr>
            </a:lvl1pPr>
            <a:lvl2pPr>
              <a:defRPr sz="1125" b="0">
                <a:solidFill>
                  <a:srgbClr val="8EABB7"/>
                </a:solidFill>
                <a:latin typeface="Noto Sans KR"/>
                <a:ea typeface="Noto Sans KR"/>
                <a:cs typeface="Noto Sans KR"/>
              </a:defRPr>
            </a:lvl2pPr>
            <a:lvl3pPr>
              <a:defRPr sz="1125" b="0">
                <a:solidFill>
                  <a:srgbClr val="8EABB7"/>
                </a:solidFill>
                <a:latin typeface="Noto Sans KR"/>
                <a:ea typeface="Noto Sans KR"/>
                <a:cs typeface="Noto Sans KR"/>
              </a:defRPr>
            </a:lvl3pPr>
            <a:lvl4pPr>
              <a:defRPr sz="1125" b="0">
                <a:solidFill>
                  <a:srgbClr val="8EABB7"/>
                </a:solidFill>
                <a:latin typeface="Noto Sans KR"/>
                <a:ea typeface="Noto Sans KR"/>
                <a:cs typeface="Noto Sans KR"/>
              </a:defRPr>
            </a:lvl4pPr>
            <a:lvl5pPr>
              <a:defRPr sz="1125" b="0">
                <a:solidFill>
                  <a:srgbClr val="8EABB7"/>
                </a:solidFill>
                <a:latin typeface="Noto Sans KR"/>
                <a:ea typeface="Noto Sans KR"/>
                <a:cs typeface="Noto Sans KR"/>
              </a:defRPr>
            </a:lvl5pPr>
            <a:lvl6pPr>
              <a:defRPr sz="1125" b="0">
                <a:solidFill>
                  <a:srgbClr val="8EABB7"/>
                </a:solidFill>
                <a:latin typeface="Noto Sans KR"/>
                <a:ea typeface="Noto Sans KR"/>
                <a:cs typeface="Noto Sans KR"/>
              </a:defRPr>
            </a:lvl6pPr>
            <a:lvl7pPr>
              <a:defRPr sz="1125" b="0">
                <a:solidFill>
                  <a:srgbClr val="8EABB7"/>
                </a:solidFill>
                <a:latin typeface="Noto Sans KR"/>
                <a:ea typeface="Noto Sans KR"/>
                <a:cs typeface="Noto Sans KR"/>
              </a:defRPr>
            </a:lvl7pPr>
            <a:lvl8pPr>
              <a:defRPr sz="1125" b="0">
                <a:solidFill>
                  <a:srgbClr val="8EABB7"/>
                </a:solidFill>
                <a:latin typeface="Noto Sans KR"/>
                <a:ea typeface="Noto Sans KR"/>
                <a:cs typeface="Noto Sans KR"/>
              </a:defRPr>
            </a:lvl8pPr>
            <a:lvl9pPr>
              <a:defRPr sz="1125" b="0">
                <a:solidFill>
                  <a:srgbClr val="8EABB7"/>
                </a:solidFill>
                <a:latin typeface="Noto Sans KR"/>
                <a:ea typeface="Noto Sans KR"/>
                <a:cs typeface="Noto Sans KR"/>
              </a:defRPr>
            </a:lvl9pPr>
          </a:lstStyle>
          <a:p xmlns:a="http://schemas.openxmlformats.org/drawingml/2006/main">
            <a:pPr>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47</a:t>
            </a:r>
          </a:p>
        </p:txBody>
      </p:sp>
    </p:spTree>
    <p:extLst>
      <p:ext uri="{BB962C8B-B14F-4D97-AF65-F5344CB8AC3E}">
        <p14:creationId xmlns:p14="http://schemas.microsoft.com/office/powerpoint/2010/main" val="452463686"/>
      </p:ext>
    </p:extLst>
  </p:cSld>
</p:sld>
</file>

<file path=ppt/slides/slide48.xml><?xml version="1.0" encoding="utf-8"?>
<p:sld xmlns:p="http://schemas.openxmlformats.org/presentationml/2006/main">
  <p:cSld>
    <p:bg>
      <p:bgPr>
        <a:solidFill xmlns:a="http://schemas.openxmlformats.org/drawingml/2006/main">
          <a:srgbClr val="071824"/>
        </a:solidFill>
      </p:bgPr>
    </p:bg>
    <p:spTree>
      <p:nvGrpSpPr>
        <p:cNvPr id="1" name=""/>
        <p:cNvGrpSpPr/>
        <p:nvPr/>
      </p:nvGrpSpPr>
      <p:grpSpPr>
        <a:xfrm xmlns:a="http://schemas.openxmlformats.org/drawingml/2006/main"/>
      </p:grpSpPr>
      <p:cxnSp>
        <p:nvCxnSpPr>
          <p:cNvPr id="23" name="">
            <a:extLst xmlns:a="http://schemas.openxmlformats.org/drawingml/2006/main">
              <a:ext uri="{FF2B5EF4-FFF2-40B4-BE49-F238E27FC236}">
                <a16:creationId xmlns:a16="http://schemas.microsoft.com/office/drawing/2014/main" id="{80734F53-6162-4AF7-9305-7BD8028E71A9}"/>
              </a:ext>
            </a:extLst>
          </p:cNvPr>
          <p:cNvCxnSpPr>
            <a:stCxn xmlns:a="http://schemas.openxmlformats.org/drawingml/2006/main" id="20" idx="2"/>
            <a:endCxn xmlns:a="http://schemas.openxmlformats.org/drawingml/2006/main" id="22" idx="0"/>
          </p:cNvCxnSpPr>
          <p:nvPr/>
        </p:nvCxnSpPr>
        <p:spPr>
          <a:xfrm xmlns:a="http://schemas.openxmlformats.org/drawingml/2006/main">
            <a:off x="9072563" y="463867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21" name="">
            <a:extLst xmlns:a="http://schemas.openxmlformats.org/drawingml/2006/main">
              <a:ext uri="{FF2B5EF4-FFF2-40B4-BE49-F238E27FC236}">
                <a16:creationId xmlns:a16="http://schemas.microsoft.com/office/drawing/2014/main" id="{437A0069-7AAC-4D1A-A51B-3EDFB151E219}"/>
              </a:ext>
            </a:extLst>
          </p:cNvPr>
          <p:cNvCxnSpPr>
            <a:stCxn xmlns:a="http://schemas.openxmlformats.org/drawingml/2006/main" id="18" idx="2"/>
            <a:endCxn xmlns:a="http://schemas.openxmlformats.org/drawingml/2006/main" id="20" idx="0"/>
          </p:cNvCxnSpPr>
          <p:nvPr/>
        </p:nvCxnSpPr>
        <p:spPr>
          <a:xfrm xmlns:a="http://schemas.openxmlformats.org/drawingml/2006/main">
            <a:off x="9072563" y="398145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9" name="">
            <a:extLst xmlns:a="http://schemas.openxmlformats.org/drawingml/2006/main">
              <a:ext uri="{FF2B5EF4-FFF2-40B4-BE49-F238E27FC236}">
                <a16:creationId xmlns:a16="http://schemas.microsoft.com/office/drawing/2014/main" id="{6F3A21BC-A99F-4232-BE22-9299EED81802}"/>
              </a:ext>
            </a:extLst>
          </p:cNvPr>
          <p:cNvCxnSpPr>
            <a:stCxn xmlns:a="http://schemas.openxmlformats.org/drawingml/2006/main" id="16" idx="2"/>
            <a:endCxn xmlns:a="http://schemas.openxmlformats.org/drawingml/2006/main" id="18" idx="0"/>
          </p:cNvCxnSpPr>
          <p:nvPr/>
        </p:nvCxnSpPr>
        <p:spPr>
          <a:xfrm xmlns:a="http://schemas.openxmlformats.org/drawingml/2006/main">
            <a:off x="9072563" y="332422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7" name="">
            <a:extLst xmlns:a="http://schemas.openxmlformats.org/drawingml/2006/main">
              <a:ext uri="{FF2B5EF4-FFF2-40B4-BE49-F238E27FC236}">
                <a16:creationId xmlns:a16="http://schemas.microsoft.com/office/drawing/2014/main" id="{65298F34-A5C9-4820-B0C4-C10AB43ABEA5}"/>
              </a:ext>
            </a:extLst>
          </p:cNvPr>
          <p:cNvCxnSpPr>
            <a:stCxn xmlns:a="http://schemas.openxmlformats.org/drawingml/2006/main" id="15" idx="2"/>
            <a:endCxn xmlns:a="http://schemas.openxmlformats.org/drawingml/2006/main" id="16" idx="0"/>
          </p:cNvCxnSpPr>
          <p:nvPr/>
        </p:nvCxnSpPr>
        <p:spPr>
          <a:xfrm xmlns:a="http://schemas.openxmlformats.org/drawingml/2006/main">
            <a:off x="9072563" y="266700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3" name="">
            <a:extLst xmlns:a="http://schemas.openxmlformats.org/drawingml/2006/main">
              <a:ext uri="{FF2B5EF4-FFF2-40B4-BE49-F238E27FC236}">
                <a16:creationId xmlns:a16="http://schemas.microsoft.com/office/drawing/2014/main" id="{A37B1F73-D70B-4877-8A9F-C3503B6FA164}"/>
              </a:ext>
            </a:extLst>
          </p:cNvPr>
          <p:cNvCxnSpPr>
            <a:stCxn xmlns:a="http://schemas.openxmlformats.org/drawingml/2006/main" id="10" idx="2"/>
            <a:endCxn xmlns:a="http://schemas.openxmlformats.org/drawingml/2006/main" id="12" idx="0"/>
          </p:cNvCxnSpPr>
          <p:nvPr/>
        </p:nvCxnSpPr>
        <p:spPr>
          <a:xfrm xmlns:a="http://schemas.openxmlformats.org/drawingml/2006/main">
            <a:off x="3119438" y="463867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11" name="">
            <a:extLst xmlns:a="http://schemas.openxmlformats.org/drawingml/2006/main">
              <a:ext uri="{FF2B5EF4-FFF2-40B4-BE49-F238E27FC236}">
                <a16:creationId xmlns:a16="http://schemas.microsoft.com/office/drawing/2014/main" id="{4A3DB2BD-139F-4167-A19A-E6973991E9C3}"/>
              </a:ext>
            </a:extLst>
          </p:cNvPr>
          <p:cNvCxnSpPr>
            <a:stCxn xmlns:a="http://schemas.openxmlformats.org/drawingml/2006/main" id="8" idx="2"/>
            <a:endCxn xmlns:a="http://schemas.openxmlformats.org/drawingml/2006/main" id="10" idx="0"/>
          </p:cNvCxnSpPr>
          <p:nvPr/>
        </p:nvCxnSpPr>
        <p:spPr>
          <a:xfrm xmlns:a="http://schemas.openxmlformats.org/drawingml/2006/main">
            <a:off x="3119438" y="398145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9" name="">
            <a:extLst xmlns:a="http://schemas.openxmlformats.org/drawingml/2006/main">
              <a:ext uri="{FF2B5EF4-FFF2-40B4-BE49-F238E27FC236}">
                <a16:creationId xmlns:a16="http://schemas.microsoft.com/office/drawing/2014/main" id="{33043FEA-B9C6-453F-9E13-9366B4A00300}"/>
              </a:ext>
            </a:extLst>
          </p:cNvPr>
          <p:cNvCxnSpPr>
            <a:stCxn xmlns:a="http://schemas.openxmlformats.org/drawingml/2006/main" id="6" idx="2"/>
            <a:endCxn xmlns:a="http://schemas.openxmlformats.org/drawingml/2006/main" id="8" idx="0"/>
          </p:cNvCxnSpPr>
          <p:nvPr/>
        </p:nvCxnSpPr>
        <p:spPr>
          <a:xfrm xmlns:a="http://schemas.openxmlformats.org/drawingml/2006/main">
            <a:off x="3119438" y="332422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7" name="">
            <a:extLst xmlns:a="http://schemas.openxmlformats.org/drawingml/2006/main">
              <a:ext uri="{FF2B5EF4-FFF2-40B4-BE49-F238E27FC236}">
                <a16:creationId xmlns:a16="http://schemas.microsoft.com/office/drawing/2014/main" id="{BA82255D-EDD8-4F22-B6F1-CD77A65B974C}"/>
              </a:ext>
            </a:extLst>
          </p:cNvPr>
          <p:cNvCxnSpPr>
            <a:stCxn xmlns:a="http://schemas.openxmlformats.org/drawingml/2006/main" id="5" idx="2"/>
            <a:endCxn xmlns:a="http://schemas.openxmlformats.org/drawingml/2006/main" id="6" idx="0"/>
          </p:cNvCxnSpPr>
          <p:nvPr/>
        </p:nvCxnSpPr>
        <p:spPr>
          <a:xfrm xmlns:a="http://schemas.openxmlformats.org/drawingml/2006/main">
            <a:off x="3119438" y="266700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sp>
        <p:nvSpPr>
          <p:cNvPr id="25" name="">
            <a:extLst xmlns:a="http://schemas.openxmlformats.org/drawingml/2006/main">
              <a:ext uri="{FF2B5EF4-FFF2-40B4-BE49-F238E27FC236}">
                <a16:creationId xmlns:a16="http://schemas.microsoft.com/office/drawing/2014/main" id="{F85F428F-AE69-4F19-9540-4F0BEE75F647}"/>
              </a:ext>
            </a:extLst>
          </p:cNvPr>
          <p:cNvSpPr>
            <a:spLocks xmlns:a="http://schemas.openxmlformats.org/drawingml/2006/main" noGrp="1"/>
          </p:cNvSpPr>
          <p:nvPr/>
        </p:nvSpPr>
        <p:spPr>
          <a:xfrm xmlns:a="http://schemas.openxmlformats.org/drawingml/2006/main">
            <a:off x="571500" y="285750"/>
            <a:ext cx="10858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00" b="1">
                <a:solidFill>
                  <a:srgbClr val="8DE5CA"/>
                </a:solidFill>
                <a:latin typeface="Noto Sans KR"/>
                <a:ea typeface="Noto Sans KR"/>
                <a:cs typeface="Noto Sans KR"/>
              </a:defRPr>
            </a:defPPr>
            <a:lvl1pPr>
              <a:buNone/>
              <a:defRPr sz="900" b="1">
                <a:solidFill>
                  <a:srgbClr val="8DE5CA"/>
                </a:solidFill>
                <a:latin typeface="Noto Sans KR"/>
                <a:ea typeface="Noto Sans KR"/>
                <a:cs typeface="Noto Sans KR"/>
              </a:defRPr>
            </a:lvl1pPr>
            <a:lvl2pPr>
              <a:buNone/>
              <a:defRPr sz="900" b="1">
                <a:solidFill>
                  <a:srgbClr val="8DE5CA"/>
                </a:solidFill>
                <a:latin typeface="Noto Sans KR"/>
                <a:ea typeface="Noto Sans KR"/>
                <a:cs typeface="Noto Sans KR"/>
              </a:defRPr>
            </a:lvl2pPr>
            <a:lvl3pPr>
              <a:buNone/>
              <a:defRPr sz="900" b="1">
                <a:solidFill>
                  <a:srgbClr val="8DE5CA"/>
                </a:solidFill>
                <a:latin typeface="Noto Sans KR"/>
                <a:ea typeface="Noto Sans KR"/>
                <a:cs typeface="Noto Sans KR"/>
              </a:defRPr>
            </a:lvl3pPr>
            <a:lvl4pPr>
              <a:buNone/>
              <a:defRPr sz="900" b="1">
                <a:solidFill>
                  <a:srgbClr val="8DE5CA"/>
                </a:solidFill>
                <a:latin typeface="Noto Sans KR"/>
                <a:ea typeface="Noto Sans KR"/>
                <a:cs typeface="Noto Sans KR"/>
              </a:defRPr>
            </a:lvl4pPr>
            <a:lvl5pPr>
              <a:buNone/>
              <a:defRPr sz="900" b="1">
                <a:solidFill>
                  <a:srgbClr val="8DE5CA"/>
                </a:solidFill>
                <a:latin typeface="Noto Sans KR"/>
                <a:ea typeface="Noto Sans KR"/>
                <a:cs typeface="Noto Sans KR"/>
              </a:defRPr>
            </a:lvl5pPr>
            <a:lvl6pPr>
              <a:buNone/>
              <a:defRPr sz="900" b="1">
                <a:solidFill>
                  <a:srgbClr val="8DE5CA"/>
                </a:solidFill>
                <a:latin typeface="Noto Sans KR"/>
                <a:ea typeface="Noto Sans KR"/>
                <a:cs typeface="Noto Sans KR"/>
              </a:defRPr>
            </a:lvl6pPr>
            <a:lvl7pPr>
              <a:buNone/>
              <a:defRPr sz="900" b="1">
                <a:solidFill>
                  <a:srgbClr val="8DE5CA"/>
                </a:solidFill>
                <a:latin typeface="Noto Sans KR"/>
                <a:ea typeface="Noto Sans KR"/>
                <a:cs typeface="Noto Sans KR"/>
              </a:defRPr>
            </a:lvl7pPr>
            <a:lvl8pPr>
              <a:buNone/>
              <a:defRPr sz="900" b="1">
                <a:solidFill>
                  <a:srgbClr val="8DE5CA"/>
                </a:solidFill>
                <a:latin typeface="Noto Sans KR"/>
                <a:ea typeface="Noto Sans KR"/>
                <a:cs typeface="Noto Sans KR"/>
              </a:defRPr>
            </a:lvl8pPr>
            <a:lvl9pPr>
              <a:buNone/>
              <a:defRPr sz="900" b="1">
                <a:solidFill>
                  <a:srgbClr val="8DE5CA"/>
                </a:solidFill>
                <a:latin typeface="Noto Sans KR"/>
                <a:ea typeface="Noto Sans KR"/>
                <a:cs typeface="Noto Sans KR"/>
              </a:defRPr>
            </a:lvl9pPr>
          </a:lstStyle>
          <a:p xmlns:a="http://schemas.openxmlformats.org/drawingml/2006/main">
            <a:pPr>
              <a:buNone/>
              <a:defRPr sz="900" b="1">
                <a:solidFill>
                  <a:srgbClr val="8DE5CA"/>
                </a:solidFill>
                <a:latin typeface="Noto Sans KR"/>
                <a:ea typeface="Noto Sans KR"/>
                <a:cs typeface="Noto Sans KR"/>
              </a:defRPr>
            </a:pPr>
            <a:r>
              <a:rPr sz="900" b="1">
                <a:solidFill>
                  <a:srgbClr val="8DE5CA"/>
                </a:solidFill>
                <a:latin typeface="Noto Sans KR"/>
                <a:ea typeface="Noto Sans KR"/>
                <a:cs typeface="Noto Sans KR"/>
              </a:rPr>
              <a:t>PAPER ARCHITECTURE / RAPTOR</a:t>
            </a:r>
          </a:p>
        </p:txBody>
      </p:sp>
      <p:sp>
        <p:nvSpPr>
          <p:cNvPr id="2" name="">
            <a:extLst xmlns:a="http://schemas.openxmlformats.org/drawingml/2006/main">
              <a:ext uri="{FF2B5EF4-FFF2-40B4-BE49-F238E27FC236}">
                <a16:creationId xmlns:a16="http://schemas.microsoft.com/office/drawing/2014/main" id="{AA9065C1-0C69-4547-80AA-0BB4B4D9EF4C}"/>
              </a:ext>
            </a:extLst>
          </p:cNvPr>
          <p:cNvSpPr>
            <a:spLocks xmlns:a="http://schemas.openxmlformats.org/drawingml/2006/main" noGrp="1"/>
          </p:cNvSpPr>
          <p:nvPr/>
        </p:nvSpPr>
        <p:spPr>
          <a:xfrm xmlns:a="http://schemas.openxmlformats.org/drawingml/2006/main">
            <a:off x="571500" y="762000"/>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850" b="1">
                <a:solidFill>
                  <a:srgbClr val="EAF5F3"/>
                </a:solidFill>
                <a:latin typeface="Noto Sans KR"/>
                <a:ea typeface="Noto Sans KR"/>
                <a:cs typeface="Noto Sans KR"/>
              </a:defRPr>
            </a:defPPr>
            <a:lvl1pPr>
              <a:buNone/>
              <a:defRPr sz="2850" b="1">
                <a:solidFill>
                  <a:srgbClr val="EAF5F3"/>
                </a:solidFill>
                <a:latin typeface="Noto Sans KR"/>
                <a:ea typeface="Noto Sans KR"/>
                <a:cs typeface="Noto Sans KR"/>
              </a:defRPr>
            </a:lvl1pPr>
            <a:lvl2pPr>
              <a:buNone/>
              <a:defRPr sz="2850" b="1">
                <a:solidFill>
                  <a:srgbClr val="EAF5F3"/>
                </a:solidFill>
                <a:latin typeface="Noto Sans KR"/>
                <a:ea typeface="Noto Sans KR"/>
                <a:cs typeface="Noto Sans KR"/>
              </a:defRPr>
            </a:lvl2pPr>
            <a:lvl3pPr>
              <a:buNone/>
              <a:defRPr sz="2850" b="1">
                <a:solidFill>
                  <a:srgbClr val="EAF5F3"/>
                </a:solidFill>
                <a:latin typeface="Noto Sans KR"/>
                <a:ea typeface="Noto Sans KR"/>
                <a:cs typeface="Noto Sans KR"/>
              </a:defRPr>
            </a:lvl3pPr>
            <a:lvl4pPr>
              <a:buNone/>
              <a:defRPr sz="2850" b="1">
                <a:solidFill>
                  <a:srgbClr val="EAF5F3"/>
                </a:solidFill>
                <a:latin typeface="Noto Sans KR"/>
                <a:ea typeface="Noto Sans KR"/>
                <a:cs typeface="Noto Sans KR"/>
              </a:defRPr>
            </a:lvl4pPr>
            <a:lvl5pPr>
              <a:buNone/>
              <a:defRPr sz="2850" b="1">
                <a:solidFill>
                  <a:srgbClr val="EAF5F3"/>
                </a:solidFill>
                <a:latin typeface="Noto Sans KR"/>
                <a:ea typeface="Noto Sans KR"/>
                <a:cs typeface="Noto Sans KR"/>
              </a:defRPr>
            </a:lvl5pPr>
            <a:lvl6pPr>
              <a:buNone/>
              <a:defRPr sz="2850" b="1">
                <a:solidFill>
                  <a:srgbClr val="EAF5F3"/>
                </a:solidFill>
                <a:latin typeface="Noto Sans KR"/>
                <a:ea typeface="Noto Sans KR"/>
                <a:cs typeface="Noto Sans KR"/>
              </a:defRPr>
            </a:lvl6pPr>
            <a:lvl7pPr>
              <a:buNone/>
              <a:defRPr sz="2850" b="1">
                <a:solidFill>
                  <a:srgbClr val="EAF5F3"/>
                </a:solidFill>
                <a:latin typeface="Noto Sans KR"/>
                <a:ea typeface="Noto Sans KR"/>
                <a:cs typeface="Noto Sans KR"/>
              </a:defRPr>
            </a:lvl7pPr>
            <a:lvl8pPr>
              <a:buNone/>
              <a:defRPr sz="2850" b="1">
                <a:solidFill>
                  <a:srgbClr val="EAF5F3"/>
                </a:solidFill>
                <a:latin typeface="Noto Sans KR"/>
                <a:ea typeface="Noto Sans KR"/>
                <a:cs typeface="Noto Sans KR"/>
              </a:defRPr>
            </a:lvl8pPr>
            <a:lvl9pPr>
              <a:buNone/>
              <a:defRPr sz="2850" b="1">
                <a:solidFill>
                  <a:srgbClr val="EAF5F3"/>
                </a:solidFill>
                <a:latin typeface="Noto Sans KR"/>
                <a:ea typeface="Noto Sans KR"/>
                <a:cs typeface="Noto Sans KR"/>
              </a:defRPr>
            </a:lvl9pPr>
          </a:lstStyle>
          <a:p xmlns:a="http://schemas.openxmlformats.org/drawingml/2006/main">
            <a:pPr>
              <a:buNone/>
              <a:defRPr sz="2850" b="1">
                <a:solidFill>
                  <a:srgbClr val="EAF5F3"/>
                </a:solidFill>
                <a:latin typeface="Noto Sans KR"/>
                <a:ea typeface="Noto Sans KR"/>
                <a:cs typeface="Noto Sans KR"/>
              </a:defRPr>
            </a:pPr>
            <a:r>
              <a:rPr sz="2850" b="1">
                <a:solidFill>
                  <a:srgbClr val="EAF5F3"/>
                </a:solidFill>
                <a:latin typeface="Noto Sans KR"/>
                <a:ea typeface="Noto Sans KR"/>
                <a:cs typeface="Noto Sans KR"/>
              </a:rPr>
              <a:t>RAPTOR의 전체 처리 순서</a:t>
            </a:r>
          </a:p>
        </p:txBody>
      </p:sp>
      <p:sp>
        <p:nvSpPr>
          <p:cNvPr id="3" name="">
            <a:extLst xmlns:a="http://schemas.openxmlformats.org/drawingml/2006/main">
              <a:ext uri="{FF2B5EF4-FFF2-40B4-BE49-F238E27FC236}">
                <a16:creationId xmlns:a16="http://schemas.microsoft.com/office/drawing/2014/main" id="{63B595E7-B1DA-4434-8855-3CAC42F39184}"/>
              </a:ext>
            </a:extLst>
          </p:cNvPr>
          <p:cNvSpPr>
            <a:spLocks xmlns:a="http://schemas.openxmlformats.org/drawingml/2006/main" noGrp="1"/>
          </p:cNvSpPr>
          <p:nvPr/>
        </p:nvSpPr>
        <p:spPr>
          <a:xfrm xmlns:a="http://schemas.openxmlformats.org/drawingml/2006/main">
            <a:off x="11144250" y="6429375"/>
            <a:ext cx="52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b="0">
                <a:solidFill>
                  <a:srgbClr val="8DE5CA"/>
                </a:solidFill>
                <a:latin typeface="Noto Sans KR"/>
                <a:ea typeface="Noto Sans KR"/>
                <a:cs typeface="Noto Sans KR"/>
              </a:defRPr>
            </a:defPPr>
            <a:lvl1pPr>
              <a:buNone/>
              <a:defRPr sz="1050" b="0">
                <a:solidFill>
                  <a:srgbClr val="8DE5CA"/>
                </a:solidFill>
                <a:latin typeface="Noto Sans KR"/>
                <a:ea typeface="Noto Sans KR"/>
                <a:cs typeface="Noto Sans KR"/>
              </a:defRPr>
            </a:lvl1pPr>
            <a:lvl2pPr>
              <a:buNone/>
              <a:defRPr sz="1050" b="0">
                <a:solidFill>
                  <a:srgbClr val="8DE5CA"/>
                </a:solidFill>
                <a:latin typeface="Noto Sans KR"/>
                <a:ea typeface="Noto Sans KR"/>
                <a:cs typeface="Noto Sans KR"/>
              </a:defRPr>
            </a:lvl2pPr>
            <a:lvl3pPr>
              <a:buNone/>
              <a:defRPr sz="1050" b="0">
                <a:solidFill>
                  <a:srgbClr val="8DE5CA"/>
                </a:solidFill>
                <a:latin typeface="Noto Sans KR"/>
                <a:ea typeface="Noto Sans KR"/>
                <a:cs typeface="Noto Sans KR"/>
              </a:defRPr>
            </a:lvl3pPr>
            <a:lvl4pPr>
              <a:buNone/>
              <a:defRPr sz="1050" b="0">
                <a:solidFill>
                  <a:srgbClr val="8DE5CA"/>
                </a:solidFill>
                <a:latin typeface="Noto Sans KR"/>
                <a:ea typeface="Noto Sans KR"/>
                <a:cs typeface="Noto Sans KR"/>
              </a:defRPr>
            </a:lvl4pPr>
            <a:lvl5pPr>
              <a:buNone/>
              <a:defRPr sz="1050" b="0">
                <a:solidFill>
                  <a:srgbClr val="8DE5CA"/>
                </a:solidFill>
                <a:latin typeface="Noto Sans KR"/>
                <a:ea typeface="Noto Sans KR"/>
                <a:cs typeface="Noto Sans KR"/>
              </a:defRPr>
            </a:lvl5pPr>
            <a:lvl6pPr>
              <a:buNone/>
              <a:defRPr sz="1050" b="0">
                <a:solidFill>
                  <a:srgbClr val="8DE5CA"/>
                </a:solidFill>
                <a:latin typeface="Noto Sans KR"/>
                <a:ea typeface="Noto Sans KR"/>
                <a:cs typeface="Noto Sans KR"/>
              </a:defRPr>
            </a:lvl6pPr>
            <a:lvl7pPr>
              <a:buNone/>
              <a:defRPr sz="1050" b="0">
                <a:solidFill>
                  <a:srgbClr val="8DE5CA"/>
                </a:solidFill>
                <a:latin typeface="Noto Sans KR"/>
                <a:ea typeface="Noto Sans KR"/>
                <a:cs typeface="Noto Sans KR"/>
              </a:defRPr>
            </a:lvl7pPr>
            <a:lvl8pPr>
              <a:buNone/>
              <a:defRPr sz="1050" b="0">
                <a:solidFill>
                  <a:srgbClr val="8DE5CA"/>
                </a:solidFill>
                <a:latin typeface="Noto Sans KR"/>
                <a:ea typeface="Noto Sans KR"/>
                <a:cs typeface="Noto Sans KR"/>
              </a:defRPr>
            </a:lvl8pPr>
            <a:lvl9pPr>
              <a:buNone/>
              <a:defRPr sz="1050" b="0">
                <a:solidFill>
                  <a:srgbClr val="8DE5CA"/>
                </a:solidFill>
                <a:latin typeface="Noto Sans KR"/>
                <a:ea typeface="Noto Sans KR"/>
                <a:cs typeface="Noto Sans KR"/>
              </a:defRPr>
            </a:lvl9pPr>
          </a:lstStyle>
          <a:p xmlns:a="http://schemas.openxmlformats.org/drawingml/2006/main">
            <a:pPr>
              <a:buNone/>
              <a:defRPr sz="1050" b="0">
                <a:solidFill>
                  <a:srgbClr val="8DE5CA"/>
                </a:solidFill>
                <a:latin typeface="Noto Sans KR"/>
                <a:ea typeface="Noto Sans KR"/>
                <a:cs typeface="Noto Sans KR"/>
              </a:defRPr>
            </a:pPr>
            <a:r>
              <a:rPr sz="1050" b="0">
                <a:solidFill>
                  <a:srgbClr val="8DE5CA"/>
                </a:solidFill>
                <a:latin typeface="Noto Sans KR"/>
                <a:ea typeface="Noto Sans KR"/>
                <a:cs typeface="Noto Sans KR"/>
              </a:rPr>
              <a:t>48</a:t>
            </a:r>
          </a:p>
        </p:txBody>
      </p:sp>
      <p:sp>
        <p:nvSpPr>
          <p:cNvPr id="4" name="">
            <a:extLst xmlns:a="http://schemas.openxmlformats.org/drawingml/2006/main">
              <a:ext uri="{FF2B5EF4-FFF2-40B4-BE49-F238E27FC236}">
                <a16:creationId xmlns:a16="http://schemas.microsoft.com/office/drawing/2014/main" id="{B0CB6D70-FE30-47FB-BAB3-6C8F9FF940E0}"/>
              </a:ext>
            </a:extLst>
          </p:cNvPr>
          <p:cNvSpPr>
            <a:spLocks xmlns:a="http://schemas.openxmlformats.org/drawingml/2006/main" noGrp="1"/>
          </p:cNvSpPr>
          <p:nvPr/>
        </p:nvSpPr>
        <p:spPr>
          <a:xfrm xmlns:a="http://schemas.openxmlformats.org/drawingml/2006/main">
            <a:off x="571500"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EBBF3"/>
                </a:solidFill>
                <a:latin typeface="Noto Sans KR"/>
                <a:ea typeface="Noto Sans KR"/>
                <a:cs typeface="Noto Sans KR"/>
              </a:defRPr>
            </a:defPPr>
            <a:lvl1pPr>
              <a:buNone/>
              <a:defRPr sz="1275" b="1">
                <a:solidFill>
                  <a:srgbClr val="8EBBF3"/>
                </a:solidFill>
                <a:latin typeface="Noto Sans KR"/>
                <a:ea typeface="Noto Sans KR"/>
                <a:cs typeface="Noto Sans KR"/>
              </a:defRPr>
            </a:lvl1pPr>
            <a:lvl2pPr>
              <a:buNone/>
              <a:defRPr sz="1275" b="1">
                <a:solidFill>
                  <a:srgbClr val="8EBBF3"/>
                </a:solidFill>
                <a:latin typeface="Noto Sans KR"/>
                <a:ea typeface="Noto Sans KR"/>
                <a:cs typeface="Noto Sans KR"/>
              </a:defRPr>
            </a:lvl2pPr>
            <a:lvl3pPr>
              <a:buNone/>
              <a:defRPr sz="1275" b="1">
                <a:solidFill>
                  <a:srgbClr val="8EBBF3"/>
                </a:solidFill>
                <a:latin typeface="Noto Sans KR"/>
                <a:ea typeface="Noto Sans KR"/>
                <a:cs typeface="Noto Sans KR"/>
              </a:defRPr>
            </a:lvl3pPr>
            <a:lvl4pPr>
              <a:buNone/>
              <a:defRPr sz="1275" b="1">
                <a:solidFill>
                  <a:srgbClr val="8EBBF3"/>
                </a:solidFill>
                <a:latin typeface="Noto Sans KR"/>
                <a:ea typeface="Noto Sans KR"/>
                <a:cs typeface="Noto Sans KR"/>
              </a:defRPr>
            </a:lvl4pPr>
            <a:lvl5pPr>
              <a:buNone/>
              <a:defRPr sz="1275" b="1">
                <a:solidFill>
                  <a:srgbClr val="8EBBF3"/>
                </a:solidFill>
                <a:latin typeface="Noto Sans KR"/>
                <a:ea typeface="Noto Sans KR"/>
                <a:cs typeface="Noto Sans KR"/>
              </a:defRPr>
            </a:lvl5pPr>
            <a:lvl6pPr>
              <a:buNone/>
              <a:defRPr sz="1275" b="1">
                <a:solidFill>
                  <a:srgbClr val="8EBBF3"/>
                </a:solidFill>
                <a:latin typeface="Noto Sans KR"/>
                <a:ea typeface="Noto Sans KR"/>
                <a:cs typeface="Noto Sans KR"/>
              </a:defRPr>
            </a:lvl6pPr>
            <a:lvl7pPr>
              <a:buNone/>
              <a:defRPr sz="1275" b="1">
                <a:solidFill>
                  <a:srgbClr val="8EBBF3"/>
                </a:solidFill>
                <a:latin typeface="Noto Sans KR"/>
                <a:ea typeface="Noto Sans KR"/>
                <a:cs typeface="Noto Sans KR"/>
              </a:defRPr>
            </a:lvl7pPr>
            <a:lvl8pPr>
              <a:buNone/>
              <a:defRPr sz="1275" b="1">
                <a:solidFill>
                  <a:srgbClr val="8EBBF3"/>
                </a:solidFill>
                <a:latin typeface="Noto Sans KR"/>
                <a:ea typeface="Noto Sans KR"/>
                <a:cs typeface="Noto Sans KR"/>
              </a:defRPr>
            </a:lvl8pPr>
            <a:lvl9pPr>
              <a:buNone/>
              <a:defRPr sz="1275" b="1">
                <a:solidFill>
                  <a:srgbClr val="8EBBF3"/>
                </a:solidFill>
                <a:latin typeface="Noto Sans KR"/>
                <a:ea typeface="Noto Sans KR"/>
                <a:cs typeface="Noto Sans KR"/>
              </a:defRPr>
            </a:lvl9pPr>
          </a:lstStyle>
          <a:p xmlns:a="http://schemas.openxmlformats.org/drawingml/2006/main">
            <a:pPr>
              <a:buNone/>
              <a:defRPr sz="1275" b="1">
                <a:solidFill>
                  <a:srgbClr val="8EBBF3"/>
                </a:solidFill>
                <a:latin typeface="Noto Sans KR"/>
                <a:ea typeface="Noto Sans KR"/>
                <a:cs typeface="Noto Sans KR"/>
              </a:defRPr>
            </a:pPr>
            <a:r>
              <a:rPr sz="1275" b="1">
                <a:solidFill>
                  <a:srgbClr val="8EBBF3"/>
                </a:solidFill>
                <a:latin typeface="Noto Sans KR"/>
                <a:ea typeface="Noto Sans KR"/>
                <a:cs typeface="Noto Sans KR"/>
              </a:rPr>
              <a:t>문서가 들어오면 미리 준비</a:t>
            </a:r>
          </a:p>
        </p:txBody>
      </p:sp>
      <p:sp>
        <p:nvSpPr>
          <p:cNvPr id="5" name="">
            <a:extLst xmlns:a="http://schemas.openxmlformats.org/drawingml/2006/main">
              <a:ext uri="{FF2B5EF4-FFF2-40B4-BE49-F238E27FC236}">
                <a16:creationId xmlns:a16="http://schemas.microsoft.com/office/drawing/2014/main" id="{E31DCB46-5042-4B21-8313-5F0F4357B191}"/>
              </a:ext>
            </a:extLst>
          </p:cNvPr>
          <p:cNvSpPr>
            <a:spLocks xmlns:a="http://schemas.openxmlformats.org/drawingml/2006/main" noGrp="1"/>
          </p:cNvSpPr>
          <p:nvPr/>
        </p:nvSpPr>
        <p:spPr>
          <a:xfrm xmlns:a="http://schemas.openxmlformats.org/drawingml/2006/main">
            <a:off x="571500"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원문을 나누고 벡터로 변환</a:t>
            </a:r>
          </a:p>
        </p:txBody>
      </p:sp>
      <p:sp>
        <p:nvSpPr>
          <p:cNvPr id="6" name="">
            <a:extLst xmlns:a="http://schemas.openxmlformats.org/drawingml/2006/main">
              <a:ext uri="{FF2B5EF4-FFF2-40B4-BE49-F238E27FC236}">
                <a16:creationId xmlns:a16="http://schemas.microsoft.com/office/drawing/2014/main" id="{B397C984-D973-461A-BB97-AC484F8E214E}"/>
              </a:ext>
            </a:extLst>
          </p:cNvPr>
          <p:cNvSpPr>
            <a:spLocks xmlns:a="http://schemas.openxmlformats.org/drawingml/2006/main" noGrp="1"/>
          </p:cNvSpPr>
          <p:nvPr/>
        </p:nvSpPr>
        <p:spPr>
          <a:xfrm xmlns:a="http://schemas.openxmlformats.org/drawingml/2006/main">
            <a:off x="571500"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비슷한 문서 조각을 묶기</a:t>
            </a:r>
          </a:p>
        </p:txBody>
      </p:sp>
      <p:sp>
        <p:nvSpPr>
          <p:cNvPr id="8" name="">
            <a:extLst xmlns:a="http://schemas.openxmlformats.org/drawingml/2006/main">
              <a:ext uri="{FF2B5EF4-FFF2-40B4-BE49-F238E27FC236}">
                <a16:creationId xmlns:a16="http://schemas.microsoft.com/office/drawing/2014/main" id="{382FCA02-CC2C-4A40-8A6F-19E780A27BAE}"/>
              </a:ext>
            </a:extLst>
          </p:cNvPr>
          <p:cNvSpPr>
            <a:spLocks xmlns:a="http://schemas.openxmlformats.org/drawingml/2006/main" noGrp="1"/>
          </p:cNvSpPr>
          <p:nvPr/>
        </p:nvSpPr>
        <p:spPr>
          <a:xfrm xmlns:a="http://schemas.openxmlformats.org/drawingml/2006/main">
            <a:off x="571500"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묶음마다 요약문 작성</a:t>
            </a:r>
          </a:p>
        </p:txBody>
      </p:sp>
      <p:sp>
        <p:nvSpPr>
          <p:cNvPr id="10" name="">
            <a:extLst xmlns:a="http://schemas.openxmlformats.org/drawingml/2006/main">
              <a:ext uri="{FF2B5EF4-FFF2-40B4-BE49-F238E27FC236}">
                <a16:creationId xmlns:a16="http://schemas.microsoft.com/office/drawing/2014/main" id="{4E6CDCC6-B506-49FA-BAF3-4D8FFBB3C0F0}"/>
              </a:ext>
            </a:extLst>
          </p:cNvPr>
          <p:cNvSpPr>
            <a:spLocks xmlns:a="http://schemas.openxmlformats.org/drawingml/2006/main" noGrp="1"/>
          </p:cNvSpPr>
          <p:nvPr/>
        </p:nvSpPr>
        <p:spPr>
          <a:xfrm xmlns:a="http://schemas.openxmlformats.org/drawingml/2006/main">
            <a:off x="571500"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요약을 다시 묶고 요약</a:t>
            </a:r>
          </a:p>
        </p:txBody>
      </p:sp>
      <p:sp>
        <p:nvSpPr>
          <p:cNvPr id="12" name="">
            <a:extLst xmlns:a="http://schemas.openxmlformats.org/drawingml/2006/main">
              <a:ext uri="{FF2B5EF4-FFF2-40B4-BE49-F238E27FC236}">
                <a16:creationId xmlns:a16="http://schemas.microsoft.com/office/drawing/2014/main" id="{BA65E24B-B5F2-43C2-BDAA-04E5D4EC7532}"/>
              </a:ext>
            </a:extLst>
          </p:cNvPr>
          <p:cNvSpPr>
            <a:spLocks xmlns:a="http://schemas.openxmlformats.org/drawingml/2006/main" noGrp="1"/>
          </p:cNvSpPr>
          <p:nvPr/>
        </p:nvSpPr>
        <p:spPr>
          <a:xfrm xmlns:a="http://schemas.openxmlformats.org/drawingml/2006/main">
            <a:off x="571500"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원문과 여러 층의 요약 저장</a:t>
            </a:r>
          </a:p>
        </p:txBody>
      </p:sp>
      <p:sp>
        <p:nvSpPr>
          <p:cNvPr id="14" name="">
            <a:extLst xmlns:a="http://schemas.openxmlformats.org/drawingml/2006/main">
              <a:ext uri="{FF2B5EF4-FFF2-40B4-BE49-F238E27FC236}">
                <a16:creationId xmlns:a16="http://schemas.microsoft.com/office/drawing/2014/main" id="{3F60E42A-E116-421B-8FFA-FCC9D6741B59}"/>
              </a:ext>
            </a:extLst>
          </p:cNvPr>
          <p:cNvSpPr>
            <a:spLocks xmlns:a="http://schemas.openxmlformats.org/drawingml/2006/main" noGrp="1"/>
          </p:cNvSpPr>
          <p:nvPr/>
        </p:nvSpPr>
        <p:spPr>
          <a:xfrm xmlns:a="http://schemas.openxmlformats.org/drawingml/2006/main">
            <a:off x="6524625"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DE5CA"/>
                </a:solidFill>
                <a:latin typeface="Noto Sans KR"/>
                <a:ea typeface="Noto Sans KR"/>
                <a:cs typeface="Noto Sans KR"/>
              </a:defRPr>
            </a:defPPr>
            <a:lvl1pPr>
              <a:buNone/>
              <a:defRPr sz="1275" b="1">
                <a:solidFill>
                  <a:srgbClr val="8DE5CA"/>
                </a:solidFill>
                <a:latin typeface="Noto Sans KR"/>
                <a:ea typeface="Noto Sans KR"/>
                <a:cs typeface="Noto Sans KR"/>
              </a:defRPr>
            </a:lvl1pPr>
            <a:lvl2pPr>
              <a:buNone/>
              <a:defRPr sz="1275" b="1">
                <a:solidFill>
                  <a:srgbClr val="8DE5CA"/>
                </a:solidFill>
                <a:latin typeface="Noto Sans KR"/>
                <a:ea typeface="Noto Sans KR"/>
                <a:cs typeface="Noto Sans KR"/>
              </a:defRPr>
            </a:lvl2pPr>
            <a:lvl3pPr>
              <a:buNone/>
              <a:defRPr sz="1275" b="1">
                <a:solidFill>
                  <a:srgbClr val="8DE5CA"/>
                </a:solidFill>
                <a:latin typeface="Noto Sans KR"/>
                <a:ea typeface="Noto Sans KR"/>
                <a:cs typeface="Noto Sans KR"/>
              </a:defRPr>
            </a:lvl3pPr>
            <a:lvl4pPr>
              <a:buNone/>
              <a:defRPr sz="1275" b="1">
                <a:solidFill>
                  <a:srgbClr val="8DE5CA"/>
                </a:solidFill>
                <a:latin typeface="Noto Sans KR"/>
                <a:ea typeface="Noto Sans KR"/>
                <a:cs typeface="Noto Sans KR"/>
              </a:defRPr>
            </a:lvl4pPr>
            <a:lvl5pPr>
              <a:buNone/>
              <a:defRPr sz="1275" b="1">
                <a:solidFill>
                  <a:srgbClr val="8DE5CA"/>
                </a:solidFill>
                <a:latin typeface="Noto Sans KR"/>
                <a:ea typeface="Noto Sans KR"/>
                <a:cs typeface="Noto Sans KR"/>
              </a:defRPr>
            </a:lvl5pPr>
            <a:lvl6pPr>
              <a:buNone/>
              <a:defRPr sz="1275" b="1">
                <a:solidFill>
                  <a:srgbClr val="8DE5CA"/>
                </a:solidFill>
                <a:latin typeface="Noto Sans KR"/>
                <a:ea typeface="Noto Sans KR"/>
                <a:cs typeface="Noto Sans KR"/>
              </a:defRPr>
            </a:lvl6pPr>
            <a:lvl7pPr>
              <a:buNone/>
              <a:defRPr sz="1275" b="1">
                <a:solidFill>
                  <a:srgbClr val="8DE5CA"/>
                </a:solidFill>
                <a:latin typeface="Noto Sans KR"/>
                <a:ea typeface="Noto Sans KR"/>
                <a:cs typeface="Noto Sans KR"/>
              </a:defRPr>
            </a:lvl7pPr>
            <a:lvl8pPr>
              <a:buNone/>
              <a:defRPr sz="1275" b="1">
                <a:solidFill>
                  <a:srgbClr val="8DE5CA"/>
                </a:solidFill>
                <a:latin typeface="Noto Sans KR"/>
                <a:ea typeface="Noto Sans KR"/>
                <a:cs typeface="Noto Sans KR"/>
              </a:defRPr>
            </a:lvl8pPr>
            <a:lvl9pPr>
              <a:buNone/>
              <a:defRPr sz="1275" b="1">
                <a:solidFill>
                  <a:srgbClr val="8DE5CA"/>
                </a:solidFill>
                <a:latin typeface="Noto Sans KR"/>
                <a:ea typeface="Noto Sans KR"/>
                <a:cs typeface="Noto Sans KR"/>
              </a:defRPr>
            </a:lvl9pPr>
          </a:lstStyle>
          <a:p xmlns:a="http://schemas.openxmlformats.org/drawingml/2006/main">
            <a:pPr>
              <a:buNone/>
              <a:defRPr sz="1275" b="1">
                <a:solidFill>
                  <a:srgbClr val="8DE5CA"/>
                </a:solidFill>
                <a:latin typeface="Noto Sans KR"/>
                <a:ea typeface="Noto Sans KR"/>
                <a:cs typeface="Noto Sans KR"/>
              </a:defRPr>
            </a:pPr>
            <a:r>
              <a:rPr sz="1275" b="1">
                <a:solidFill>
                  <a:srgbClr val="8DE5CA"/>
                </a:solidFill>
                <a:latin typeface="Noto Sans KR"/>
                <a:ea typeface="Noto Sans KR"/>
                <a:cs typeface="Noto Sans KR"/>
              </a:rPr>
              <a:t>질문이 오면 검색하고 답변</a:t>
            </a:r>
          </a:p>
        </p:txBody>
      </p:sp>
      <p:sp>
        <p:nvSpPr>
          <p:cNvPr id="15" name="">
            <a:extLst xmlns:a="http://schemas.openxmlformats.org/drawingml/2006/main">
              <a:ext uri="{FF2B5EF4-FFF2-40B4-BE49-F238E27FC236}">
                <a16:creationId xmlns:a16="http://schemas.microsoft.com/office/drawing/2014/main" id="{5269E313-80A8-436C-9A95-31996E4541A7}"/>
              </a:ext>
            </a:extLst>
          </p:cNvPr>
          <p:cNvSpPr>
            <a:spLocks xmlns:a="http://schemas.openxmlformats.org/drawingml/2006/main" noGrp="1"/>
          </p:cNvSpPr>
          <p:nvPr/>
        </p:nvSpPr>
        <p:spPr>
          <a:xfrm xmlns:a="http://schemas.openxmlformats.org/drawingml/2006/main">
            <a:off x="6524625"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질문을 벡터로 변환</a:t>
            </a:r>
          </a:p>
        </p:txBody>
      </p:sp>
      <p:sp>
        <p:nvSpPr>
          <p:cNvPr id="16" name="">
            <a:extLst xmlns:a="http://schemas.openxmlformats.org/drawingml/2006/main">
              <a:ext uri="{FF2B5EF4-FFF2-40B4-BE49-F238E27FC236}">
                <a16:creationId xmlns:a16="http://schemas.microsoft.com/office/drawing/2014/main" id="{58D5A363-D4A2-432A-AB1E-ACAA51380296}"/>
              </a:ext>
            </a:extLst>
          </p:cNvPr>
          <p:cNvSpPr>
            <a:spLocks xmlns:a="http://schemas.openxmlformats.org/drawingml/2006/main" noGrp="1"/>
          </p:cNvSpPr>
          <p:nvPr/>
        </p:nvSpPr>
        <p:spPr>
          <a:xfrm xmlns:a="http://schemas.openxmlformats.org/drawingml/2006/main">
            <a:off x="6524625"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질문과 맞는 층·노드 찾기</a:t>
            </a:r>
          </a:p>
        </p:txBody>
      </p:sp>
      <p:sp>
        <p:nvSpPr>
          <p:cNvPr id="18" name="">
            <a:extLst xmlns:a="http://schemas.openxmlformats.org/drawingml/2006/main">
              <a:ext uri="{FF2B5EF4-FFF2-40B4-BE49-F238E27FC236}">
                <a16:creationId xmlns:a16="http://schemas.microsoft.com/office/drawing/2014/main" id="{39FD05B6-A4E8-442D-8231-A1C2979CCB06}"/>
              </a:ext>
            </a:extLst>
          </p:cNvPr>
          <p:cNvSpPr>
            <a:spLocks xmlns:a="http://schemas.openxmlformats.org/drawingml/2006/main" noGrp="1"/>
          </p:cNvSpPr>
          <p:nvPr/>
        </p:nvSpPr>
        <p:spPr>
          <a:xfrm xmlns:a="http://schemas.openxmlformats.org/drawingml/2006/main">
            <a:off x="6524625"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관련 원문과 요약 선택</a:t>
            </a:r>
          </a:p>
        </p:txBody>
      </p:sp>
      <p:sp>
        <p:nvSpPr>
          <p:cNvPr id="20" name="">
            <a:extLst xmlns:a="http://schemas.openxmlformats.org/drawingml/2006/main">
              <a:ext uri="{FF2B5EF4-FFF2-40B4-BE49-F238E27FC236}">
                <a16:creationId xmlns:a16="http://schemas.microsoft.com/office/drawing/2014/main" id="{E5020E26-4CF1-4940-AD94-8E6B826533C7}"/>
              </a:ext>
            </a:extLst>
          </p:cNvPr>
          <p:cNvSpPr>
            <a:spLocks xmlns:a="http://schemas.openxmlformats.org/drawingml/2006/main" noGrp="1"/>
          </p:cNvSpPr>
          <p:nvPr/>
        </p:nvSpPr>
        <p:spPr>
          <a:xfrm xmlns:a="http://schemas.openxmlformats.org/drawingml/2006/main">
            <a:off x="6524625"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필요한 내용을 함께 모으기</a:t>
            </a:r>
          </a:p>
        </p:txBody>
      </p:sp>
      <p:sp>
        <p:nvSpPr>
          <p:cNvPr id="22" name="">
            <a:extLst xmlns:a="http://schemas.openxmlformats.org/drawingml/2006/main">
              <a:ext uri="{FF2B5EF4-FFF2-40B4-BE49-F238E27FC236}">
                <a16:creationId xmlns:a16="http://schemas.microsoft.com/office/drawing/2014/main" id="{788F9C55-96BD-4629-A35F-032DDF1B1383}"/>
              </a:ext>
            </a:extLst>
          </p:cNvPr>
          <p:cNvSpPr>
            <a:spLocks xmlns:a="http://schemas.openxmlformats.org/drawingml/2006/main" noGrp="1"/>
          </p:cNvSpPr>
          <p:nvPr/>
        </p:nvSpPr>
        <p:spPr>
          <a:xfrm xmlns:a="http://schemas.openxmlformats.org/drawingml/2006/main">
            <a:off x="6524625"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근거를 읽고 답변 작성</a:t>
            </a:r>
          </a:p>
        </p:txBody>
      </p:sp>
      <p:sp>
        <p:nvSpPr>
          <p:cNvPr id="24" name="">
            <a:extLst xmlns:a="http://schemas.openxmlformats.org/drawingml/2006/main">
              <a:ext uri="{FF2B5EF4-FFF2-40B4-BE49-F238E27FC236}">
                <a16:creationId xmlns:a16="http://schemas.microsoft.com/office/drawing/2014/main" id="{EBC9CEE1-E4A8-4AA4-BB9A-13733BF2D23F}"/>
              </a:ext>
            </a:extLst>
          </p:cNvPr>
          <p:cNvSpPr>
            <a:spLocks xmlns:a="http://schemas.openxmlformats.org/drawingml/2006/main" noGrp="1"/>
          </p:cNvSpPr>
          <p:nvPr/>
        </p:nvSpPr>
        <p:spPr>
          <a:xfrm xmlns:a="http://schemas.openxmlformats.org/drawingml/2006/main">
            <a:off x="571500" y="5734050"/>
            <a:ext cx="1095375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9BB4C0"/>
                </a:solidFill>
                <a:latin typeface="Noto Sans KR"/>
                <a:ea typeface="Noto Sans KR"/>
                <a:cs typeface="Noto Sans KR"/>
              </a:defRPr>
            </a:defPPr>
            <a:lvl1pPr>
              <a:buNone/>
              <a:defRPr sz="1200" b="0">
                <a:solidFill>
                  <a:srgbClr val="9BB4C0"/>
                </a:solidFill>
                <a:latin typeface="Noto Sans KR"/>
                <a:ea typeface="Noto Sans KR"/>
                <a:cs typeface="Noto Sans KR"/>
              </a:defRPr>
            </a:lvl1pPr>
            <a:lvl2pPr>
              <a:buNone/>
              <a:defRPr sz="1200" b="0">
                <a:solidFill>
                  <a:srgbClr val="9BB4C0"/>
                </a:solidFill>
                <a:latin typeface="Noto Sans KR"/>
                <a:ea typeface="Noto Sans KR"/>
                <a:cs typeface="Noto Sans KR"/>
              </a:defRPr>
            </a:lvl2pPr>
            <a:lvl3pPr>
              <a:buNone/>
              <a:defRPr sz="1200" b="0">
                <a:solidFill>
                  <a:srgbClr val="9BB4C0"/>
                </a:solidFill>
                <a:latin typeface="Noto Sans KR"/>
                <a:ea typeface="Noto Sans KR"/>
                <a:cs typeface="Noto Sans KR"/>
              </a:defRPr>
            </a:lvl3pPr>
            <a:lvl4pPr>
              <a:buNone/>
              <a:defRPr sz="1200" b="0">
                <a:solidFill>
                  <a:srgbClr val="9BB4C0"/>
                </a:solidFill>
                <a:latin typeface="Noto Sans KR"/>
                <a:ea typeface="Noto Sans KR"/>
                <a:cs typeface="Noto Sans KR"/>
              </a:defRPr>
            </a:lvl4pPr>
            <a:lvl5pPr>
              <a:buNone/>
              <a:defRPr sz="1200" b="0">
                <a:solidFill>
                  <a:srgbClr val="9BB4C0"/>
                </a:solidFill>
                <a:latin typeface="Noto Sans KR"/>
                <a:ea typeface="Noto Sans KR"/>
                <a:cs typeface="Noto Sans KR"/>
              </a:defRPr>
            </a:lvl5pPr>
            <a:lvl6pPr>
              <a:buNone/>
              <a:defRPr sz="1200" b="0">
                <a:solidFill>
                  <a:srgbClr val="9BB4C0"/>
                </a:solidFill>
                <a:latin typeface="Noto Sans KR"/>
                <a:ea typeface="Noto Sans KR"/>
                <a:cs typeface="Noto Sans KR"/>
              </a:defRPr>
            </a:lvl6pPr>
            <a:lvl7pPr>
              <a:buNone/>
              <a:defRPr sz="1200" b="0">
                <a:solidFill>
                  <a:srgbClr val="9BB4C0"/>
                </a:solidFill>
                <a:latin typeface="Noto Sans KR"/>
                <a:ea typeface="Noto Sans KR"/>
                <a:cs typeface="Noto Sans KR"/>
              </a:defRPr>
            </a:lvl7pPr>
            <a:lvl8pPr>
              <a:buNone/>
              <a:defRPr sz="1200" b="0">
                <a:solidFill>
                  <a:srgbClr val="9BB4C0"/>
                </a:solidFill>
                <a:latin typeface="Noto Sans KR"/>
                <a:ea typeface="Noto Sans KR"/>
                <a:cs typeface="Noto Sans KR"/>
              </a:defRPr>
            </a:lvl8pPr>
            <a:lvl9pPr>
              <a:buNone/>
              <a:defRPr sz="1200" b="0">
                <a:solidFill>
                  <a:srgbClr val="9BB4C0"/>
                </a:solidFill>
                <a:latin typeface="Noto Sans KR"/>
                <a:ea typeface="Noto Sans KR"/>
                <a:cs typeface="Noto Sans KR"/>
              </a:defRPr>
            </a:lvl9pPr>
          </a:lstStyle>
          <a:p xmlns:a="http://schemas.openxmlformats.org/drawingml/2006/main">
            <a:pPr>
              <a:buNone/>
              <a:defRPr sz="1200" b="0">
                <a:solidFill>
                  <a:srgbClr val="9BB4C0"/>
                </a:solidFill>
                <a:latin typeface="Noto Sans KR"/>
                <a:ea typeface="Noto Sans KR"/>
                <a:cs typeface="Noto Sans KR"/>
              </a:defRPr>
            </a:pPr>
            <a:r>
              <a:rPr sz="1200" b="0">
                <a:solidFill>
                  <a:srgbClr val="9BB4C0"/>
                </a:solidFill>
                <a:latin typeface="Noto Sans KR"/>
                <a:ea typeface="Noto Sans KR"/>
                <a:cs typeface="Noto Sans KR"/>
              </a:rPr>
              <a:t>웹 실습은 핵심 흐름을 보여 주는 축소 예제입니다. 원 논문과의 차이는 발표자 노트를 참고해 주세요.</a:t>
            </a:r>
          </a:p>
        </p:txBody>
      </p:sp>
    </p:spTree>
    <p:extLst>
      <p:ext uri="{BB962C8B-B14F-4D97-AF65-F5344CB8AC3E}">
        <p14:creationId xmlns:p14="http://schemas.microsoft.com/office/powerpoint/2010/main" val="1158298948"/>
      </p:ext>
    </p:extLst>
  </p:cSld>
</p:sld>
</file>

<file path=ppt/slides/slide49.xml><?xml version="1.0" encoding="utf-8"?>
<p:sld xmlns:p="http://schemas.openxmlformats.org/presentationml/2006/main">
  <p:cSld>
    <p:bg>
      <p:bgPr>
        <a:solidFill xmlns:a="http://schemas.openxmlformats.org/drawingml/2006/main">
          <a:srgbClr val="071824"/>
        </a:solidFill>
      </p:bgPr>
    </p:bg>
    <p:spTree>
      <p:nvGrpSpPr>
        <p:cNvPr id="1" name=""/>
        <p:cNvGrpSpPr/>
        <p:nvPr/>
      </p:nvGrpSpPr>
      <p:grpSpPr>
        <a:xfrm xmlns:a="http://schemas.openxmlformats.org/drawingml/2006/main"/>
      </p:grpSpPr>
      <p:cxnSp>
        <p:nvCxnSpPr>
          <p:cNvPr id="23" name="">
            <a:extLst xmlns:a="http://schemas.openxmlformats.org/drawingml/2006/main">
              <a:ext uri="{FF2B5EF4-FFF2-40B4-BE49-F238E27FC236}">
                <a16:creationId xmlns:a16="http://schemas.microsoft.com/office/drawing/2014/main" id="{F4DDEA68-37D6-4AB2-8B37-B39E75904827}"/>
              </a:ext>
            </a:extLst>
          </p:cNvPr>
          <p:cNvCxnSpPr>
            <a:stCxn xmlns:a="http://schemas.openxmlformats.org/drawingml/2006/main" id="20" idx="2"/>
            <a:endCxn xmlns:a="http://schemas.openxmlformats.org/drawingml/2006/main" id="22" idx="0"/>
          </p:cNvCxnSpPr>
          <p:nvPr/>
        </p:nvCxnSpPr>
        <p:spPr>
          <a:xfrm xmlns:a="http://schemas.openxmlformats.org/drawingml/2006/main">
            <a:off x="9072563" y="463867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21" name="">
            <a:extLst xmlns:a="http://schemas.openxmlformats.org/drawingml/2006/main">
              <a:ext uri="{FF2B5EF4-FFF2-40B4-BE49-F238E27FC236}">
                <a16:creationId xmlns:a16="http://schemas.microsoft.com/office/drawing/2014/main" id="{E36CB07D-4B4E-4384-8469-3F5D94045D79}"/>
              </a:ext>
            </a:extLst>
          </p:cNvPr>
          <p:cNvCxnSpPr>
            <a:stCxn xmlns:a="http://schemas.openxmlformats.org/drawingml/2006/main" id="18" idx="2"/>
            <a:endCxn xmlns:a="http://schemas.openxmlformats.org/drawingml/2006/main" id="20" idx="0"/>
          </p:cNvCxnSpPr>
          <p:nvPr/>
        </p:nvCxnSpPr>
        <p:spPr>
          <a:xfrm xmlns:a="http://schemas.openxmlformats.org/drawingml/2006/main">
            <a:off x="9072563" y="398145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9" name="">
            <a:extLst xmlns:a="http://schemas.openxmlformats.org/drawingml/2006/main">
              <a:ext uri="{FF2B5EF4-FFF2-40B4-BE49-F238E27FC236}">
                <a16:creationId xmlns:a16="http://schemas.microsoft.com/office/drawing/2014/main" id="{80C7BFA0-B129-4B76-8E6E-1A723EA8BE5A}"/>
              </a:ext>
            </a:extLst>
          </p:cNvPr>
          <p:cNvCxnSpPr>
            <a:stCxn xmlns:a="http://schemas.openxmlformats.org/drawingml/2006/main" id="16" idx="2"/>
            <a:endCxn xmlns:a="http://schemas.openxmlformats.org/drawingml/2006/main" id="18" idx="0"/>
          </p:cNvCxnSpPr>
          <p:nvPr/>
        </p:nvCxnSpPr>
        <p:spPr>
          <a:xfrm xmlns:a="http://schemas.openxmlformats.org/drawingml/2006/main">
            <a:off x="9072563" y="332422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7" name="">
            <a:extLst xmlns:a="http://schemas.openxmlformats.org/drawingml/2006/main">
              <a:ext uri="{FF2B5EF4-FFF2-40B4-BE49-F238E27FC236}">
                <a16:creationId xmlns:a16="http://schemas.microsoft.com/office/drawing/2014/main" id="{32390D50-1A5F-40EB-AF5B-40855FCE2B2E}"/>
              </a:ext>
            </a:extLst>
          </p:cNvPr>
          <p:cNvCxnSpPr>
            <a:stCxn xmlns:a="http://schemas.openxmlformats.org/drawingml/2006/main" id="15" idx="2"/>
            <a:endCxn xmlns:a="http://schemas.openxmlformats.org/drawingml/2006/main" id="16" idx="0"/>
          </p:cNvCxnSpPr>
          <p:nvPr/>
        </p:nvCxnSpPr>
        <p:spPr>
          <a:xfrm xmlns:a="http://schemas.openxmlformats.org/drawingml/2006/main">
            <a:off x="9072563" y="266700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3" name="">
            <a:extLst xmlns:a="http://schemas.openxmlformats.org/drawingml/2006/main">
              <a:ext uri="{FF2B5EF4-FFF2-40B4-BE49-F238E27FC236}">
                <a16:creationId xmlns:a16="http://schemas.microsoft.com/office/drawing/2014/main" id="{2BA8CC4A-6C72-482B-945D-980C0A08E119}"/>
              </a:ext>
            </a:extLst>
          </p:cNvPr>
          <p:cNvCxnSpPr>
            <a:stCxn xmlns:a="http://schemas.openxmlformats.org/drawingml/2006/main" id="10" idx="2"/>
            <a:endCxn xmlns:a="http://schemas.openxmlformats.org/drawingml/2006/main" id="12" idx="0"/>
          </p:cNvCxnSpPr>
          <p:nvPr/>
        </p:nvCxnSpPr>
        <p:spPr>
          <a:xfrm xmlns:a="http://schemas.openxmlformats.org/drawingml/2006/main">
            <a:off x="3119438" y="463867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11" name="">
            <a:extLst xmlns:a="http://schemas.openxmlformats.org/drawingml/2006/main">
              <a:ext uri="{FF2B5EF4-FFF2-40B4-BE49-F238E27FC236}">
                <a16:creationId xmlns:a16="http://schemas.microsoft.com/office/drawing/2014/main" id="{7D7B486F-EC8D-47F2-8E70-134E6C31775D}"/>
              </a:ext>
            </a:extLst>
          </p:cNvPr>
          <p:cNvCxnSpPr>
            <a:stCxn xmlns:a="http://schemas.openxmlformats.org/drawingml/2006/main" id="8" idx="2"/>
            <a:endCxn xmlns:a="http://schemas.openxmlformats.org/drawingml/2006/main" id="10" idx="0"/>
          </p:cNvCxnSpPr>
          <p:nvPr/>
        </p:nvCxnSpPr>
        <p:spPr>
          <a:xfrm xmlns:a="http://schemas.openxmlformats.org/drawingml/2006/main">
            <a:off x="3119438" y="398145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9" name="">
            <a:extLst xmlns:a="http://schemas.openxmlformats.org/drawingml/2006/main">
              <a:ext uri="{FF2B5EF4-FFF2-40B4-BE49-F238E27FC236}">
                <a16:creationId xmlns:a16="http://schemas.microsoft.com/office/drawing/2014/main" id="{2C81073F-834B-4EE9-B778-2FD0F802ABFA}"/>
              </a:ext>
            </a:extLst>
          </p:cNvPr>
          <p:cNvCxnSpPr>
            <a:stCxn xmlns:a="http://schemas.openxmlformats.org/drawingml/2006/main" id="6" idx="2"/>
            <a:endCxn xmlns:a="http://schemas.openxmlformats.org/drawingml/2006/main" id="8" idx="0"/>
          </p:cNvCxnSpPr>
          <p:nvPr/>
        </p:nvCxnSpPr>
        <p:spPr>
          <a:xfrm xmlns:a="http://schemas.openxmlformats.org/drawingml/2006/main">
            <a:off x="3119438" y="332422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7" name="">
            <a:extLst xmlns:a="http://schemas.openxmlformats.org/drawingml/2006/main">
              <a:ext uri="{FF2B5EF4-FFF2-40B4-BE49-F238E27FC236}">
                <a16:creationId xmlns:a16="http://schemas.microsoft.com/office/drawing/2014/main" id="{3C675886-BCB2-4300-8D2C-435141380AA7}"/>
              </a:ext>
            </a:extLst>
          </p:cNvPr>
          <p:cNvCxnSpPr>
            <a:stCxn xmlns:a="http://schemas.openxmlformats.org/drawingml/2006/main" id="5" idx="2"/>
            <a:endCxn xmlns:a="http://schemas.openxmlformats.org/drawingml/2006/main" id="6" idx="0"/>
          </p:cNvCxnSpPr>
          <p:nvPr/>
        </p:nvCxnSpPr>
        <p:spPr>
          <a:xfrm xmlns:a="http://schemas.openxmlformats.org/drawingml/2006/main">
            <a:off x="3119438" y="266700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sp>
        <p:nvSpPr>
          <p:cNvPr id="25" name="">
            <a:extLst xmlns:a="http://schemas.openxmlformats.org/drawingml/2006/main">
              <a:ext uri="{FF2B5EF4-FFF2-40B4-BE49-F238E27FC236}">
                <a16:creationId xmlns:a16="http://schemas.microsoft.com/office/drawing/2014/main" id="{11152B90-611D-44B0-82B4-FD1CB4A6B7FF}"/>
              </a:ext>
            </a:extLst>
          </p:cNvPr>
          <p:cNvSpPr>
            <a:spLocks xmlns:a="http://schemas.openxmlformats.org/drawingml/2006/main" noGrp="1"/>
          </p:cNvSpPr>
          <p:nvPr/>
        </p:nvSpPr>
        <p:spPr>
          <a:xfrm xmlns:a="http://schemas.openxmlformats.org/drawingml/2006/main">
            <a:off x="571500" y="285750"/>
            <a:ext cx="10858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00" b="1">
                <a:solidFill>
                  <a:srgbClr val="8DE5CA"/>
                </a:solidFill>
                <a:latin typeface="Noto Sans KR"/>
                <a:ea typeface="Noto Sans KR"/>
                <a:cs typeface="Noto Sans KR"/>
              </a:defRPr>
            </a:defPPr>
            <a:lvl1pPr>
              <a:buNone/>
              <a:defRPr sz="900" b="1">
                <a:solidFill>
                  <a:srgbClr val="8DE5CA"/>
                </a:solidFill>
                <a:latin typeface="Noto Sans KR"/>
                <a:ea typeface="Noto Sans KR"/>
                <a:cs typeface="Noto Sans KR"/>
              </a:defRPr>
            </a:lvl1pPr>
            <a:lvl2pPr>
              <a:buNone/>
              <a:defRPr sz="900" b="1">
                <a:solidFill>
                  <a:srgbClr val="8DE5CA"/>
                </a:solidFill>
                <a:latin typeface="Noto Sans KR"/>
                <a:ea typeface="Noto Sans KR"/>
                <a:cs typeface="Noto Sans KR"/>
              </a:defRPr>
            </a:lvl2pPr>
            <a:lvl3pPr>
              <a:buNone/>
              <a:defRPr sz="900" b="1">
                <a:solidFill>
                  <a:srgbClr val="8DE5CA"/>
                </a:solidFill>
                <a:latin typeface="Noto Sans KR"/>
                <a:ea typeface="Noto Sans KR"/>
                <a:cs typeface="Noto Sans KR"/>
              </a:defRPr>
            </a:lvl3pPr>
            <a:lvl4pPr>
              <a:buNone/>
              <a:defRPr sz="900" b="1">
                <a:solidFill>
                  <a:srgbClr val="8DE5CA"/>
                </a:solidFill>
                <a:latin typeface="Noto Sans KR"/>
                <a:ea typeface="Noto Sans KR"/>
                <a:cs typeface="Noto Sans KR"/>
              </a:defRPr>
            </a:lvl4pPr>
            <a:lvl5pPr>
              <a:buNone/>
              <a:defRPr sz="900" b="1">
                <a:solidFill>
                  <a:srgbClr val="8DE5CA"/>
                </a:solidFill>
                <a:latin typeface="Noto Sans KR"/>
                <a:ea typeface="Noto Sans KR"/>
                <a:cs typeface="Noto Sans KR"/>
              </a:defRPr>
            </a:lvl5pPr>
            <a:lvl6pPr>
              <a:buNone/>
              <a:defRPr sz="900" b="1">
                <a:solidFill>
                  <a:srgbClr val="8DE5CA"/>
                </a:solidFill>
                <a:latin typeface="Noto Sans KR"/>
                <a:ea typeface="Noto Sans KR"/>
                <a:cs typeface="Noto Sans KR"/>
              </a:defRPr>
            </a:lvl6pPr>
            <a:lvl7pPr>
              <a:buNone/>
              <a:defRPr sz="900" b="1">
                <a:solidFill>
                  <a:srgbClr val="8DE5CA"/>
                </a:solidFill>
                <a:latin typeface="Noto Sans KR"/>
                <a:ea typeface="Noto Sans KR"/>
                <a:cs typeface="Noto Sans KR"/>
              </a:defRPr>
            </a:lvl7pPr>
            <a:lvl8pPr>
              <a:buNone/>
              <a:defRPr sz="900" b="1">
                <a:solidFill>
                  <a:srgbClr val="8DE5CA"/>
                </a:solidFill>
                <a:latin typeface="Noto Sans KR"/>
                <a:ea typeface="Noto Sans KR"/>
                <a:cs typeface="Noto Sans KR"/>
              </a:defRPr>
            </a:lvl8pPr>
            <a:lvl9pPr>
              <a:buNone/>
              <a:defRPr sz="900" b="1">
                <a:solidFill>
                  <a:srgbClr val="8DE5CA"/>
                </a:solidFill>
                <a:latin typeface="Noto Sans KR"/>
                <a:ea typeface="Noto Sans KR"/>
                <a:cs typeface="Noto Sans KR"/>
              </a:defRPr>
            </a:lvl9pPr>
          </a:lstStyle>
          <a:p xmlns:a="http://schemas.openxmlformats.org/drawingml/2006/main">
            <a:pPr>
              <a:buNone/>
              <a:defRPr sz="900" b="1">
                <a:solidFill>
                  <a:srgbClr val="8DE5CA"/>
                </a:solidFill>
                <a:latin typeface="Noto Sans KR"/>
                <a:ea typeface="Noto Sans KR"/>
                <a:cs typeface="Noto Sans KR"/>
              </a:defRPr>
            </a:pPr>
            <a:r>
              <a:rPr sz="900" b="1">
                <a:solidFill>
                  <a:srgbClr val="8DE5CA"/>
                </a:solidFill>
                <a:latin typeface="Noto Sans KR"/>
                <a:ea typeface="Noto Sans KR"/>
                <a:cs typeface="Noto Sans KR"/>
              </a:rPr>
              <a:t>PAPER ARCHITECTURE / GRAPHRAG</a:t>
            </a:r>
          </a:p>
        </p:txBody>
      </p:sp>
      <p:sp>
        <p:nvSpPr>
          <p:cNvPr id="2" name="">
            <a:extLst xmlns:a="http://schemas.openxmlformats.org/drawingml/2006/main">
              <a:ext uri="{FF2B5EF4-FFF2-40B4-BE49-F238E27FC236}">
                <a16:creationId xmlns:a16="http://schemas.microsoft.com/office/drawing/2014/main" id="{47D09AC4-0138-4C6E-B59D-5248EAB3B378}"/>
              </a:ext>
            </a:extLst>
          </p:cNvPr>
          <p:cNvSpPr>
            <a:spLocks xmlns:a="http://schemas.openxmlformats.org/drawingml/2006/main" noGrp="1"/>
          </p:cNvSpPr>
          <p:nvPr/>
        </p:nvSpPr>
        <p:spPr>
          <a:xfrm xmlns:a="http://schemas.openxmlformats.org/drawingml/2006/main">
            <a:off x="571500" y="762000"/>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850" b="1">
                <a:solidFill>
                  <a:srgbClr val="EAF5F3"/>
                </a:solidFill>
                <a:latin typeface="Noto Sans KR"/>
                <a:ea typeface="Noto Sans KR"/>
                <a:cs typeface="Noto Sans KR"/>
              </a:defRPr>
            </a:defPPr>
            <a:lvl1pPr>
              <a:buNone/>
              <a:defRPr sz="2850" b="1">
                <a:solidFill>
                  <a:srgbClr val="EAF5F3"/>
                </a:solidFill>
                <a:latin typeface="Noto Sans KR"/>
                <a:ea typeface="Noto Sans KR"/>
                <a:cs typeface="Noto Sans KR"/>
              </a:defRPr>
            </a:lvl1pPr>
            <a:lvl2pPr>
              <a:buNone/>
              <a:defRPr sz="2850" b="1">
                <a:solidFill>
                  <a:srgbClr val="EAF5F3"/>
                </a:solidFill>
                <a:latin typeface="Noto Sans KR"/>
                <a:ea typeface="Noto Sans KR"/>
                <a:cs typeface="Noto Sans KR"/>
              </a:defRPr>
            </a:lvl2pPr>
            <a:lvl3pPr>
              <a:buNone/>
              <a:defRPr sz="2850" b="1">
                <a:solidFill>
                  <a:srgbClr val="EAF5F3"/>
                </a:solidFill>
                <a:latin typeface="Noto Sans KR"/>
                <a:ea typeface="Noto Sans KR"/>
                <a:cs typeface="Noto Sans KR"/>
              </a:defRPr>
            </a:lvl3pPr>
            <a:lvl4pPr>
              <a:buNone/>
              <a:defRPr sz="2850" b="1">
                <a:solidFill>
                  <a:srgbClr val="EAF5F3"/>
                </a:solidFill>
                <a:latin typeface="Noto Sans KR"/>
                <a:ea typeface="Noto Sans KR"/>
                <a:cs typeface="Noto Sans KR"/>
              </a:defRPr>
            </a:lvl4pPr>
            <a:lvl5pPr>
              <a:buNone/>
              <a:defRPr sz="2850" b="1">
                <a:solidFill>
                  <a:srgbClr val="EAF5F3"/>
                </a:solidFill>
                <a:latin typeface="Noto Sans KR"/>
                <a:ea typeface="Noto Sans KR"/>
                <a:cs typeface="Noto Sans KR"/>
              </a:defRPr>
            </a:lvl5pPr>
            <a:lvl6pPr>
              <a:buNone/>
              <a:defRPr sz="2850" b="1">
                <a:solidFill>
                  <a:srgbClr val="EAF5F3"/>
                </a:solidFill>
                <a:latin typeface="Noto Sans KR"/>
                <a:ea typeface="Noto Sans KR"/>
                <a:cs typeface="Noto Sans KR"/>
              </a:defRPr>
            </a:lvl6pPr>
            <a:lvl7pPr>
              <a:buNone/>
              <a:defRPr sz="2850" b="1">
                <a:solidFill>
                  <a:srgbClr val="EAF5F3"/>
                </a:solidFill>
                <a:latin typeface="Noto Sans KR"/>
                <a:ea typeface="Noto Sans KR"/>
                <a:cs typeface="Noto Sans KR"/>
              </a:defRPr>
            </a:lvl7pPr>
            <a:lvl8pPr>
              <a:buNone/>
              <a:defRPr sz="2850" b="1">
                <a:solidFill>
                  <a:srgbClr val="EAF5F3"/>
                </a:solidFill>
                <a:latin typeface="Noto Sans KR"/>
                <a:ea typeface="Noto Sans KR"/>
                <a:cs typeface="Noto Sans KR"/>
              </a:defRPr>
            </a:lvl8pPr>
            <a:lvl9pPr>
              <a:buNone/>
              <a:defRPr sz="2850" b="1">
                <a:solidFill>
                  <a:srgbClr val="EAF5F3"/>
                </a:solidFill>
                <a:latin typeface="Noto Sans KR"/>
                <a:ea typeface="Noto Sans KR"/>
                <a:cs typeface="Noto Sans KR"/>
              </a:defRPr>
            </a:lvl9pPr>
          </a:lstStyle>
          <a:p xmlns:a="http://schemas.openxmlformats.org/drawingml/2006/main">
            <a:pPr>
              <a:buNone/>
              <a:defRPr sz="2850" b="1">
                <a:solidFill>
                  <a:srgbClr val="EAF5F3"/>
                </a:solidFill>
                <a:latin typeface="Noto Sans KR"/>
                <a:ea typeface="Noto Sans KR"/>
                <a:cs typeface="Noto Sans KR"/>
              </a:defRPr>
            </a:pPr>
            <a:r>
              <a:rPr sz="2850" b="1">
                <a:solidFill>
                  <a:srgbClr val="EAF5F3"/>
                </a:solidFill>
                <a:latin typeface="Noto Sans KR"/>
                <a:ea typeface="Noto Sans KR"/>
                <a:cs typeface="Noto Sans KR"/>
              </a:rPr>
              <a:t>Microsoft GraphRAG의 전체 처리 순서</a:t>
            </a:r>
          </a:p>
        </p:txBody>
      </p:sp>
      <p:sp>
        <p:nvSpPr>
          <p:cNvPr id="3" name="">
            <a:extLst xmlns:a="http://schemas.openxmlformats.org/drawingml/2006/main">
              <a:ext uri="{FF2B5EF4-FFF2-40B4-BE49-F238E27FC236}">
                <a16:creationId xmlns:a16="http://schemas.microsoft.com/office/drawing/2014/main" id="{3381D596-C7AD-4C92-93AC-67490D84B327}"/>
              </a:ext>
            </a:extLst>
          </p:cNvPr>
          <p:cNvSpPr>
            <a:spLocks xmlns:a="http://schemas.openxmlformats.org/drawingml/2006/main" noGrp="1"/>
          </p:cNvSpPr>
          <p:nvPr/>
        </p:nvSpPr>
        <p:spPr>
          <a:xfrm xmlns:a="http://schemas.openxmlformats.org/drawingml/2006/main">
            <a:off x="11144250" y="6429375"/>
            <a:ext cx="52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b="0">
                <a:solidFill>
                  <a:srgbClr val="8DE5CA"/>
                </a:solidFill>
                <a:latin typeface="Noto Sans KR"/>
                <a:ea typeface="Noto Sans KR"/>
                <a:cs typeface="Noto Sans KR"/>
              </a:defRPr>
            </a:defPPr>
            <a:lvl1pPr>
              <a:buNone/>
              <a:defRPr sz="1050" b="0">
                <a:solidFill>
                  <a:srgbClr val="8DE5CA"/>
                </a:solidFill>
                <a:latin typeface="Noto Sans KR"/>
                <a:ea typeface="Noto Sans KR"/>
                <a:cs typeface="Noto Sans KR"/>
              </a:defRPr>
            </a:lvl1pPr>
            <a:lvl2pPr>
              <a:buNone/>
              <a:defRPr sz="1050" b="0">
                <a:solidFill>
                  <a:srgbClr val="8DE5CA"/>
                </a:solidFill>
                <a:latin typeface="Noto Sans KR"/>
                <a:ea typeface="Noto Sans KR"/>
                <a:cs typeface="Noto Sans KR"/>
              </a:defRPr>
            </a:lvl2pPr>
            <a:lvl3pPr>
              <a:buNone/>
              <a:defRPr sz="1050" b="0">
                <a:solidFill>
                  <a:srgbClr val="8DE5CA"/>
                </a:solidFill>
                <a:latin typeface="Noto Sans KR"/>
                <a:ea typeface="Noto Sans KR"/>
                <a:cs typeface="Noto Sans KR"/>
              </a:defRPr>
            </a:lvl3pPr>
            <a:lvl4pPr>
              <a:buNone/>
              <a:defRPr sz="1050" b="0">
                <a:solidFill>
                  <a:srgbClr val="8DE5CA"/>
                </a:solidFill>
                <a:latin typeface="Noto Sans KR"/>
                <a:ea typeface="Noto Sans KR"/>
                <a:cs typeface="Noto Sans KR"/>
              </a:defRPr>
            </a:lvl4pPr>
            <a:lvl5pPr>
              <a:buNone/>
              <a:defRPr sz="1050" b="0">
                <a:solidFill>
                  <a:srgbClr val="8DE5CA"/>
                </a:solidFill>
                <a:latin typeface="Noto Sans KR"/>
                <a:ea typeface="Noto Sans KR"/>
                <a:cs typeface="Noto Sans KR"/>
              </a:defRPr>
            </a:lvl5pPr>
            <a:lvl6pPr>
              <a:buNone/>
              <a:defRPr sz="1050" b="0">
                <a:solidFill>
                  <a:srgbClr val="8DE5CA"/>
                </a:solidFill>
                <a:latin typeface="Noto Sans KR"/>
                <a:ea typeface="Noto Sans KR"/>
                <a:cs typeface="Noto Sans KR"/>
              </a:defRPr>
            </a:lvl6pPr>
            <a:lvl7pPr>
              <a:buNone/>
              <a:defRPr sz="1050" b="0">
                <a:solidFill>
                  <a:srgbClr val="8DE5CA"/>
                </a:solidFill>
                <a:latin typeface="Noto Sans KR"/>
                <a:ea typeface="Noto Sans KR"/>
                <a:cs typeface="Noto Sans KR"/>
              </a:defRPr>
            </a:lvl7pPr>
            <a:lvl8pPr>
              <a:buNone/>
              <a:defRPr sz="1050" b="0">
                <a:solidFill>
                  <a:srgbClr val="8DE5CA"/>
                </a:solidFill>
                <a:latin typeface="Noto Sans KR"/>
                <a:ea typeface="Noto Sans KR"/>
                <a:cs typeface="Noto Sans KR"/>
              </a:defRPr>
            </a:lvl8pPr>
            <a:lvl9pPr>
              <a:buNone/>
              <a:defRPr sz="1050" b="0">
                <a:solidFill>
                  <a:srgbClr val="8DE5CA"/>
                </a:solidFill>
                <a:latin typeface="Noto Sans KR"/>
                <a:ea typeface="Noto Sans KR"/>
                <a:cs typeface="Noto Sans KR"/>
              </a:defRPr>
            </a:lvl9pPr>
          </a:lstStyle>
          <a:p xmlns:a="http://schemas.openxmlformats.org/drawingml/2006/main">
            <a:pPr>
              <a:buNone/>
              <a:defRPr sz="1050" b="0">
                <a:solidFill>
                  <a:srgbClr val="8DE5CA"/>
                </a:solidFill>
                <a:latin typeface="Noto Sans KR"/>
                <a:ea typeface="Noto Sans KR"/>
                <a:cs typeface="Noto Sans KR"/>
              </a:defRPr>
            </a:pPr>
            <a:r>
              <a:rPr sz="1050" b="0">
                <a:solidFill>
                  <a:srgbClr val="8DE5CA"/>
                </a:solidFill>
                <a:latin typeface="Noto Sans KR"/>
                <a:ea typeface="Noto Sans KR"/>
                <a:cs typeface="Noto Sans KR"/>
              </a:rPr>
              <a:t>49</a:t>
            </a:r>
          </a:p>
        </p:txBody>
      </p:sp>
      <p:sp>
        <p:nvSpPr>
          <p:cNvPr id="4" name="">
            <a:extLst xmlns:a="http://schemas.openxmlformats.org/drawingml/2006/main">
              <a:ext uri="{FF2B5EF4-FFF2-40B4-BE49-F238E27FC236}">
                <a16:creationId xmlns:a16="http://schemas.microsoft.com/office/drawing/2014/main" id="{8FC208A7-2FD3-4415-815C-011F5AC74D41}"/>
              </a:ext>
            </a:extLst>
          </p:cNvPr>
          <p:cNvSpPr>
            <a:spLocks xmlns:a="http://schemas.openxmlformats.org/drawingml/2006/main" noGrp="1"/>
          </p:cNvSpPr>
          <p:nvPr/>
        </p:nvSpPr>
        <p:spPr>
          <a:xfrm xmlns:a="http://schemas.openxmlformats.org/drawingml/2006/main">
            <a:off x="571500"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EBBF3"/>
                </a:solidFill>
                <a:latin typeface="Noto Sans KR"/>
                <a:ea typeface="Noto Sans KR"/>
                <a:cs typeface="Noto Sans KR"/>
              </a:defRPr>
            </a:defPPr>
            <a:lvl1pPr>
              <a:buNone/>
              <a:defRPr sz="1275" b="1">
                <a:solidFill>
                  <a:srgbClr val="8EBBF3"/>
                </a:solidFill>
                <a:latin typeface="Noto Sans KR"/>
                <a:ea typeface="Noto Sans KR"/>
                <a:cs typeface="Noto Sans KR"/>
              </a:defRPr>
            </a:lvl1pPr>
            <a:lvl2pPr>
              <a:buNone/>
              <a:defRPr sz="1275" b="1">
                <a:solidFill>
                  <a:srgbClr val="8EBBF3"/>
                </a:solidFill>
                <a:latin typeface="Noto Sans KR"/>
                <a:ea typeface="Noto Sans KR"/>
                <a:cs typeface="Noto Sans KR"/>
              </a:defRPr>
            </a:lvl2pPr>
            <a:lvl3pPr>
              <a:buNone/>
              <a:defRPr sz="1275" b="1">
                <a:solidFill>
                  <a:srgbClr val="8EBBF3"/>
                </a:solidFill>
                <a:latin typeface="Noto Sans KR"/>
                <a:ea typeface="Noto Sans KR"/>
                <a:cs typeface="Noto Sans KR"/>
              </a:defRPr>
            </a:lvl3pPr>
            <a:lvl4pPr>
              <a:buNone/>
              <a:defRPr sz="1275" b="1">
                <a:solidFill>
                  <a:srgbClr val="8EBBF3"/>
                </a:solidFill>
                <a:latin typeface="Noto Sans KR"/>
                <a:ea typeface="Noto Sans KR"/>
                <a:cs typeface="Noto Sans KR"/>
              </a:defRPr>
            </a:lvl4pPr>
            <a:lvl5pPr>
              <a:buNone/>
              <a:defRPr sz="1275" b="1">
                <a:solidFill>
                  <a:srgbClr val="8EBBF3"/>
                </a:solidFill>
                <a:latin typeface="Noto Sans KR"/>
                <a:ea typeface="Noto Sans KR"/>
                <a:cs typeface="Noto Sans KR"/>
              </a:defRPr>
            </a:lvl5pPr>
            <a:lvl6pPr>
              <a:buNone/>
              <a:defRPr sz="1275" b="1">
                <a:solidFill>
                  <a:srgbClr val="8EBBF3"/>
                </a:solidFill>
                <a:latin typeface="Noto Sans KR"/>
                <a:ea typeface="Noto Sans KR"/>
                <a:cs typeface="Noto Sans KR"/>
              </a:defRPr>
            </a:lvl6pPr>
            <a:lvl7pPr>
              <a:buNone/>
              <a:defRPr sz="1275" b="1">
                <a:solidFill>
                  <a:srgbClr val="8EBBF3"/>
                </a:solidFill>
                <a:latin typeface="Noto Sans KR"/>
                <a:ea typeface="Noto Sans KR"/>
                <a:cs typeface="Noto Sans KR"/>
              </a:defRPr>
            </a:lvl7pPr>
            <a:lvl8pPr>
              <a:buNone/>
              <a:defRPr sz="1275" b="1">
                <a:solidFill>
                  <a:srgbClr val="8EBBF3"/>
                </a:solidFill>
                <a:latin typeface="Noto Sans KR"/>
                <a:ea typeface="Noto Sans KR"/>
                <a:cs typeface="Noto Sans KR"/>
              </a:defRPr>
            </a:lvl8pPr>
            <a:lvl9pPr>
              <a:buNone/>
              <a:defRPr sz="1275" b="1">
                <a:solidFill>
                  <a:srgbClr val="8EBBF3"/>
                </a:solidFill>
                <a:latin typeface="Noto Sans KR"/>
                <a:ea typeface="Noto Sans KR"/>
                <a:cs typeface="Noto Sans KR"/>
              </a:defRPr>
            </a:lvl9pPr>
          </a:lstStyle>
          <a:p xmlns:a="http://schemas.openxmlformats.org/drawingml/2006/main">
            <a:pPr>
              <a:buNone/>
              <a:defRPr sz="1275" b="1">
                <a:solidFill>
                  <a:srgbClr val="8EBBF3"/>
                </a:solidFill>
                <a:latin typeface="Noto Sans KR"/>
                <a:ea typeface="Noto Sans KR"/>
                <a:cs typeface="Noto Sans KR"/>
              </a:defRPr>
            </a:pPr>
            <a:r>
              <a:rPr sz="1275" b="1">
                <a:solidFill>
                  <a:srgbClr val="8EBBF3"/>
                </a:solidFill>
                <a:latin typeface="Noto Sans KR"/>
                <a:ea typeface="Noto Sans KR"/>
                <a:cs typeface="Noto Sans KR"/>
              </a:rPr>
              <a:t>문서가 들어오면 미리 준비</a:t>
            </a:r>
          </a:p>
        </p:txBody>
      </p:sp>
      <p:sp>
        <p:nvSpPr>
          <p:cNvPr id="5" name="">
            <a:extLst xmlns:a="http://schemas.openxmlformats.org/drawingml/2006/main">
              <a:ext uri="{FF2B5EF4-FFF2-40B4-BE49-F238E27FC236}">
                <a16:creationId xmlns:a16="http://schemas.microsoft.com/office/drawing/2014/main" id="{F3D6399B-CE31-4454-87EF-0C0EF2353629}"/>
              </a:ext>
            </a:extLst>
          </p:cNvPr>
          <p:cNvSpPr>
            <a:spLocks xmlns:a="http://schemas.openxmlformats.org/drawingml/2006/main" noGrp="1"/>
          </p:cNvSpPr>
          <p:nvPr/>
        </p:nvSpPr>
        <p:spPr>
          <a:xfrm xmlns:a="http://schemas.openxmlformats.org/drawingml/2006/main">
            <a:off x="571500"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문서를 검색용 조각으로 나누기</a:t>
            </a:r>
          </a:p>
        </p:txBody>
      </p:sp>
      <p:sp>
        <p:nvSpPr>
          <p:cNvPr id="6" name="">
            <a:extLst xmlns:a="http://schemas.openxmlformats.org/drawingml/2006/main">
              <a:ext uri="{FF2B5EF4-FFF2-40B4-BE49-F238E27FC236}">
                <a16:creationId xmlns:a16="http://schemas.microsoft.com/office/drawing/2014/main" id="{C7F6DEDD-CE53-4E3E-B595-5A39C171A82B}"/>
              </a:ext>
            </a:extLst>
          </p:cNvPr>
          <p:cNvSpPr>
            <a:spLocks xmlns:a="http://schemas.openxmlformats.org/drawingml/2006/main" noGrp="1"/>
          </p:cNvSpPr>
          <p:nvPr/>
        </p:nvSpPr>
        <p:spPr>
          <a:xfrm xmlns:a="http://schemas.openxmlformats.org/drawingml/2006/main">
            <a:off x="571500"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개체와 관계를 LLM으로 추출</a:t>
            </a:r>
          </a:p>
        </p:txBody>
      </p:sp>
      <p:sp>
        <p:nvSpPr>
          <p:cNvPr id="8" name="">
            <a:extLst xmlns:a="http://schemas.openxmlformats.org/drawingml/2006/main">
              <a:ext uri="{FF2B5EF4-FFF2-40B4-BE49-F238E27FC236}">
                <a16:creationId xmlns:a16="http://schemas.microsoft.com/office/drawing/2014/main" id="{D91F5CEE-670C-4E2E-BD1C-656F8B96A29C}"/>
              </a:ext>
            </a:extLst>
          </p:cNvPr>
          <p:cNvSpPr>
            <a:spLocks xmlns:a="http://schemas.openxmlformats.org/drawingml/2006/main" noGrp="1"/>
          </p:cNvSpPr>
          <p:nvPr/>
        </p:nvSpPr>
        <p:spPr>
          <a:xfrm xmlns:a="http://schemas.openxmlformats.org/drawingml/2006/main">
            <a:off x="571500"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같은 개체와 관계 설명 합치기</a:t>
            </a:r>
          </a:p>
        </p:txBody>
      </p:sp>
      <p:sp>
        <p:nvSpPr>
          <p:cNvPr id="10" name="">
            <a:extLst xmlns:a="http://schemas.openxmlformats.org/drawingml/2006/main">
              <a:ext uri="{FF2B5EF4-FFF2-40B4-BE49-F238E27FC236}">
                <a16:creationId xmlns:a16="http://schemas.microsoft.com/office/drawing/2014/main" id="{96CBA014-4923-490D-934E-EAFCA911FBD7}"/>
              </a:ext>
            </a:extLst>
          </p:cNvPr>
          <p:cNvSpPr>
            <a:spLocks xmlns:a="http://schemas.openxmlformats.org/drawingml/2006/main" noGrp="1"/>
          </p:cNvSpPr>
          <p:nvPr/>
        </p:nvSpPr>
        <p:spPr>
          <a:xfrm xmlns:a="http://schemas.openxmlformats.org/drawingml/2006/main">
            <a:off x="571500"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연결된 개체들의 그룹 찾기</a:t>
            </a:r>
          </a:p>
        </p:txBody>
      </p:sp>
      <p:sp>
        <p:nvSpPr>
          <p:cNvPr id="12" name="">
            <a:extLst xmlns:a="http://schemas.openxmlformats.org/drawingml/2006/main">
              <a:ext uri="{FF2B5EF4-FFF2-40B4-BE49-F238E27FC236}">
                <a16:creationId xmlns:a16="http://schemas.microsoft.com/office/drawing/2014/main" id="{08D0B7E0-0D3F-4FD7-A700-28E009003DC8}"/>
              </a:ext>
            </a:extLst>
          </p:cNvPr>
          <p:cNvSpPr>
            <a:spLocks xmlns:a="http://schemas.openxmlformats.org/drawingml/2006/main" noGrp="1"/>
          </p:cNvSpPr>
          <p:nvPr/>
        </p:nvSpPr>
        <p:spPr>
          <a:xfrm xmlns:a="http://schemas.openxmlformats.org/drawingml/2006/main">
            <a:off x="571500"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그룹별 요약 보고서 저장</a:t>
            </a:r>
          </a:p>
        </p:txBody>
      </p:sp>
      <p:sp>
        <p:nvSpPr>
          <p:cNvPr id="14" name="">
            <a:extLst xmlns:a="http://schemas.openxmlformats.org/drawingml/2006/main">
              <a:ext uri="{FF2B5EF4-FFF2-40B4-BE49-F238E27FC236}">
                <a16:creationId xmlns:a16="http://schemas.microsoft.com/office/drawing/2014/main" id="{7424631A-4659-4009-A7EE-1AFD3E580C3F}"/>
              </a:ext>
            </a:extLst>
          </p:cNvPr>
          <p:cNvSpPr>
            <a:spLocks xmlns:a="http://schemas.openxmlformats.org/drawingml/2006/main" noGrp="1"/>
          </p:cNvSpPr>
          <p:nvPr/>
        </p:nvSpPr>
        <p:spPr>
          <a:xfrm xmlns:a="http://schemas.openxmlformats.org/drawingml/2006/main">
            <a:off x="6524625"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DE5CA"/>
                </a:solidFill>
                <a:latin typeface="Noto Sans KR"/>
                <a:ea typeface="Noto Sans KR"/>
                <a:cs typeface="Noto Sans KR"/>
              </a:defRPr>
            </a:defPPr>
            <a:lvl1pPr>
              <a:buNone/>
              <a:defRPr sz="1275" b="1">
                <a:solidFill>
                  <a:srgbClr val="8DE5CA"/>
                </a:solidFill>
                <a:latin typeface="Noto Sans KR"/>
                <a:ea typeface="Noto Sans KR"/>
                <a:cs typeface="Noto Sans KR"/>
              </a:defRPr>
            </a:lvl1pPr>
            <a:lvl2pPr>
              <a:buNone/>
              <a:defRPr sz="1275" b="1">
                <a:solidFill>
                  <a:srgbClr val="8DE5CA"/>
                </a:solidFill>
                <a:latin typeface="Noto Sans KR"/>
                <a:ea typeface="Noto Sans KR"/>
                <a:cs typeface="Noto Sans KR"/>
              </a:defRPr>
            </a:lvl2pPr>
            <a:lvl3pPr>
              <a:buNone/>
              <a:defRPr sz="1275" b="1">
                <a:solidFill>
                  <a:srgbClr val="8DE5CA"/>
                </a:solidFill>
                <a:latin typeface="Noto Sans KR"/>
                <a:ea typeface="Noto Sans KR"/>
                <a:cs typeface="Noto Sans KR"/>
              </a:defRPr>
            </a:lvl3pPr>
            <a:lvl4pPr>
              <a:buNone/>
              <a:defRPr sz="1275" b="1">
                <a:solidFill>
                  <a:srgbClr val="8DE5CA"/>
                </a:solidFill>
                <a:latin typeface="Noto Sans KR"/>
                <a:ea typeface="Noto Sans KR"/>
                <a:cs typeface="Noto Sans KR"/>
              </a:defRPr>
            </a:lvl4pPr>
            <a:lvl5pPr>
              <a:buNone/>
              <a:defRPr sz="1275" b="1">
                <a:solidFill>
                  <a:srgbClr val="8DE5CA"/>
                </a:solidFill>
                <a:latin typeface="Noto Sans KR"/>
                <a:ea typeface="Noto Sans KR"/>
                <a:cs typeface="Noto Sans KR"/>
              </a:defRPr>
            </a:lvl5pPr>
            <a:lvl6pPr>
              <a:buNone/>
              <a:defRPr sz="1275" b="1">
                <a:solidFill>
                  <a:srgbClr val="8DE5CA"/>
                </a:solidFill>
                <a:latin typeface="Noto Sans KR"/>
                <a:ea typeface="Noto Sans KR"/>
                <a:cs typeface="Noto Sans KR"/>
              </a:defRPr>
            </a:lvl6pPr>
            <a:lvl7pPr>
              <a:buNone/>
              <a:defRPr sz="1275" b="1">
                <a:solidFill>
                  <a:srgbClr val="8DE5CA"/>
                </a:solidFill>
                <a:latin typeface="Noto Sans KR"/>
                <a:ea typeface="Noto Sans KR"/>
                <a:cs typeface="Noto Sans KR"/>
              </a:defRPr>
            </a:lvl7pPr>
            <a:lvl8pPr>
              <a:buNone/>
              <a:defRPr sz="1275" b="1">
                <a:solidFill>
                  <a:srgbClr val="8DE5CA"/>
                </a:solidFill>
                <a:latin typeface="Noto Sans KR"/>
                <a:ea typeface="Noto Sans KR"/>
                <a:cs typeface="Noto Sans KR"/>
              </a:defRPr>
            </a:lvl8pPr>
            <a:lvl9pPr>
              <a:buNone/>
              <a:defRPr sz="1275" b="1">
                <a:solidFill>
                  <a:srgbClr val="8DE5CA"/>
                </a:solidFill>
                <a:latin typeface="Noto Sans KR"/>
                <a:ea typeface="Noto Sans KR"/>
                <a:cs typeface="Noto Sans KR"/>
              </a:defRPr>
            </a:lvl9pPr>
          </a:lstStyle>
          <a:p xmlns:a="http://schemas.openxmlformats.org/drawingml/2006/main">
            <a:pPr>
              <a:buNone/>
              <a:defRPr sz="1275" b="1">
                <a:solidFill>
                  <a:srgbClr val="8DE5CA"/>
                </a:solidFill>
                <a:latin typeface="Noto Sans KR"/>
                <a:ea typeface="Noto Sans KR"/>
                <a:cs typeface="Noto Sans KR"/>
              </a:defRPr>
            </a:pPr>
            <a:r>
              <a:rPr sz="1275" b="1">
                <a:solidFill>
                  <a:srgbClr val="8DE5CA"/>
                </a:solidFill>
                <a:latin typeface="Noto Sans KR"/>
                <a:ea typeface="Noto Sans KR"/>
                <a:cs typeface="Noto Sans KR"/>
              </a:rPr>
              <a:t>질문이 오면 검색하고 답변</a:t>
            </a:r>
          </a:p>
        </p:txBody>
      </p:sp>
      <p:sp>
        <p:nvSpPr>
          <p:cNvPr id="15" name="">
            <a:extLst xmlns:a="http://schemas.openxmlformats.org/drawingml/2006/main">
              <a:ext uri="{FF2B5EF4-FFF2-40B4-BE49-F238E27FC236}">
                <a16:creationId xmlns:a16="http://schemas.microsoft.com/office/drawing/2014/main" id="{58942A2A-5E12-4703-B843-0EF14AC55375}"/>
              </a:ext>
            </a:extLst>
          </p:cNvPr>
          <p:cNvSpPr>
            <a:spLocks xmlns:a="http://schemas.openxmlformats.org/drawingml/2006/main" noGrp="1"/>
          </p:cNvSpPr>
          <p:nvPr/>
        </p:nvSpPr>
        <p:spPr>
          <a:xfrm xmlns:a="http://schemas.openxmlformats.org/drawingml/2006/main">
            <a:off x="6524625"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전체를 묻는 질문 받기</a:t>
            </a:r>
          </a:p>
        </p:txBody>
      </p:sp>
      <p:sp>
        <p:nvSpPr>
          <p:cNvPr id="16" name="">
            <a:extLst xmlns:a="http://schemas.openxmlformats.org/drawingml/2006/main">
              <a:ext uri="{FF2B5EF4-FFF2-40B4-BE49-F238E27FC236}">
                <a16:creationId xmlns:a16="http://schemas.microsoft.com/office/drawing/2014/main" id="{D45926E5-0112-4506-8B9A-1F34F0AD71E3}"/>
              </a:ext>
            </a:extLst>
          </p:cNvPr>
          <p:cNvSpPr>
            <a:spLocks xmlns:a="http://schemas.openxmlformats.org/drawingml/2006/main" noGrp="1"/>
          </p:cNvSpPr>
          <p:nvPr/>
        </p:nvSpPr>
        <p:spPr>
          <a:xfrm xmlns:a="http://schemas.openxmlformats.org/drawingml/2006/main">
            <a:off x="6524625"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그룹별 보고서로 부분 답 작성</a:t>
            </a:r>
          </a:p>
        </p:txBody>
      </p:sp>
      <p:sp>
        <p:nvSpPr>
          <p:cNvPr id="18" name="">
            <a:extLst xmlns:a="http://schemas.openxmlformats.org/drawingml/2006/main">
              <a:ext uri="{FF2B5EF4-FFF2-40B4-BE49-F238E27FC236}">
                <a16:creationId xmlns:a16="http://schemas.microsoft.com/office/drawing/2014/main" id="{F9529B24-740F-4EB4-8628-290F71B4527C}"/>
              </a:ext>
            </a:extLst>
          </p:cNvPr>
          <p:cNvSpPr>
            <a:spLocks xmlns:a="http://schemas.openxmlformats.org/drawingml/2006/main" noGrp="1"/>
          </p:cNvSpPr>
          <p:nvPr/>
        </p:nvSpPr>
        <p:spPr>
          <a:xfrm xmlns:a="http://schemas.openxmlformats.org/drawingml/2006/main">
            <a:off x="6524625"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부분 답의 중요도 평가</a:t>
            </a:r>
          </a:p>
        </p:txBody>
      </p:sp>
      <p:sp>
        <p:nvSpPr>
          <p:cNvPr id="20" name="">
            <a:extLst xmlns:a="http://schemas.openxmlformats.org/drawingml/2006/main">
              <a:ext uri="{FF2B5EF4-FFF2-40B4-BE49-F238E27FC236}">
                <a16:creationId xmlns:a16="http://schemas.microsoft.com/office/drawing/2014/main" id="{33E4392D-94AC-434C-A242-242239EE5CCC}"/>
              </a:ext>
            </a:extLst>
          </p:cNvPr>
          <p:cNvSpPr>
            <a:spLocks xmlns:a="http://schemas.openxmlformats.org/drawingml/2006/main" noGrp="1"/>
          </p:cNvSpPr>
          <p:nvPr/>
        </p:nvSpPr>
        <p:spPr>
          <a:xfrm xmlns:a="http://schemas.openxmlformats.org/drawingml/2006/main">
            <a:off x="6524625"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핵심 부분 답을 모아 정리</a:t>
            </a:r>
          </a:p>
        </p:txBody>
      </p:sp>
      <p:sp>
        <p:nvSpPr>
          <p:cNvPr id="22" name="">
            <a:extLst xmlns:a="http://schemas.openxmlformats.org/drawingml/2006/main">
              <a:ext uri="{FF2B5EF4-FFF2-40B4-BE49-F238E27FC236}">
                <a16:creationId xmlns:a16="http://schemas.microsoft.com/office/drawing/2014/main" id="{69921778-C895-4B66-A201-6507A545509A}"/>
              </a:ext>
            </a:extLst>
          </p:cNvPr>
          <p:cNvSpPr>
            <a:spLocks xmlns:a="http://schemas.openxmlformats.org/drawingml/2006/main" noGrp="1"/>
          </p:cNvSpPr>
          <p:nvPr/>
        </p:nvSpPr>
        <p:spPr>
          <a:xfrm xmlns:a="http://schemas.openxmlformats.org/drawingml/2006/main">
            <a:off x="6524625"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최종 답변과 근거 표시</a:t>
            </a:r>
          </a:p>
        </p:txBody>
      </p:sp>
      <p:sp>
        <p:nvSpPr>
          <p:cNvPr id="24" name="">
            <a:extLst xmlns:a="http://schemas.openxmlformats.org/drawingml/2006/main">
              <a:ext uri="{FF2B5EF4-FFF2-40B4-BE49-F238E27FC236}">
                <a16:creationId xmlns:a16="http://schemas.microsoft.com/office/drawing/2014/main" id="{C39C6AFF-7159-477B-A708-441A0B0FEA49}"/>
              </a:ext>
            </a:extLst>
          </p:cNvPr>
          <p:cNvSpPr>
            <a:spLocks xmlns:a="http://schemas.openxmlformats.org/drawingml/2006/main" noGrp="1"/>
          </p:cNvSpPr>
          <p:nvPr/>
        </p:nvSpPr>
        <p:spPr>
          <a:xfrm xmlns:a="http://schemas.openxmlformats.org/drawingml/2006/main">
            <a:off x="571500" y="5734050"/>
            <a:ext cx="1095375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9BB4C0"/>
                </a:solidFill>
                <a:latin typeface="Noto Sans KR"/>
                <a:ea typeface="Noto Sans KR"/>
                <a:cs typeface="Noto Sans KR"/>
              </a:defRPr>
            </a:defPPr>
            <a:lvl1pPr>
              <a:buNone/>
              <a:defRPr sz="1200" b="0">
                <a:solidFill>
                  <a:srgbClr val="9BB4C0"/>
                </a:solidFill>
                <a:latin typeface="Noto Sans KR"/>
                <a:ea typeface="Noto Sans KR"/>
                <a:cs typeface="Noto Sans KR"/>
              </a:defRPr>
            </a:lvl1pPr>
            <a:lvl2pPr>
              <a:buNone/>
              <a:defRPr sz="1200" b="0">
                <a:solidFill>
                  <a:srgbClr val="9BB4C0"/>
                </a:solidFill>
                <a:latin typeface="Noto Sans KR"/>
                <a:ea typeface="Noto Sans KR"/>
                <a:cs typeface="Noto Sans KR"/>
              </a:defRPr>
            </a:lvl2pPr>
            <a:lvl3pPr>
              <a:buNone/>
              <a:defRPr sz="1200" b="0">
                <a:solidFill>
                  <a:srgbClr val="9BB4C0"/>
                </a:solidFill>
                <a:latin typeface="Noto Sans KR"/>
                <a:ea typeface="Noto Sans KR"/>
                <a:cs typeface="Noto Sans KR"/>
              </a:defRPr>
            </a:lvl3pPr>
            <a:lvl4pPr>
              <a:buNone/>
              <a:defRPr sz="1200" b="0">
                <a:solidFill>
                  <a:srgbClr val="9BB4C0"/>
                </a:solidFill>
                <a:latin typeface="Noto Sans KR"/>
                <a:ea typeface="Noto Sans KR"/>
                <a:cs typeface="Noto Sans KR"/>
              </a:defRPr>
            </a:lvl4pPr>
            <a:lvl5pPr>
              <a:buNone/>
              <a:defRPr sz="1200" b="0">
                <a:solidFill>
                  <a:srgbClr val="9BB4C0"/>
                </a:solidFill>
                <a:latin typeface="Noto Sans KR"/>
                <a:ea typeface="Noto Sans KR"/>
                <a:cs typeface="Noto Sans KR"/>
              </a:defRPr>
            </a:lvl5pPr>
            <a:lvl6pPr>
              <a:buNone/>
              <a:defRPr sz="1200" b="0">
                <a:solidFill>
                  <a:srgbClr val="9BB4C0"/>
                </a:solidFill>
                <a:latin typeface="Noto Sans KR"/>
                <a:ea typeface="Noto Sans KR"/>
                <a:cs typeface="Noto Sans KR"/>
              </a:defRPr>
            </a:lvl6pPr>
            <a:lvl7pPr>
              <a:buNone/>
              <a:defRPr sz="1200" b="0">
                <a:solidFill>
                  <a:srgbClr val="9BB4C0"/>
                </a:solidFill>
                <a:latin typeface="Noto Sans KR"/>
                <a:ea typeface="Noto Sans KR"/>
                <a:cs typeface="Noto Sans KR"/>
              </a:defRPr>
            </a:lvl7pPr>
            <a:lvl8pPr>
              <a:buNone/>
              <a:defRPr sz="1200" b="0">
                <a:solidFill>
                  <a:srgbClr val="9BB4C0"/>
                </a:solidFill>
                <a:latin typeface="Noto Sans KR"/>
                <a:ea typeface="Noto Sans KR"/>
                <a:cs typeface="Noto Sans KR"/>
              </a:defRPr>
            </a:lvl8pPr>
            <a:lvl9pPr>
              <a:buNone/>
              <a:defRPr sz="1200" b="0">
                <a:solidFill>
                  <a:srgbClr val="9BB4C0"/>
                </a:solidFill>
                <a:latin typeface="Noto Sans KR"/>
                <a:ea typeface="Noto Sans KR"/>
                <a:cs typeface="Noto Sans KR"/>
              </a:defRPr>
            </a:lvl9pPr>
          </a:lstStyle>
          <a:p xmlns:a="http://schemas.openxmlformats.org/drawingml/2006/main">
            <a:pPr>
              <a:buNone/>
              <a:defRPr sz="1200" b="0">
                <a:solidFill>
                  <a:srgbClr val="9BB4C0"/>
                </a:solidFill>
                <a:latin typeface="Noto Sans KR"/>
                <a:ea typeface="Noto Sans KR"/>
                <a:cs typeface="Noto Sans KR"/>
              </a:defRPr>
            </a:pPr>
            <a:r>
              <a:rPr sz="1200" b="0">
                <a:solidFill>
                  <a:srgbClr val="9BB4C0"/>
                </a:solidFill>
                <a:latin typeface="Noto Sans KR"/>
                <a:ea typeface="Noto Sans KR"/>
                <a:cs typeface="Noto Sans KR"/>
              </a:rPr>
              <a:t>웹 실습은 핵심 흐름을 보여 주는 축소 예제입니다. 원 논문과의 차이는 발표자 노트를 참고해 주세요.</a:t>
            </a:r>
          </a:p>
        </p:txBody>
      </p:sp>
    </p:spTree>
    <p:extLst>
      <p:ext uri="{BB962C8B-B14F-4D97-AF65-F5344CB8AC3E}">
        <p14:creationId xmlns:p14="http://schemas.microsoft.com/office/powerpoint/2010/main" val="897072340"/>
      </p:ext>
    </p:extLst>
  </p:cSld>
</p:sld>
</file>

<file path=ppt/slides/slide50.xml><?xml version="1.0" encoding="utf-8"?>
<p:sld xmlns:p="http://schemas.openxmlformats.org/presentationml/2006/main">
  <p:cSld>
    <p:bg>
      <p:bgPr>
        <a:solidFill xmlns:a="http://schemas.openxmlformats.org/drawingml/2006/main">
          <a:srgbClr val="071824"/>
        </a:solidFill>
      </p:bgPr>
    </p:bg>
    <p:spTree>
      <p:nvGrpSpPr>
        <p:cNvPr id="1" name=""/>
        <p:cNvGrpSpPr/>
        <p:nvPr/>
      </p:nvGrpSpPr>
      <p:grpSpPr>
        <a:xfrm xmlns:a="http://schemas.openxmlformats.org/drawingml/2006/main"/>
      </p:grpSpPr>
      <p:cxnSp>
        <p:nvCxnSpPr>
          <p:cNvPr id="23" name="">
            <a:extLst xmlns:a="http://schemas.openxmlformats.org/drawingml/2006/main">
              <a:ext uri="{FF2B5EF4-FFF2-40B4-BE49-F238E27FC236}">
                <a16:creationId xmlns:a16="http://schemas.microsoft.com/office/drawing/2014/main" id="{B1782C40-EA81-4712-A81C-71845DBCA177}"/>
              </a:ext>
            </a:extLst>
          </p:cNvPr>
          <p:cNvCxnSpPr>
            <a:stCxn xmlns:a="http://schemas.openxmlformats.org/drawingml/2006/main" id="20" idx="2"/>
            <a:endCxn xmlns:a="http://schemas.openxmlformats.org/drawingml/2006/main" id="22" idx="0"/>
          </p:cNvCxnSpPr>
          <p:nvPr/>
        </p:nvCxnSpPr>
        <p:spPr>
          <a:xfrm xmlns:a="http://schemas.openxmlformats.org/drawingml/2006/main">
            <a:off x="9072563" y="463867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21" name="">
            <a:extLst xmlns:a="http://schemas.openxmlformats.org/drawingml/2006/main">
              <a:ext uri="{FF2B5EF4-FFF2-40B4-BE49-F238E27FC236}">
                <a16:creationId xmlns:a16="http://schemas.microsoft.com/office/drawing/2014/main" id="{81BC68BA-8B52-46BA-A113-4A4D5786C2BB}"/>
              </a:ext>
            </a:extLst>
          </p:cNvPr>
          <p:cNvCxnSpPr>
            <a:stCxn xmlns:a="http://schemas.openxmlformats.org/drawingml/2006/main" id="18" idx="2"/>
            <a:endCxn xmlns:a="http://schemas.openxmlformats.org/drawingml/2006/main" id="20" idx="0"/>
          </p:cNvCxnSpPr>
          <p:nvPr/>
        </p:nvCxnSpPr>
        <p:spPr>
          <a:xfrm xmlns:a="http://schemas.openxmlformats.org/drawingml/2006/main">
            <a:off x="9072563" y="398145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9" name="">
            <a:extLst xmlns:a="http://schemas.openxmlformats.org/drawingml/2006/main">
              <a:ext uri="{FF2B5EF4-FFF2-40B4-BE49-F238E27FC236}">
                <a16:creationId xmlns:a16="http://schemas.microsoft.com/office/drawing/2014/main" id="{8493135F-9AB7-48FE-95BD-B13D39044A65}"/>
              </a:ext>
            </a:extLst>
          </p:cNvPr>
          <p:cNvCxnSpPr>
            <a:stCxn xmlns:a="http://schemas.openxmlformats.org/drawingml/2006/main" id="16" idx="2"/>
            <a:endCxn xmlns:a="http://schemas.openxmlformats.org/drawingml/2006/main" id="18" idx="0"/>
          </p:cNvCxnSpPr>
          <p:nvPr/>
        </p:nvCxnSpPr>
        <p:spPr>
          <a:xfrm xmlns:a="http://schemas.openxmlformats.org/drawingml/2006/main">
            <a:off x="9072563" y="332422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7" name="">
            <a:extLst xmlns:a="http://schemas.openxmlformats.org/drawingml/2006/main">
              <a:ext uri="{FF2B5EF4-FFF2-40B4-BE49-F238E27FC236}">
                <a16:creationId xmlns:a16="http://schemas.microsoft.com/office/drawing/2014/main" id="{412D9A8B-22FB-4746-A502-C948E826A777}"/>
              </a:ext>
            </a:extLst>
          </p:cNvPr>
          <p:cNvCxnSpPr>
            <a:stCxn xmlns:a="http://schemas.openxmlformats.org/drawingml/2006/main" id="15" idx="2"/>
            <a:endCxn xmlns:a="http://schemas.openxmlformats.org/drawingml/2006/main" id="16" idx="0"/>
          </p:cNvCxnSpPr>
          <p:nvPr/>
        </p:nvCxnSpPr>
        <p:spPr>
          <a:xfrm xmlns:a="http://schemas.openxmlformats.org/drawingml/2006/main">
            <a:off x="9072563" y="266700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3" name="">
            <a:extLst xmlns:a="http://schemas.openxmlformats.org/drawingml/2006/main">
              <a:ext uri="{FF2B5EF4-FFF2-40B4-BE49-F238E27FC236}">
                <a16:creationId xmlns:a16="http://schemas.microsoft.com/office/drawing/2014/main" id="{2AAC7F5C-938D-465C-90F5-09F214D06FCB}"/>
              </a:ext>
            </a:extLst>
          </p:cNvPr>
          <p:cNvCxnSpPr>
            <a:stCxn xmlns:a="http://schemas.openxmlformats.org/drawingml/2006/main" id="10" idx="2"/>
            <a:endCxn xmlns:a="http://schemas.openxmlformats.org/drawingml/2006/main" id="12" idx="0"/>
          </p:cNvCxnSpPr>
          <p:nvPr/>
        </p:nvCxnSpPr>
        <p:spPr>
          <a:xfrm xmlns:a="http://schemas.openxmlformats.org/drawingml/2006/main">
            <a:off x="3119438" y="463867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11" name="">
            <a:extLst xmlns:a="http://schemas.openxmlformats.org/drawingml/2006/main">
              <a:ext uri="{FF2B5EF4-FFF2-40B4-BE49-F238E27FC236}">
                <a16:creationId xmlns:a16="http://schemas.microsoft.com/office/drawing/2014/main" id="{B8B1AF5F-0C2A-4F11-A4DE-DDCD70EC255C}"/>
              </a:ext>
            </a:extLst>
          </p:cNvPr>
          <p:cNvCxnSpPr>
            <a:stCxn xmlns:a="http://schemas.openxmlformats.org/drawingml/2006/main" id="8" idx="2"/>
            <a:endCxn xmlns:a="http://schemas.openxmlformats.org/drawingml/2006/main" id="10" idx="0"/>
          </p:cNvCxnSpPr>
          <p:nvPr/>
        </p:nvCxnSpPr>
        <p:spPr>
          <a:xfrm xmlns:a="http://schemas.openxmlformats.org/drawingml/2006/main">
            <a:off x="3119438" y="398145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9" name="">
            <a:extLst xmlns:a="http://schemas.openxmlformats.org/drawingml/2006/main">
              <a:ext uri="{FF2B5EF4-FFF2-40B4-BE49-F238E27FC236}">
                <a16:creationId xmlns:a16="http://schemas.microsoft.com/office/drawing/2014/main" id="{C612F21E-89E1-4475-B94F-7863609C71DD}"/>
              </a:ext>
            </a:extLst>
          </p:cNvPr>
          <p:cNvCxnSpPr>
            <a:stCxn xmlns:a="http://schemas.openxmlformats.org/drawingml/2006/main" id="6" idx="2"/>
            <a:endCxn xmlns:a="http://schemas.openxmlformats.org/drawingml/2006/main" id="8" idx="0"/>
          </p:cNvCxnSpPr>
          <p:nvPr/>
        </p:nvCxnSpPr>
        <p:spPr>
          <a:xfrm xmlns:a="http://schemas.openxmlformats.org/drawingml/2006/main">
            <a:off x="3119438" y="332422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7" name="">
            <a:extLst xmlns:a="http://schemas.openxmlformats.org/drawingml/2006/main">
              <a:ext uri="{FF2B5EF4-FFF2-40B4-BE49-F238E27FC236}">
                <a16:creationId xmlns:a16="http://schemas.microsoft.com/office/drawing/2014/main" id="{220923CE-EF85-456E-BDE7-2FB9243803A1}"/>
              </a:ext>
            </a:extLst>
          </p:cNvPr>
          <p:cNvCxnSpPr>
            <a:stCxn xmlns:a="http://schemas.openxmlformats.org/drawingml/2006/main" id="5" idx="2"/>
            <a:endCxn xmlns:a="http://schemas.openxmlformats.org/drawingml/2006/main" id="6" idx="0"/>
          </p:cNvCxnSpPr>
          <p:nvPr/>
        </p:nvCxnSpPr>
        <p:spPr>
          <a:xfrm xmlns:a="http://schemas.openxmlformats.org/drawingml/2006/main">
            <a:off x="3119438" y="266700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sp>
        <p:nvSpPr>
          <p:cNvPr id="25" name="">
            <a:extLst xmlns:a="http://schemas.openxmlformats.org/drawingml/2006/main">
              <a:ext uri="{FF2B5EF4-FFF2-40B4-BE49-F238E27FC236}">
                <a16:creationId xmlns:a16="http://schemas.microsoft.com/office/drawing/2014/main" id="{2E50EE9F-B829-4609-B346-BC5FB06BBDEA}"/>
              </a:ext>
            </a:extLst>
          </p:cNvPr>
          <p:cNvSpPr>
            <a:spLocks xmlns:a="http://schemas.openxmlformats.org/drawingml/2006/main" noGrp="1"/>
          </p:cNvSpPr>
          <p:nvPr/>
        </p:nvSpPr>
        <p:spPr>
          <a:xfrm xmlns:a="http://schemas.openxmlformats.org/drawingml/2006/main">
            <a:off x="571500" y="285750"/>
            <a:ext cx="10858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00" b="1">
                <a:solidFill>
                  <a:srgbClr val="8DE5CA"/>
                </a:solidFill>
                <a:latin typeface="Noto Sans KR"/>
                <a:ea typeface="Noto Sans KR"/>
                <a:cs typeface="Noto Sans KR"/>
              </a:defRPr>
            </a:defPPr>
            <a:lvl1pPr>
              <a:buNone/>
              <a:defRPr sz="900" b="1">
                <a:solidFill>
                  <a:srgbClr val="8DE5CA"/>
                </a:solidFill>
                <a:latin typeface="Noto Sans KR"/>
                <a:ea typeface="Noto Sans KR"/>
                <a:cs typeface="Noto Sans KR"/>
              </a:defRPr>
            </a:lvl1pPr>
            <a:lvl2pPr>
              <a:buNone/>
              <a:defRPr sz="900" b="1">
                <a:solidFill>
                  <a:srgbClr val="8DE5CA"/>
                </a:solidFill>
                <a:latin typeface="Noto Sans KR"/>
                <a:ea typeface="Noto Sans KR"/>
                <a:cs typeface="Noto Sans KR"/>
              </a:defRPr>
            </a:lvl2pPr>
            <a:lvl3pPr>
              <a:buNone/>
              <a:defRPr sz="900" b="1">
                <a:solidFill>
                  <a:srgbClr val="8DE5CA"/>
                </a:solidFill>
                <a:latin typeface="Noto Sans KR"/>
                <a:ea typeface="Noto Sans KR"/>
                <a:cs typeface="Noto Sans KR"/>
              </a:defRPr>
            </a:lvl3pPr>
            <a:lvl4pPr>
              <a:buNone/>
              <a:defRPr sz="900" b="1">
                <a:solidFill>
                  <a:srgbClr val="8DE5CA"/>
                </a:solidFill>
                <a:latin typeface="Noto Sans KR"/>
                <a:ea typeface="Noto Sans KR"/>
                <a:cs typeface="Noto Sans KR"/>
              </a:defRPr>
            </a:lvl4pPr>
            <a:lvl5pPr>
              <a:buNone/>
              <a:defRPr sz="900" b="1">
                <a:solidFill>
                  <a:srgbClr val="8DE5CA"/>
                </a:solidFill>
                <a:latin typeface="Noto Sans KR"/>
                <a:ea typeface="Noto Sans KR"/>
                <a:cs typeface="Noto Sans KR"/>
              </a:defRPr>
            </a:lvl5pPr>
            <a:lvl6pPr>
              <a:buNone/>
              <a:defRPr sz="900" b="1">
                <a:solidFill>
                  <a:srgbClr val="8DE5CA"/>
                </a:solidFill>
                <a:latin typeface="Noto Sans KR"/>
                <a:ea typeface="Noto Sans KR"/>
                <a:cs typeface="Noto Sans KR"/>
              </a:defRPr>
            </a:lvl6pPr>
            <a:lvl7pPr>
              <a:buNone/>
              <a:defRPr sz="900" b="1">
                <a:solidFill>
                  <a:srgbClr val="8DE5CA"/>
                </a:solidFill>
                <a:latin typeface="Noto Sans KR"/>
                <a:ea typeface="Noto Sans KR"/>
                <a:cs typeface="Noto Sans KR"/>
              </a:defRPr>
            </a:lvl7pPr>
            <a:lvl8pPr>
              <a:buNone/>
              <a:defRPr sz="900" b="1">
                <a:solidFill>
                  <a:srgbClr val="8DE5CA"/>
                </a:solidFill>
                <a:latin typeface="Noto Sans KR"/>
                <a:ea typeface="Noto Sans KR"/>
                <a:cs typeface="Noto Sans KR"/>
              </a:defRPr>
            </a:lvl8pPr>
            <a:lvl9pPr>
              <a:buNone/>
              <a:defRPr sz="900" b="1">
                <a:solidFill>
                  <a:srgbClr val="8DE5CA"/>
                </a:solidFill>
                <a:latin typeface="Noto Sans KR"/>
                <a:ea typeface="Noto Sans KR"/>
                <a:cs typeface="Noto Sans KR"/>
              </a:defRPr>
            </a:lvl9pPr>
          </a:lstStyle>
          <a:p xmlns:a="http://schemas.openxmlformats.org/drawingml/2006/main">
            <a:pPr>
              <a:buNone/>
              <a:defRPr sz="900" b="1">
                <a:solidFill>
                  <a:srgbClr val="8DE5CA"/>
                </a:solidFill>
                <a:latin typeface="Noto Sans KR"/>
                <a:ea typeface="Noto Sans KR"/>
                <a:cs typeface="Noto Sans KR"/>
              </a:defRPr>
            </a:pPr>
            <a:r>
              <a:rPr sz="900" b="1">
                <a:solidFill>
                  <a:srgbClr val="8DE5CA"/>
                </a:solidFill>
                <a:latin typeface="Noto Sans KR"/>
                <a:ea typeface="Noto Sans KR"/>
                <a:cs typeface="Noto Sans KR"/>
              </a:rPr>
              <a:t>PAPER ARCHITECTURE / LIGHTRAG</a:t>
            </a:r>
          </a:p>
        </p:txBody>
      </p:sp>
      <p:sp>
        <p:nvSpPr>
          <p:cNvPr id="2" name="">
            <a:extLst xmlns:a="http://schemas.openxmlformats.org/drawingml/2006/main">
              <a:ext uri="{FF2B5EF4-FFF2-40B4-BE49-F238E27FC236}">
                <a16:creationId xmlns:a16="http://schemas.microsoft.com/office/drawing/2014/main" id="{91E91E4D-4C00-48FA-8809-F0BFB338AB99}"/>
              </a:ext>
            </a:extLst>
          </p:cNvPr>
          <p:cNvSpPr>
            <a:spLocks xmlns:a="http://schemas.openxmlformats.org/drawingml/2006/main" noGrp="1"/>
          </p:cNvSpPr>
          <p:nvPr/>
        </p:nvSpPr>
        <p:spPr>
          <a:xfrm xmlns:a="http://schemas.openxmlformats.org/drawingml/2006/main">
            <a:off x="571500" y="762000"/>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850" b="1">
                <a:solidFill>
                  <a:srgbClr val="EAF5F3"/>
                </a:solidFill>
                <a:latin typeface="Noto Sans KR"/>
                <a:ea typeface="Noto Sans KR"/>
                <a:cs typeface="Noto Sans KR"/>
              </a:defRPr>
            </a:defPPr>
            <a:lvl1pPr>
              <a:buNone/>
              <a:defRPr sz="2850" b="1">
                <a:solidFill>
                  <a:srgbClr val="EAF5F3"/>
                </a:solidFill>
                <a:latin typeface="Noto Sans KR"/>
                <a:ea typeface="Noto Sans KR"/>
                <a:cs typeface="Noto Sans KR"/>
              </a:defRPr>
            </a:lvl1pPr>
            <a:lvl2pPr>
              <a:buNone/>
              <a:defRPr sz="2850" b="1">
                <a:solidFill>
                  <a:srgbClr val="EAF5F3"/>
                </a:solidFill>
                <a:latin typeface="Noto Sans KR"/>
                <a:ea typeface="Noto Sans KR"/>
                <a:cs typeface="Noto Sans KR"/>
              </a:defRPr>
            </a:lvl2pPr>
            <a:lvl3pPr>
              <a:buNone/>
              <a:defRPr sz="2850" b="1">
                <a:solidFill>
                  <a:srgbClr val="EAF5F3"/>
                </a:solidFill>
                <a:latin typeface="Noto Sans KR"/>
                <a:ea typeface="Noto Sans KR"/>
                <a:cs typeface="Noto Sans KR"/>
              </a:defRPr>
            </a:lvl3pPr>
            <a:lvl4pPr>
              <a:buNone/>
              <a:defRPr sz="2850" b="1">
                <a:solidFill>
                  <a:srgbClr val="EAF5F3"/>
                </a:solidFill>
                <a:latin typeface="Noto Sans KR"/>
                <a:ea typeface="Noto Sans KR"/>
                <a:cs typeface="Noto Sans KR"/>
              </a:defRPr>
            </a:lvl4pPr>
            <a:lvl5pPr>
              <a:buNone/>
              <a:defRPr sz="2850" b="1">
                <a:solidFill>
                  <a:srgbClr val="EAF5F3"/>
                </a:solidFill>
                <a:latin typeface="Noto Sans KR"/>
                <a:ea typeface="Noto Sans KR"/>
                <a:cs typeface="Noto Sans KR"/>
              </a:defRPr>
            </a:lvl5pPr>
            <a:lvl6pPr>
              <a:buNone/>
              <a:defRPr sz="2850" b="1">
                <a:solidFill>
                  <a:srgbClr val="EAF5F3"/>
                </a:solidFill>
                <a:latin typeface="Noto Sans KR"/>
                <a:ea typeface="Noto Sans KR"/>
                <a:cs typeface="Noto Sans KR"/>
              </a:defRPr>
            </a:lvl6pPr>
            <a:lvl7pPr>
              <a:buNone/>
              <a:defRPr sz="2850" b="1">
                <a:solidFill>
                  <a:srgbClr val="EAF5F3"/>
                </a:solidFill>
                <a:latin typeface="Noto Sans KR"/>
                <a:ea typeface="Noto Sans KR"/>
                <a:cs typeface="Noto Sans KR"/>
              </a:defRPr>
            </a:lvl7pPr>
            <a:lvl8pPr>
              <a:buNone/>
              <a:defRPr sz="2850" b="1">
                <a:solidFill>
                  <a:srgbClr val="EAF5F3"/>
                </a:solidFill>
                <a:latin typeface="Noto Sans KR"/>
                <a:ea typeface="Noto Sans KR"/>
                <a:cs typeface="Noto Sans KR"/>
              </a:defRPr>
            </a:lvl8pPr>
            <a:lvl9pPr>
              <a:buNone/>
              <a:defRPr sz="2850" b="1">
                <a:solidFill>
                  <a:srgbClr val="EAF5F3"/>
                </a:solidFill>
                <a:latin typeface="Noto Sans KR"/>
                <a:ea typeface="Noto Sans KR"/>
                <a:cs typeface="Noto Sans KR"/>
              </a:defRPr>
            </a:lvl9pPr>
          </a:lstStyle>
          <a:p xmlns:a="http://schemas.openxmlformats.org/drawingml/2006/main">
            <a:pPr>
              <a:buNone/>
              <a:defRPr sz="2850" b="1">
                <a:solidFill>
                  <a:srgbClr val="EAF5F3"/>
                </a:solidFill>
                <a:latin typeface="Noto Sans KR"/>
                <a:ea typeface="Noto Sans KR"/>
                <a:cs typeface="Noto Sans KR"/>
              </a:defRPr>
            </a:pPr>
            <a:r>
              <a:rPr sz="2850" b="1">
                <a:solidFill>
                  <a:srgbClr val="EAF5F3"/>
                </a:solidFill>
                <a:latin typeface="Noto Sans KR"/>
                <a:ea typeface="Noto Sans KR"/>
                <a:cs typeface="Noto Sans KR"/>
              </a:rPr>
              <a:t>LightRAG의 전체 처리 순서</a:t>
            </a:r>
          </a:p>
        </p:txBody>
      </p:sp>
      <p:sp>
        <p:nvSpPr>
          <p:cNvPr id="3" name="">
            <a:extLst xmlns:a="http://schemas.openxmlformats.org/drawingml/2006/main">
              <a:ext uri="{FF2B5EF4-FFF2-40B4-BE49-F238E27FC236}">
                <a16:creationId xmlns:a16="http://schemas.microsoft.com/office/drawing/2014/main" id="{891CCABA-33D8-4861-B01E-F647CB888DF9}"/>
              </a:ext>
            </a:extLst>
          </p:cNvPr>
          <p:cNvSpPr>
            <a:spLocks xmlns:a="http://schemas.openxmlformats.org/drawingml/2006/main" noGrp="1"/>
          </p:cNvSpPr>
          <p:nvPr/>
        </p:nvSpPr>
        <p:spPr>
          <a:xfrm xmlns:a="http://schemas.openxmlformats.org/drawingml/2006/main">
            <a:off x="11144250" y="6429375"/>
            <a:ext cx="52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b="0">
                <a:solidFill>
                  <a:srgbClr val="8DE5CA"/>
                </a:solidFill>
                <a:latin typeface="Noto Sans KR"/>
                <a:ea typeface="Noto Sans KR"/>
                <a:cs typeface="Noto Sans KR"/>
              </a:defRPr>
            </a:defPPr>
            <a:lvl1pPr>
              <a:buNone/>
              <a:defRPr sz="1050" b="0">
                <a:solidFill>
                  <a:srgbClr val="8DE5CA"/>
                </a:solidFill>
                <a:latin typeface="Noto Sans KR"/>
                <a:ea typeface="Noto Sans KR"/>
                <a:cs typeface="Noto Sans KR"/>
              </a:defRPr>
            </a:lvl1pPr>
            <a:lvl2pPr>
              <a:buNone/>
              <a:defRPr sz="1050" b="0">
                <a:solidFill>
                  <a:srgbClr val="8DE5CA"/>
                </a:solidFill>
                <a:latin typeface="Noto Sans KR"/>
                <a:ea typeface="Noto Sans KR"/>
                <a:cs typeface="Noto Sans KR"/>
              </a:defRPr>
            </a:lvl2pPr>
            <a:lvl3pPr>
              <a:buNone/>
              <a:defRPr sz="1050" b="0">
                <a:solidFill>
                  <a:srgbClr val="8DE5CA"/>
                </a:solidFill>
                <a:latin typeface="Noto Sans KR"/>
                <a:ea typeface="Noto Sans KR"/>
                <a:cs typeface="Noto Sans KR"/>
              </a:defRPr>
            </a:lvl3pPr>
            <a:lvl4pPr>
              <a:buNone/>
              <a:defRPr sz="1050" b="0">
                <a:solidFill>
                  <a:srgbClr val="8DE5CA"/>
                </a:solidFill>
                <a:latin typeface="Noto Sans KR"/>
                <a:ea typeface="Noto Sans KR"/>
                <a:cs typeface="Noto Sans KR"/>
              </a:defRPr>
            </a:lvl4pPr>
            <a:lvl5pPr>
              <a:buNone/>
              <a:defRPr sz="1050" b="0">
                <a:solidFill>
                  <a:srgbClr val="8DE5CA"/>
                </a:solidFill>
                <a:latin typeface="Noto Sans KR"/>
                <a:ea typeface="Noto Sans KR"/>
                <a:cs typeface="Noto Sans KR"/>
              </a:defRPr>
            </a:lvl5pPr>
            <a:lvl6pPr>
              <a:buNone/>
              <a:defRPr sz="1050" b="0">
                <a:solidFill>
                  <a:srgbClr val="8DE5CA"/>
                </a:solidFill>
                <a:latin typeface="Noto Sans KR"/>
                <a:ea typeface="Noto Sans KR"/>
                <a:cs typeface="Noto Sans KR"/>
              </a:defRPr>
            </a:lvl6pPr>
            <a:lvl7pPr>
              <a:buNone/>
              <a:defRPr sz="1050" b="0">
                <a:solidFill>
                  <a:srgbClr val="8DE5CA"/>
                </a:solidFill>
                <a:latin typeface="Noto Sans KR"/>
                <a:ea typeface="Noto Sans KR"/>
                <a:cs typeface="Noto Sans KR"/>
              </a:defRPr>
            </a:lvl7pPr>
            <a:lvl8pPr>
              <a:buNone/>
              <a:defRPr sz="1050" b="0">
                <a:solidFill>
                  <a:srgbClr val="8DE5CA"/>
                </a:solidFill>
                <a:latin typeface="Noto Sans KR"/>
                <a:ea typeface="Noto Sans KR"/>
                <a:cs typeface="Noto Sans KR"/>
              </a:defRPr>
            </a:lvl8pPr>
            <a:lvl9pPr>
              <a:buNone/>
              <a:defRPr sz="1050" b="0">
                <a:solidFill>
                  <a:srgbClr val="8DE5CA"/>
                </a:solidFill>
                <a:latin typeface="Noto Sans KR"/>
                <a:ea typeface="Noto Sans KR"/>
                <a:cs typeface="Noto Sans KR"/>
              </a:defRPr>
            </a:lvl9pPr>
          </a:lstStyle>
          <a:p xmlns:a="http://schemas.openxmlformats.org/drawingml/2006/main">
            <a:pPr>
              <a:buNone/>
              <a:defRPr sz="1050" b="0">
                <a:solidFill>
                  <a:srgbClr val="8DE5CA"/>
                </a:solidFill>
                <a:latin typeface="Noto Sans KR"/>
                <a:ea typeface="Noto Sans KR"/>
                <a:cs typeface="Noto Sans KR"/>
              </a:defRPr>
            </a:pPr>
            <a:r>
              <a:rPr sz="1050" b="0">
                <a:solidFill>
                  <a:srgbClr val="8DE5CA"/>
                </a:solidFill>
                <a:latin typeface="Noto Sans KR"/>
                <a:ea typeface="Noto Sans KR"/>
                <a:cs typeface="Noto Sans KR"/>
              </a:rPr>
              <a:t>50</a:t>
            </a:r>
          </a:p>
        </p:txBody>
      </p:sp>
      <p:sp>
        <p:nvSpPr>
          <p:cNvPr id="4" name="">
            <a:extLst xmlns:a="http://schemas.openxmlformats.org/drawingml/2006/main">
              <a:ext uri="{FF2B5EF4-FFF2-40B4-BE49-F238E27FC236}">
                <a16:creationId xmlns:a16="http://schemas.microsoft.com/office/drawing/2014/main" id="{3AAF4E5B-C398-48C5-B0F1-42EB352F2E8E}"/>
              </a:ext>
            </a:extLst>
          </p:cNvPr>
          <p:cNvSpPr>
            <a:spLocks xmlns:a="http://schemas.openxmlformats.org/drawingml/2006/main" noGrp="1"/>
          </p:cNvSpPr>
          <p:nvPr/>
        </p:nvSpPr>
        <p:spPr>
          <a:xfrm xmlns:a="http://schemas.openxmlformats.org/drawingml/2006/main">
            <a:off x="571500"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EBBF3"/>
                </a:solidFill>
                <a:latin typeface="Noto Sans KR"/>
                <a:ea typeface="Noto Sans KR"/>
                <a:cs typeface="Noto Sans KR"/>
              </a:defRPr>
            </a:defPPr>
            <a:lvl1pPr>
              <a:buNone/>
              <a:defRPr sz="1275" b="1">
                <a:solidFill>
                  <a:srgbClr val="8EBBF3"/>
                </a:solidFill>
                <a:latin typeface="Noto Sans KR"/>
                <a:ea typeface="Noto Sans KR"/>
                <a:cs typeface="Noto Sans KR"/>
              </a:defRPr>
            </a:lvl1pPr>
            <a:lvl2pPr>
              <a:buNone/>
              <a:defRPr sz="1275" b="1">
                <a:solidFill>
                  <a:srgbClr val="8EBBF3"/>
                </a:solidFill>
                <a:latin typeface="Noto Sans KR"/>
                <a:ea typeface="Noto Sans KR"/>
                <a:cs typeface="Noto Sans KR"/>
              </a:defRPr>
            </a:lvl2pPr>
            <a:lvl3pPr>
              <a:buNone/>
              <a:defRPr sz="1275" b="1">
                <a:solidFill>
                  <a:srgbClr val="8EBBF3"/>
                </a:solidFill>
                <a:latin typeface="Noto Sans KR"/>
                <a:ea typeface="Noto Sans KR"/>
                <a:cs typeface="Noto Sans KR"/>
              </a:defRPr>
            </a:lvl3pPr>
            <a:lvl4pPr>
              <a:buNone/>
              <a:defRPr sz="1275" b="1">
                <a:solidFill>
                  <a:srgbClr val="8EBBF3"/>
                </a:solidFill>
                <a:latin typeface="Noto Sans KR"/>
                <a:ea typeface="Noto Sans KR"/>
                <a:cs typeface="Noto Sans KR"/>
              </a:defRPr>
            </a:lvl4pPr>
            <a:lvl5pPr>
              <a:buNone/>
              <a:defRPr sz="1275" b="1">
                <a:solidFill>
                  <a:srgbClr val="8EBBF3"/>
                </a:solidFill>
                <a:latin typeface="Noto Sans KR"/>
                <a:ea typeface="Noto Sans KR"/>
                <a:cs typeface="Noto Sans KR"/>
              </a:defRPr>
            </a:lvl5pPr>
            <a:lvl6pPr>
              <a:buNone/>
              <a:defRPr sz="1275" b="1">
                <a:solidFill>
                  <a:srgbClr val="8EBBF3"/>
                </a:solidFill>
                <a:latin typeface="Noto Sans KR"/>
                <a:ea typeface="Noto Sans KR"/>
                <a:cs typeface="Noto Sans KR"/>
              </a:defRPr>
            </a:lvl6pPr>
            <a:lvl7pPr>
              <a:buNone/>
              <a:defRPr sz="1275" b="1">
                <a:solidFill>
                  <a:srgbClr val="8EBBF3"/>
                </a:solidFill>
                <a:latin typeface="Noto Sans KR"/>
                <a:ea typeface="Noto Sans KR"/>
                <a:cs typeface="Noto Sans KR"/>
              </a:defRPr>
            </a:lvl7pPr>
            <a:lvl8pPr>
              <a:buNone/>
              <a:defRPr sz="1275" b="1">
                <a:solidFill>
                  <a:srgbClr val="8EBBF3"/>
                </a:solidFill>
                <a:latin typeface="Noto Sans KR"/>
                <a:ea typeface="Noto Sans KR"/>
                <a:cs typeface="Noto Sans KR"/>
              </a:defRPr>
            </a:lvl8pPr>
            <a:lvl9pPr>
              <a:buNone/>
              <a:defRPr sz="1275" b="1">
                <a:solidFill>
                  <a:srgbClr val="8EBBF3"/>
                </a:solidFill>
                <a:latin typeface="Noto Sans KR"/>
                <a:ea typeface="Noto Sans KR"/>
                <a:cs typeface="Noto Sans KR"/>
              </a:defRPr>
            </a:lvl9pPr>
          </a:lstStyle>
          <a:p xmlns:a="http://schemas.openxmlformats.org/drawingml/2006/main">
            <a:pPr>
              <a:buNone/>
              <a:defRPr sz="1275" b="1">
                <a:solidFill>
                  <a:srgbClr val="8EBBF3"/>
                </a:solidFill>
                <a:latin typeface="Noto Sans KR"/>
                <a:ea typeface="Noto Sans KR"/>
                <a:cs typeface="Noto Sans KR"/>
              </a:defRPr>
            </a:pPr>
            <a:r>
              <a:rPr sz="1275" b="1">
                <a:solidFill>
                  <a:srgbClr val="8EBBF3"/>
                </a:solidFill>
                <a:latin typeface="Noto Sans KR"/>
                <a:ea typeface="Noto Sans KR"/>
                <a:cs typeface="Noto Sans KR"/>
              </a:rPr>
              <a:t>문서가 들어오면 미리 준비</a:t>
            </a:r>
          </a:p>
        </p:txBody>
      </p:sp>
      <p:sp>
        <p:nvSpPr>
          <p:cNvPr id="5" name="">
            <a:extLst xmlns:a="http://schemas.openxmlformats.org/drawingml/2006/main">
              <a:ext uri="{FF2B5EF4-FFF2-40B4-BE49-F238E27FC236}">
                <a16:creationId xmlns:a16="http://schemas.microsoft.com/office/drawing/2014/main" id="{9C704328-01B5-42B0-BFCF-C3955A84A7E8}"/>
              </a:ext>
            </a:extLst>
          </p:cNvPr>
          <p:cNvSpPr>
            <a:spLocks xmlns:a="http://schemas.openxmlformats.org/drawingml/2006/main" noGrp="1"/>
          </p:cNvSpPr>
          <p:nvPr/>
        </p:nvSpPr>
        <p:spPr>
          <a:xfrm xmlns:a="http://schemas.openxmlformats.org/drawingml/2006/main">
            <a:off x="571500"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문서를 조각으로 나누기</a:t>
            </a:r>
          </a:p>
        </p:txBody>
      </p:sp>
      <p:sp>
        <p:nvSpPr>
          <p:cNvPr id="6" name="">
            <a:extLst xmlns:a="http://schemas.openxmlformats.org/drawingml/2006/main">
              <a:ext uri="{FF2B5EF4-FFF2-40B4-BE49-F238E27FC236}">
                <a16:creationId xmlns:a16="http://schemas.microsoft.com/office/drawing/2014/main" id="{E84D2558-611E-492D-B63F-AA13FD35CE5A}"/>
              </a:ext>
            </a:extLst>
          </p:cNvPr>
          <p:cNvSpPr>
            <a:spLocks xmlns:a="http://schemas.openxmlformats.org/drawingml/2006/main" noGrp="1"/>
          </p:cNvSpPr>
          <p:nvPr/>
        </p:nvSpPr>
        <p:spPr>
          <a:xfrm xmlns:a="http://schemas.openxmlformats.org/drawingml/2006/main">
            <a:off x="571500"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개체와 관계 추출</a:t>
            </a:r>
          </a:p>
        </p:txBody>
      </p:sp>
      <p:sp>
        <p:nvSpPr>
          <p:cNvPr id="8" name="">
            <a:extLst xmlns:a="http://schemas.openxmlformats.org/drawingml/2006/main">
              <a:ext uri="{FF2B5EF4-FFF2-40B4-BE49-F238E27FC236}">
                <a16:creationId xmlns:a16="http://schemas.microsoft.com/office/drawing/2014/main" id="{5A4CFD61-60A1-454F-B773-8E8FC124D116}"/>
              </a:ext>
            </a:extLst>
          </p:cNvPr>
          <p:cNvSpPr>
            <a:spLocks xmlns:a="http://schemas.openxmlformats.org/drawingml/2006/main" noGrp="1"/>
          </p:cNvSpPr>
          <p:nvPr/>
        </p:nvSpPr>
        <p:spPr>
          <a:xfrm xmlns:a="http://schemas.openxmlformats.org/drawingml/2006/main">
            <a:off x="571500"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중복된 설명을 합치기</a:t>
            </a:r>
          </a:p>
        </p:txBody>
      </p:sp>
      <p:sp>
        <p:nvSpPr>
          <p:cNvPr id="10" name="">
            <a:extLst xmlns:a="http://schemas.openxmlformats.org/drawingml/2006/main">
              <a:ext uri="{FF2B5EF4-FFF2-40B4-BE49-F238E27FC236}">
                <a16:creationId xmlns:a16="http://schemas.microsoft.com/office/drawing/2014/main" id="{0D711D1E-3B86-4B8A-AACD-EA6E8B810F1C}"/>
              </a:ext>
            </a:extLst>
          </p:cNvPr>
          <p:cNvSpPr>
            <a:spLocks xmlns:a="http://schemas.openxmlformats.org/drawingml/2006/main" noGrp="1"/>
          </p:cNvSpPr>
          <p:nvPr/>
        </p:nvSpPr>
        <p:spPr>
          <a:xfrm xmlns:a="http://schemas.openxmlformats.org/drawingml/2006/main">
            <a:off x="571500"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그래프·벡터·원문 위치 저장</a:t>
            </a:r>
          </a:p>
        </p:txBody>
      </p:sp>
      <p:sp>
        <p:nvSpPr>
          <p:cNvPr id="12" name="">
            <a:extLst xmlns:a="http://schemas.openxmlformats.org/drawingml/2006/main">
              <a:ext uri="{FF2B5EF4-FFF2-40B4-BE49-F238E27FC236}">
                <a16:creationId xmlns:a16="http://schemas.microsoft.com/office/drawing/2014/main" id="{CB8A1FF2-9EC9-4F57-982E-32BC84D6FFF5}"/>
              </a:ext>
            </a:extLst>
          </p:cNvPr>
          <p:cNvSpPr>
            <a:spLocks xmlns:a="http://schemas.openxmlformats.org/drawingml/2006/main" noGrp="1"/>
          </p:cNvSpPr>
          <p:nvPr/>
        </p:nvSpPr>
        <p:spPr>
          <a:xfrm xmlns:a="http://schemas.openxmlformats.org/drawingml/2006/main">
            <a:off x="571500"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새 문서의 정보를 추가</a:t>
            </a:r>
          </a:p>
        </p:txBody>
      </p:sp>
      <p:sp>
        <p:nvSpPr>
          <p:cNvPr id="14" name="">
            <a:extLst xmlns:a="http://schemas.openxmlformats.org/drawingml/2006/main">
              <a:ext uri="{FF2B5EF4-FFF2-40B4-BE49-F238E27FC236}">
                <a16:creationId xmlns:a16="http://schemas.microsoft.com/office/drawing/2014/main" id="{E3C9AF8F-CDFF-45D8-B6FA-C6C5F8B4FDF1}"/>
              </a:ext>
            </a:extLst>
          </p:cNvPr>
          <p:cNvSpPr>
            <a:spLocks xmlns:a="http://schemas.openxmlformats.org/drawingml/2006/main" noGrp="1"/>
          </p:cNvSpPr>
          <p:nvPr/>
        </p:nvSpPr>
        <p:spPr>
          <a:xfrm xmlns:a="http://schemas.openxmlformats.org/drawingml/2006/main">
            <a:off x="6524625"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DE5CA"/>
                </a:solidFill>
                <a:latin typeface="Noto Sans KR"/>
                <a:ea typeface="Noto Sans KR"/>
                <a:cs typeface="Noto Sans KR"/>
              </a:defRPr>
            </a:defPPr>
            <a:lvl1pPr>
              <a:buNone/>
              <a:defRPr sz="1275" b="1">
                <a:solidFill>
                  <a:srgbClr val="8DE5CA"/>
                </a:solidFill>
                <a:latin typeface="Noto Sans KR"/>
                <a:ea typeface="Noto Sans KR"/>
                <a:cs typeface="Noto Sans KR"/>
              </a:defRPr>
            </a:lvl1pPr>
            <a:lvl2pPr>
              <a:buNone/>
              <a:defRPr sz="1275" b="1">
                <a:solidFill>
                  <a:srgbClr val="8DE5CA"/>
                </a:solidFill>
                <a:latin typeface="Noto Sans KR"/>
                <a:ea typeface="Noto Sans KR"/>
                <a:cs typeface="Noto Sans KR"/>
              </a:defRPr>
            </a:lvl2pPr>
            <a:lvl3pPr>
              <a:buNone/>
              <a:defRPr sz="1275" b="1">
                <a:solidFill>
                  <a:srgbClr val="8DE5CA"/>
                </a:solidFill>
                <a:latin typeface="Noto Sans KR"/>
                <a:ea typeface="Noto Sans KR"/>
                <a:cs typeface="Noto Sans KR"/>
              </a:defRPr>
            </a:lvl3pPr>
            <a:lvl4pPr>
              <a:buNone/>
              <a:defRPr sz="1275" b="1">
                <a:solidFill>
                  <a:srgbClr val="8DE5CA"/>
                </a:solidFill>
                <a:latin typeface="Noto Sans KR"/>
                <a:ea typeface="Noto Sans KR"/>
                <a:cs typeface="Noto Sans KR"/>
              </a:defRPr>
            </a:lvl4pPr>
            <a:lvl5pPr>
              <a:buNone/>
              <a:defRPr sz="1275" b="1">
                <a:solidFill>
                  <a:srgbClr val="8DE5CA"/>
                </a:solidFill>
                <a:latin typeface="Noto Sans KR"/>
                <a:ea typeface="Noto Sans KR"/>
                <a:cs typeface="Noto Sans KR"/>
              </a:defRPr>
            </a:lvl5pPr>
            <a:lvl6pPr>
              <a:buNone/>
              <a:defRPr sz="1275" b="1">
                <a:solidFill>
                  <a:srgbClr val="8DE5CA"/>
                </a:solidFill>
                <a:latin typeface="Noto Sans KR"/>
                <a:ea typeface="Noto Sans KR"/>
                <a:cs typeface="Noto Sans KR"/>
              </a:defRPr>
            </a:lvl6pPr>
            <a:lvl7pPr>
              <a:buNone/>
              <a:defRPr sz="1275" b="1">
                <a:solidFill>
                  <a:srgbClr val="8DE5CA"/>
                </a:solidFill>
                <a:latin typeface="Noto Sans KR"/>
                <a:ea typeface="Noto Sans KR"/>
                <a:cs typeface="Noto Sans KR"/>
              </a:defRPr>
            </a:lvl7pPr>
            <a:lvl8pPr>
              <a:buNone/>
              <a:defRPr sz="1275" b="1">
                <a:solidFill>
                  <a:srgbClr val="8DE5CA"/>
                </a:solidFill>
                <a:latin typeface="Noto Sans KR"/>
                <a:ea typeface="Noto Sans KR"/>
                <a:cs typeface="Noto Sans KR"/>
              </a:defRPr>
            </a:lvl8pPr>
            <a:lvl9pPr>
              <a:buNone/>
              <a:defRPr sz="1275" b="1">
                <a:solidFill>
                  <a:srgbClr val="8DE5CA"/>
                </a:solidFill>
                <a:latin typeface="Noto Sans KR"/>
                <a:ea typeface="Noto Sans KR"/>
                <a:cs typeface="Noto Sans KR"/>
              </a:defRPr>
            </a:lvl9pPr>
          </a:lstStyle>
          <a:p xmlns:a="http://schemas.openxmlformats.org/drawingml/2006/main">
            <a:pPr>
              <a:buNone/>
              <a:defRPr sz="1275" b="1">
                <a:solidFill>
                  <a:srgbClr val="8DE5CA"/>
                </a:solidFill>
                <a:latin typeface="Noto Sans KR"/>
                <a:ea typeface="Noto Sans KR"/>
                <a:cs typeface="Noto Sans KR"/>
              </a:defRPr>
            </a:pPr>
            <a:r>
              <a:rPr sz="1275" b="1">
                <a:solidFill>
                  <a:srgbClr val="8DE5CA"/>
                </a:solidFill>
                <a:latin typeface="Noto Sans KR"/>
                <a:ea typeface="Noto Sans KR"/>
                <a:cs typeface="Noto Sans KR"/>
              </a:rPr>
              <a:t>질문이 오면 검색하고 답변</a:t>
            </a:r>
          </a:p>
        </p:txBody>
      </p:sp>
      <p:sp>
        <p:nvSpPr>
          <p:cNvPr id="15" name="">
            <a:extLst xmlns:a="http://schemas.openxmlformats.org/drawingml/2006/main">
              <a:ext uri="{FF2B5EF4-FFF2-40B4-BE49-F238E27FC236}">
                <a16:creationId xmlns:a16="http://schemas.microsoft.com/office/drawing/2014/main" id="{C29AF815-F01C-4C83-B1A2-270AE18A5DAF}"/>
              </a:ext>
            </a:extLst>
          </p:cNvPr>
          <p:cNvSpPr>
            <a:spLocks xmlns:a="http://schemas.openxmlformats.org/drawingml/2006/main" noGrp="1"/>
          </p:cNvSpPr>
          <p:nvPr/>
        </p:nvSpPr>
        <p:spPr>
          <a:xfrm xmlns:a="http://schemas.openxmlformats.org/drawingml/2006/main">
            <a:off x="6524625"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대상·주제 키워드 추출</a:t>
            </a:r>
          </a:p>
        </p:txBody>
      </p:sp>
      <p:sp>
        <p:nvSpPr>
          <p:cNvPr id="16" name="">
            <a:extLst xmlns:a="http://schemas.openxmlformats.org/drawingml/2006/main">
              <a:ext uri="{FF2B5EF4-FFF2-40B4-BE49-F238E27FC236}">
                <a16:creationId xmlns:a16="http://schemas.microsoft.com/office/drawing/2014/main" id="{2998A399-D6EE-422B-ACEF-4050ADEE1E85}"/>
              </a:ext>
            </a:extLst>
          </p:cNvPr>
          <p:cNvSpPr>
            <a:spLocks xmlns:a="http://schemas.openxmlformats.org/drawingml/2006/main" noGrp="1"/>
          </p:cNvSpPr>
          <p:nvPr/>
        </p:nvSpPr>
        <p:spPr>
          <a:xfrm xmlns:a="http://schemas.openxmlformats.org/drawingml/2006/main">
            <a:off x="6524625"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대상 키워드로 개체 찾기</a:t>
            </a:r>
          </a:p>
        </p:txBody>
      </p:sp>
      <p:sp>
        <p:nvSpPr>
          <p:cNvPr id="18" name="">
            <a:extLst xmlns:a="http://schemas.openxmlformats.org/drawingml/2006/main">
              <a:ext uri="{FF2B5EF4-FFF2-40B4-BE49-F238E27FC236}">
                <a16:creationId xmlns:a16="http://schemas.microsoft.com/office/drawing/2014/main" id="{4C4D74D6-C05C-4A57-B7B9-21F168A70E23}"/>
              </a:ext>
            </a:extLst>
          </p:cNvPr>
          <p:cNvSpPr>
            <a:spLocks xmlns:a="http://schemas.openxmlformats.org/drawingml/2006/main" noGrp="1"/>
          </p:cNvSpPr>
          <p:nvPr/>
        </p:nvSpPr>
        <p:spPr>
          <a:xfrm xmlns:a="http://schemas.openxmlformats.org/drawingml/2006/main">
            <a:off x="6524625"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주제 키워드로 관계 찾기</a:t>
            </a:r>
          </a:p>
        </p:txBody>
      </p:sp>
      <p:sp>
        <p:nvSpPr>
          <p:cNvPr id="20" name="">
            <a:extLst xmlns:a="http://schemas.openxmlformats.org/drawingml/2006/main">
              <a:ext uri="{FF2B5EF4-FFF2-40B4-BE49-F238E27FC236}">
                <a16:creationId xmlns:a16="http://schemas.microsoft.com/office/drawing/2014/main" id="{7787F7B2-F9F3-4C61-B0D1-2AC362B40F84}"/>
              </a:ext>
            </a:extLst>
          </p:cNvPr>
          <p:cNvSpPr>
            <a:spLocks xmlns:a="http://schemas.openxmlformats.org/drawingml/2006/main" noGrp="1"/>
          </p:cNvSpPr>
          <p:nvPr/>
        </p:nvSpPr>
        <p:spPr>
          <a:xfrm xmlns:a="http://schemas.openxmlformats.org/drawingml/2006/main">
            <a:off x="6524625"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주변 연결과 원문 모으기</a:t>
            </a:r>
          </a:p>
        </p:txBody>
      </p:sp>
      <p:sp>
        <p:nvSpPr>
          <p:cNvPr id="22" name="">
            <a:extLst xmlns:a="http://schemas.openxmlformats.org/drawingml/2006/main">
              <a:ext uri="{FF2B5EF4-FFF2-40B4-BE49-F238E27FC236}">
                <a16:creationId xmlns:a16="http://schemas.microsoft.com/office/drawing/2014/main" id="{1EEB79F2-E1C7-4478-A0D5-30C55CF98ECC}"/>
              </a:ext>
            </a:extLst>
          </p:cNvPr>
          <p:cNvSpPr>
            <a:spLocks xmlns:a="http://schemas.openxmlformats.org/drawingml/2006/main" noGrp="1"/>
          </p:cNvSpPr>
          <p:nvPr/>
        </p:nvSpPr>
        <p:spPr>
          <a:xfrm xmlns:a="http://schemas.openxmlformats.org/drawingml/2006/main">
            <a:off x="6524625"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모은 근거로 답변 작성</a:t>
            </a:r>
          </a:p>
        </p:txBody>
      </p:sp>
      <p:sp>
        <p:nvSpPr>
          <p:cNvPr id="24" name="">
            <a:extLst xmlns:a="http://schemas.openxmlformats.org/drawingml/2006/main">
              <a:ext uri="{FF2B5EF4-FFF2-40B4-BE49-F238E27FC236}">
                <a16:creationId xmlns:a16="http://schemas.microsoft.com/office/drawing/2014/main" id="{3548E26D-73A4-4294-9983-B9C79879AF9A}"/>
              </a:ext>
            </a:extLst>
          </p:cNvPr>
          <p:cNvSpPr>
            <a:spLocks xmlns:a="http://schemas.openxmlformats.org/drawingml/2006/main" noGrp="1"/>
          </p:cNvSpPr>
          <p:nvPr/>
        </p:nvSpPr>
        <p:spPr>
          <a:xfrm xmlns:a="http://schemas.openxmlformats.org/drawingml/2006/main">
            <a:off x="571500" y="5734050"/>
            <a:ext cx="1095375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9BB4C0"/>
                </a:solidFill>
                <a:latin typeface="Noto Sans KR"/>
                <a:ea typeface="Noto Sans KR"/>
                <a:cs typeface="Noto Sans KR"/>
              </a:defRPr>
            </a:defPPr>
            <a:lvl1pPr>
              <a:buNone/>
              <a:defRPr sz="1200" b="0">
                <a:solidFill>
                  <a:srgbClr val="9BB4C0"/>
                </a:solidFill>
                <a:latin typeface="Noto Sans KR"/>
                <a:ea typeface="Noto Sans KR"/>
                <a:cs typeface="Noto Sans KR"/>
              </a:defRPr>
            </a:lvl1pPr>
            <a:lvl2pPr>
              <a:buNone/>
              <a:defRPr sz="1200" b="0">
                <a:solidFill>
                  <a:srgbClr val="9BB4C0"/>
                </a:solidFill>
                <a:latin typeface="Noto Sans KR"/>
                <a:ea typeface="Noto Sans KR"/>
                <a:cs typeface="Noto Sans KR"/>
              </a:defRPr>
            </a:lvl2pPr>
            <a:lvl3pPr>
              <a:buNone/>
              <a:defRPr sz="1200" b="0">
                <a:solidFill>
                  <a:srgbClr val="9BB4C0"/>
                </a:solidFill>
                <a:latin typeface="Noto Sans KR"/>
                <a:ea typeface="Noto Sans KR"/>
                <a:cs typeface="Noto Sans KR"/>
              </a:defRPr>
            </a:lvl3pPr>
            <a:lvl4pPr>
              <a:buNone/>
              <a:defRPr sz="1200" b="0">
                <a:solidFill>
                  <a:srgbClr val="9BB4C0"/>
                </a:solidFill>
                <a:latin typeface="Noto Sans KR"/>
                <a:ea typeface="Noto Sans KR"/>
                <a:cs typeface="Noto Sans KR"/>
              </a:defRPr>
            </a:lvl4pPr>
            <a:lvl5pPr>
              <a:buNone/>
              <a:defRPr sz="1200" b="0">
                <a:solidFill>
                  <a:srgbClr val="9BB4C0"/>
                </a:solidFill>
                <a:latin typeface="Noto Sans KR"/>
                <a:ea typeface="Noto Sans KR"/>
                <a:cs typeface="Noto Sans KR"/>
              </a:defRPr>
            </a:lvl5pPr>
            <a:lvl6pPr>
              <a:buNone/>
              <a:defRPr sz="1200" b="0">
                <a:solidFill>
                  <a:srgbClr val="9BB4C0"/>
                </a:solidFill>
                <a:latin typeface="Noto Sans KR"/>
                <a:ea typeface="Noto Sans KR"/>
                <a:cs typeface="Noto Sans KR"/>
              </a:defRPr>
            </a:lvl6pPr>
            <a:lvl7pPr>
              <a:buNone/>
              <a:defRPr sz="1200" b="0">
                <a:solidFill>
                  <a:srgbClr val="9BB4C0"/>
                </a:solidFill>
                <a:latin typeface="Noto Sans KR"/>
                <a:ea typeface="Noto Sans KR"/>
                <a:cs typeface="Noto Sans KR"/>
              </a:defRPr>
            </a:lvl7pPr>
            <a:lvl8pPr>
              <a:buNone/>
              <a:defRPr sz="1200" b="0">
                <a:solidFill>
                  <a:srgbClr val="9BB4C0"/>
                </a:solidFill>
                <a:latin typeface="Noto Sans KR"/>
                <a:ea typeface="Noto Sans KR"/>
                <a:cs typeface="Noto Sans KR"/>
              </a:defRPr>
            </a:lvl8pPr>
            <a:lvl9pPr>
              <a:buNone/>
              <a:defRPr sz="1200" b="0">
                <a:solidFill>
                  <a:srgbClr val="9BB4C0"/>
                </a:solidFill>
                <a:latin typeface="Noto Sans KR"/>
                <a:ea typeface="Noto Sans KR"/>
                <a:cs typeface="Noto Sans KR"/>
              </a:defRPr>
            </a:lvl9pPr>
          </a:lstStyle>
          <a:p xmlns:a="http://schemas.openxmlformats.org/drawingml/2006/main">
            <a:pPr>
              <a:buNone/>
              <a:defRPr sz="1200" b="0">
                <a:solidFill>
                  <a:srgbClr val="9BB4C0"/>
                </a:solidFill>
                <a:latin typeface="Noto Sans KR"/>
                <a:ea typeface="Noto Sans KR"/>
                <a:cs typeface="Noto Sans KR"/>
              </a:defRPr>
            </a:pPr>
            <a:r>
              <a:rPr sz="1200" b="0">
                <a:solidFill>
                  <a:srgbClr val="9BB4C0"/>
                </a:solidFill>
                <a:latin typeface="Noto Sans KR"/>
                <a:ea typeface="Noto Sans KR"/>
                <a:cs typeface="Noto Sans KR"/>
              </a:rPr>
              <a:t>웹 실습은 핵심 흐름을 보여 주는 축소 예제입니다. 원 논문과의 차이는 발표자 노트를 참고해 주세요.</a:t>
            </a:r>
          </a:p>
        </p:txBody>
      </p:sp>
    </p:spTree>
    <p:extLst>
      <p:ext uri="{BB962C8B-B14F-4D97-AF65-F5344CB8AC3E}">
        <p14:creationId xmlns:p14="http://schemas.microsoft.com/office/powerpoint/2010/main" val="371560908"/>
      </p:ext>
    </p:extLst>
  </p:cSld>
</p:sld>
</file>

<file path=ppt/slides/slide51.xml><?xml version="1.0" encoding="utf-8"?>
<p:sld xmlns:p="http://schemas.openxmlformats.org/presentationml/2006/main">
  <p:cSld>
    <p:bg>
      <p:bgPr>
        <a:solidFill xmlns:a="http://schemas.openxmlformats.org/drawingml/2006/main">
          <a:srgbClr val="071824"/>
        </a:solidFill>
      </p:bgPr>
    </p:bg>
    <p:spTree>
      <p:nvGrpSpPr>
        <p:cNvPr id="1" name=""/>
        <p:cNvGrpSpPr/>
        <p:nvPr/>
      </p:nvGrpSpPr>
      <p:grpSpPr>
        <a:xfrm xmlns:a="http://schemas.openxmlformats.org/drawingml/2006/main"/>
      </p:grpSpPr>
      <p:cxnSp>
        <p:nvCxnSpPr>
          <p:cNvPr id="23" name="">
            <a:extLst xmlns:a="http://schemas.openxmlformats.org/drawingml/2006/main">
              <a:ext uri="{FF2B5EF4-FFF2-40B4-BE49-F238E27FC236}">
                <a16:creationId xmlns:a16="http://schemas.microsoft.com/office/drawing/2014/main" id="{9ECCBA11-D3AC-4373-A820-21F2CB2C6D38}"/>
              </a:ext>
            </a:extLst>
          </p:cNvPr>
          <p:cNvCxnSpPr>
            <a:stCxn xmlns:a="http://schemas.openxmlformats.org/drawingml/2006/main" id="20" idx="2"/>
            <a:endCxn xmlns:a="http://schemas.openxmlformats.org/drawingml/2006/main" id="22" idx="0"/>
          </p:cNvCxnSpPr>
          <p:nvPr/>
        </p:nvCxnSpPr>
        <p:spPr>
          <a:xfrm xmlns:a="http://schemas.openxmlformats.org/drawingml/2006/main">
            <a:off x="9072563" y="463867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21" name="">
            <a:extLst xmlns:a="http://schemas.openxmlformats.org/drawingml/2006/main">
              <a:ext uri="{FF2B5EF4-FFF2-40B4-BE49-F238E27FC236}">
                <a16:creationId xmlns:a16="http://schemas.microsoft.com/office/drawing/2014/main" id="{FE97D4F7-E917-424F-9B84-86697C5FE878}"/>
              </a:ext>
            </a:extLst>
          </p:cNvPr>
          <p:cNvCxnSpPr>
            <a:stCxn xmlns:a="http://schemas.openxmlformats.org/drawingml/2006/main" id="18" idx="2"/>
            <a:endCxn xmlns:a="http://schemas.openxmlformats.org/drawingml/2006/main" id="20" idx="0"/>
          </p:cNvCxnSpPr>
          <p:nvPr/>
        </p:nvCxnSpPr>
        <p:spPr>
          <a:xfrm xmlns:a="http://schemas.openxmlformats.org/drawingml/2006/main">
            <a:off x="9072563" y="398145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9" name="">
            <a:extLst xmlns:a="http://schemas.openxmlformats.org/drawingml/2006/main">
              <a:ext uri="{FF2B5EF4-FFF2-40B4-BE49-F238E27FC236}">
                <a16:creationId xmlns:a16="http://schemas.microsoft.com/office/drawing/2014/main" id="{DC786C97-6FDB-4A64-B8B1-E5F18E890019}"/>
              </a:ext>
            </a:extLst>
          </p:cNvPr>
          <p:cNvCxnSpPr>
            <a:stCxn xmlns:a="http://schemas.openxmlformats.org/drawingml/2006/main" id="16" idx="2"/>
            <a:endCxn xmlns:a="http://schemas.openxmlformats.org/drawingml/2006/main" id="18" idx="0"/>
          </p:cNvCxnSpPr>
          <p:nvPr/>
        </p:nvCxnSpPr>
        <p:spPr>
          <a:xfrm xmlns:a="http://schemas.openxmlformats.org/drawingml/2006/main">
            <a:off x="9072563" y="332422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7" name="">
            <a:extLst xmlns:a="http://schemas.openxmlformats.org/drawingml/2006/main">
              <a:ext uri="{FF2B5EF4-FFF2-40B4-BE49-F238E27FC236}">
                <a16:creationId xmlns:a16="http://schemas.microsoft.com/office/drawing/2014/main" id="{B930F745-B61B-4978-B698-B0842A2AAC05}"/>
              </a:ext>
            </a:extLst>
          </p:cNvPr>
          <p:cNvCxnSpPr>
            <a:stCxn xmlns:a="http://schemas.openxmlformats.org/drawingml/2006/main" id="15" idx="2"/>
            <a:endCxn xmlns:a="http://schemas.openxmlformats.org/drawingml/2006/main" id="16" idx="0"/>
          </p:cNvCxnSpPr>
          <p:nvPr/>
        </p:nvCxnSpPr>
        <p:spPr>
          <a:xfrm xmlns:a="http://schemas.openxmlformats.org/drawingml/2006/main">
            <a:off x="9072563" y="266700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3" name="">
            <a:extLst xmlns:a="http://schemas.openxmlformats.org/drawingml/2006/main">
              <a:ext uri="{FF2B5EF4-FFF2-40B4-BE49-F238E27FC236}">
                <a16:creationId xmlns:a16="http://schemas.microsoft.com/office/drawing/2014/main" id="{63D47970-BA11-4A4F-A283-8D41A5D5512B}"/>
              </a:ext>
            </a:extLst>
          </p:cNvPr>
          <p:cNvCxnSpPr>
            <a:stCxn xmlns:a="http://schemas.openxmlformats.org/drawingml/2006/main" id="10" idx="2"/>
            <a:endCxn xmlns:a="http://schemas.openxmlformats.org/drawingml/2006/main" id="12" idx="0"/>
          </p:cNvCxnSpPr>
          <p:nvPr/>
        </p:nvCxnSpPr>
        <p:spPr>
          <a:xfrm xmlns:a="http://schemas.openxmlformats.org/drawingml/2006/main">
            <a:off x="3119438" y="463867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11" name="">
            <a:extLst xmlns:a="http://schemas.openxmlformats.org/drawingml/2006/main">
              <a:ext uri="{FF2B5EF4-FFF2-40B4-BE49-F238E27FC236}">
                <a16:creationId xmlns:a16="http://schemas.microsoft.com/office/drawing/2014/main" id="{51A5B131-9795-43C3-9CE3-11319D630EE7}"/>
              </a:ext>
            </a:extLst>
          </p:cNvPr>
          <p:cNvCxnSpPr>
            <a:stCxn xmlns:a="http://schemas.openxmlformats.org/drawingml/2006/main" id="8" idx="2"/>
            <a:endCxn xmlns:a="http://schemas.openxmlformats.org/drawingml/2006/main" id="10" idx="0"/>
          </p:cNvCxnSpPr>
          <p:nvPr/>
        </p:nvCxnSpPr>
        <p:spPr>
          <a:xfrm xmlns:a="http://schemas.openxmlformats.org/drawingml/2006/main">
            <a:off x="3119438" y="398145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9" name="">
            <a:extLst xmlns:a="http://schemas.openxmlformats.org/drawingml/2006/main">
              <a:ext uri="{FF2B5EF4-FFF2-40B4-BE49-F238E27FC236}">
                <a16:creationId xmlns:a16="http://schemas.microsoft.com/office/drawing/2014/main" id="{33FC464D-5A46-4D29-BB53-DCFE541965FA}"/>
              </a:ext>
            </a:extLst>
          </p:cNvPr>
          <p:cNvCxnSpPr>
            <a:stCxn xmlns:a="http://schemas.openxmlformats.org/drawingml/2006/main" id="6" idx="2"/>
            <a:endCxn xmlns:a="http://schemas.openxmlformats.org/drawingml/2006/main" id="8" idx="0"/>
          </p:cNvCxnSpPr>
          <p:nvPr/>
        </p:nvCxnSpPr>
        <p:spPr>
          <a:xfrm xmlns:a="http://schemas.openxmlformats.org/drawingml/2006/main">
            <a:off x="3119438" y="332422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7" name="">
            <a:extLst xmlns:a="http://schemas.openxmlformats.org/drawingml/2006/main">
              <a:ext uri="{FF2B5EF4-FFF2-40B4-BE49-F238E27FC236}">
                <a16:creationId xmlns:a16="http://schemas.microsoft.com/office/drawing/2014/main" id="{0C5B45C4-8C5A-457D-9BB8-6927FCD22C17}"/>
              </a:ext>
            </a:extLst>
          </p:cNvPr>
          <p:cNvCxnSpPr>
            <a:stCxn xmlns:a="http://schemas.openxmlformats.org/drawingml/2006/main" id="5" idx="2"/>
            <a:endCxn xmlns:a="http://schemas.openxmlformats.org/drawingml/2006/main" id="6" idx="0"/>
          </p:cNvCxnSpPr>
          <p:nvPr/>
        </p:nvCxnSpPr>
        <p:spPr>
          <a:xfrm xmlns:a="http://schemas.openxmlformats.org/drawingml/2006/main">
            <a:off x="3119438" y="266700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sp>
        <p:nvSpPr>
          <p:cNvPr id="25" name="">
            <a:extLst xmlns:a="http://schemas.openxmlformats.org/drawingml/2006/main">
              <a:ext uri="{FF2B5EF4-FFF2-40B4-BE49-F238E27FC236}">
                <a16:creationId xmlns:a16="http://schemas.microsoft.com/office/drawing/2014/main" id="{D069C0AB-A4BE-48B0-B133-C40CD8E118B7}"/>
              </a:ext>
            </a:extLst>
          </p:cNvPr>
          <p:cNvSpPr>
            <a:spLocks xmlns:a="http://schemas.openxmlformats.org/drawingml/2006/main" noGrp="1"/>
          </p:cNvSpPr>
          <p:nvPr/>
        </p:nvSpPr>
        <p:spPr>
          <a:xfrm xmlns:a="http://schemas.openxmlformats.org/drawingml/2006/main">
            <a:off x="571500" y="285750"/>
            <a:ext cx="10858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00" b="1">
                <a:solidFill>
                  <a:srgbClr val="8DE5CA"/>
                </a:solidFill>
                <a:latin typeface="Noto Sans KR"/>
                <a:ea typeface="Noto Sans KR"/>
                <a:cs typeface="Noto Sans KR"/>
              </a:defRPr>
            </a:defPPr>
            <a:lvl1pPr>
              <a:buNone/>
              <a:defRPr sz="900" b="1">
                <a:solidFill>
                  <a:srgbClr val="8DE5CA"/>
                </a:solidFill>
                <a:latin typeface="Noto Sans KR"/>
                <a:ea typeface="Noto Sans KR"/>
                <a:cs typeface="Noto Sans KR"/>
              </a:defRPr>
            </a:lvl1pPr>
            <a:lvl2pPr>
              <a:buNone/>
              <a:defRPr sz="900" b="1">
                <a:solidFill>
                  <a:srgbClr val="8DE5CA"/>
                </a:solidFill>
                <a:latin typeface="Noto Sans KR"/>
                <a:ea typeface="Noto Sans KR"/>
                <a:cs typeface="Noto Sans KR"/>
              </a:defRPr>
            </a:lvl2pPr>
            <a:lvl3pPr>
              <a:buNone/>
              <a:defRPr sz="900" b="1">
                <a:solidFill>
                  <a:srgbClr val="8DE5CA"/>
                </a:solidFill>
                <a:latin typeface="Noto Sans KR"/>
                <a:ea typeface="Noto Sans KR"/>
                <a:cs typeface="Noto Sans KR"/>
              </a:defRPr>
            </a:lvl3pPr>
            <a:lvl4pPr>
              <a:buNone/>
              <a:defRPr sz="900" b="1">
                <a:solidFill>
                  <a:srgbClr val="8DE5CA"/>
                </a:solidFill>
                <a:latin typeface="Noto Sans KR"/>
                <a:ea typeface="Noto Sans KR"/>
                <a:cs typeface="Noto Sans KR"/>
              </a:defRPr>
            </a:lvl4pPr>
            <a:lvl5pPr>
              <a:buNone/>
              <a:defRPr sz="900" b="1">
                <a:solidFill>
                  <a:srgbClr val="8DE5CA"/>
                </a:solidFill>
                <a:latin typeface="Noto Sans KR"/>
                <a:ea typeface="Noto Sans KR"/>
                <a:cs typeface="Noto Sans KR"/>
              </a:defRPr>
            </a:lvl5pPr>
            <a:lvl6pPr>
              <a:buNone/>
              <a:defRPr sz="900" b="1">
                <a:solidFill>
                  <a:srgbClr val="8DE5CA"/>
                </a:solidFill>
                <a:latin typeface="Noto Sans KR"/>
                <a:ea typeface="Noto Sans KR"/>
                <a:cs typeface="Noto Sans KR"/>
              </a:defRPr>
            </a:lvl6pPr>
            <a:lvl7pPr>
              <a:buNone/>
              <a:defRPr sz="900" b="1">
                <a:solidFill>
                  <a:srgbClr val="8DE5CA"/>
                </a:solidFill>
                <a:latin typeface="Noto Sans KR"/>
                <a:ea typeface="Noto Sans KR"/>
                <a:cs typeface="Noto Sans KR"/>
              </a:defRPr>
            </a:lvl7pPr>
            <a:lvl8pPr>
              <a:buNone/>
              <a:defRPr sz="900" b="1">
                <a:solidFill>
                  <a:srgbClr val="8DE5CA"/>
                </a:solidFill>
                <a:latin typeface="Noto Sans KR"/>
                <a:ea typeface="Noto Sans KR"/>
                <a:cs typeface="Noto Sans KR"/>
              </a:defRPr>
            </a:lvl8pPr>
            <a:lvl9pPr>
              <a:buNone/>
              <a:defRPr sz="900" b="1">
                <a:solidFill>
                  <a:srgbClr val="8DE5CA"/>
                </a:solidFill>
                <a:latin typeface="Noto Sans KR"/>
                <a:ea typeface="Noto Sans KR"/>
                <a:cs typeface="Noto Sans KR"/>
              </a:defRPr>
            </a:lvl9pPr>
          </a:lstStyle>
          <a:p xmlns:a="http://schemas.openxmlformats.org/drawingml/2006/main">
            <a:pPr>
              <a:buNone/>
              <a:defRPr sz="900" b="1">
                <a:solidFill>
                  <a:srgbClr val="8DE5CA"/>
                </a:solidFill>
                <a:latin typeface="Noto Sans KR"/>
                <a:ea typeface="Noto Sans KR"/>
                <a:cs typeface="Noto Sans KR"/>
              </a:defRPr>
            </a:pPr>
            <a:r>
              <a:rPr sz="900" b="1">
                <a:solidFill>
                  <a:srgbClr val="8DE5CA"/>
                </a:solidFill>
                <a:latin typeface="Noto Sans KR"/>
                <a:ea typeface="Noto Sans KR"/>
                <a:cs typeface="Noto Sans KR"/>
              </a:rPr>
              <a:t>PAPER ARCHITECTURE / HIPPORAG</a:t>
            </a:r>
          </a:p>
        </p:txBody>
      </p:sp>
      <p:sp>
        <p:nvSpPr>
          <p:cNvPr id="2" name="">
            <a:extLst xmlns:a="http://schemas.openxmlformats.org/drawingml/2006/main">
              <a:ext uri="{FF2B5EF4-FFF2-40B4-BE49-F238E27FC236}">
                <a16:creationId xmlns:a16="http://schemas.microsoft.com/office/drawing/2014/main" id="{44C0E3B0-910B-451B-B36A-4DADF392A53A}"/>
              </a:ext>
            </a:extLst>
          </p:cNvPr>
          <p:cNvSpPr>
            <a:spLocks xmlns:a="http://schemas.openxmlformats.org/drawingml/2006/main" noGrp="1"/>
          </p:cNvSpPr>
          <p:nvPr/>
        </p:nvSpPr>
        <p:spPr>
          <a:xfrm xmlns:a="http://schemas.openxmlformats.org/drawingml/2006/main">
            <a:off x="571500" y="762000"/>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850" b="1">
                <a:solidFill>
                  <a:srgbClr val="EAF5F3"/>
                </a:solidFill>
                <a:latin typeface="Noto Sans KR"/>
                <a:ea typeface="Noto Sans KR"/>
                <a:cs typeface="Noto Sans KR"/>
              </a:defRPr>
            </a:defPPr>
            <a:lvl1pPr>
              <a:buNone/>
              <a:defRPr sz="2850" b="1">
                <a:solidFill>
                  <a:srgbClr val="EAF5F3"/>
                </a:solidFill>
                <a:latin typeface="Noto Sans KR"/>
                <a:ea typeface="Noto Sans KR"/>
                <a:cs typeface="Noto Sans KR"/>
              </a:defRPr>
            </a:lvl1pPr>
            <a:lvl2pPr>
              <a:buNone/>
              <a:defRPr sz="2850" b="1">
                <a:solidFill>
                  <a:srgbClr val="EAF5F3"/>
                </a:solidFill>
                <a:latin typeface="Noto Sans KR"/>
                <a:ea typeface="Noto Sans KR"/>
                <a:cs typeface="Noto Sans KR"/>
              </a:defRPr>
            </a:lvl2pPr>
            <a:lvl3pPr>
              <a:buNone/>
              <a:defRPr sz="2850" b="1">
                <a:solidFill>
                  <a:srgbClr val="EAF5F3"/>
                </a:solidFill>
                <a:latin typeface="Noto Sans KR"/>
                <a:ea typeface="Noto Sans KR"/>
                <a:cs typeface="Noto Sans KR"/>
              </a:defRPr>
            </a:lvl3pPr>
            <a:lvl4pPr>
              <a:buNone/>
              <a:defRPr sz="2850" b="1">
                <a:solidFill>
                  <a:srgbClr val="EAF5F3"/>
                </a:solidFill>
                <a:latin typeface="Noto Sans KR"/>
                <a:ea typeface="Noto Sans KR"/>
                <a:cs typeface="Noto Sans KR"/>
              </a:defRPr>
            </a:lvl4pPr>
            <a:lvl5pPr>
              <a:buNone/>
              <a:defRPr sz="2850" b="1">
                <a:solidFill>
                  <a:srgbClr val="EAF5F3"/>
                </a:solidFill>
                <a:latin typeface="Noto Sans KR"/>
                <a:ea typeface="Noto Sans KR"/>
                <a:cs typeface="Noto Sans KR"/>
              </a:defRPr>
            </a:lvl5pPr>
            <a:lvl6pPr>
              <a:buNone/>
              <a:defRPr sz="2850" b="1">
                <a:solidFill>
                  <a:srgbClr val="EAF5F3"/>
                </a:solidFill>
                <a:latin typeface="Noto Sans KR"/>
                <a:ea typeface="Noto Sans KR"/>
                <a:cs typeface="Noto Sans KR"/>
              </a:defRPr>
            </a:lvl6pPr>
            <a:lvl7pPr>
              <a:buNone/>
              <a:defRPr sz="2850" b="1">
                <a:solidFill>
                  <a:srgbClr val="EAF5F3"/>
                </a:solidFill>
                <a:latin typeface="Noto Sans KR"/>
                <a:ea typeface="Noto Sans KR"/>
                <a:cs typeface="Noto Sans KR"/>
              </a:defRPr>
            </a:lvl7pPr>
            <a:lvl8pPr>
              <a:buNone/>
              <a:defRPr sz="2850" b="1">
                <a:solidFill>
                  <a:srgbClr val="EAF5F3"/>
                </a:solidFill>
                <a:latin typeface="Noto Sans KR"/>
                <a:ea typeface="Noto Sans KR"/>
                <a:cs typeface="Noto Sans KR"/>
              </a:defRPr>
            </a:lvl8pPr>
            <a:lvl9pPr>
              <a:buNone/>
              <a:defRPr sz="2850" b="1">
                <a:solidFill>
                  <a:srgbClr val="EAF5F3"/>
                </a:solidFill>
                <a:latin typeface="Noto Sans KR"/>
                <a:ea typeface="Noto Sans KR"/>
                <a:cs typeface="Noto Sans KR"/>
              </a:defRPr>
            </a:lvl9pPr>
          </a:lstStyle>
          <a:p xmlns:a="http://schemas.openxmlformats.org/drawingml/2006/main">
            <a:pPr>
              <a:buNone/>
              <a:defRPr sz="2850" b="1">
                <a:solidFill>
                  <a:srgbClr val="EAF5F3"/>
                </a:solidFill>
                <a:latin typeface="Noto Sans KR"/>
                <a:ea typeface="Noto Sans KR"/>
                <a:cs typeface="Noto Sans KR"/>
              </a:defRPr>
            </a:pPr>
            <a:r>
              <a:rPr sz="2850" b="1">
                <a:solidFill>
                  <a:srgbClr val="EAF5F3"/>
                </a:solidFill>
                <a:latin typeface="Noto Sans KR"/>
                <a:ea typeface="Noto Sans KR"/>
                <a:cs typeface="Noto Sans KR"/>
              </a:rPr>
              <a:t>HippoRAG의 전체 처리 순서</a:t>
            </a:r>
          </a:p>
        </p:txBody>
      </p:sp>
      <p:sp>
        <p:nvSpPr>
          <p:cNvPr id="3" name="">
            <a:extLst xmlns:a="http://schemas.openxmlformats.org/drawingml/2006/main">
              <a:ext uri="{FF2B5EF4-FFF2-40B4-BE49-F238E27FC236}">
                <a16:creationId xmlns:a16="http://schemas.microsoft.com/office/drawing/2014/main" id="{E785009E-3754-4E9E-8E9C-A62E5C30A7E0}"/>
              </a:ext>
            </a:extLst>
          </p:cNvPr>
          <p:cNvSpPr>
            <a:spLocks xmlns:a="http://schemas.openxmlformats.org/drawingml/2006/main" noGrp="1"/>
          </p:cNvSpPr>
          <p:nvPr/>
        </p:nvSpPr>
        <p:spPr>
          <a:xfrm xmlns:a="http://schemas.openxmlformats.org/drawingml/2006/main">
            <a:off x="11144250" y="6429375"/>
            <a:ext cx="52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b="0">
                <a:solidFill>
                  <a:srgbClr val="8DE5CA"/>
                </a:solidFill>
                <a:latin typeface="Noto Sans KR"/>
                <a:ea typeface="Noto Sans KR"/>
                <a:cs typeface="Noto Sans KR"/>
              </a:defRPr>
            </a:defPPr>
            <a:lvl1pPr>
              <a:buNone/>
              <a:defRPr sz="1050" b="0">
                <a:solidFill>
                  <a:srgbClr val="8DE5CA"/>
                </a:solidFill>
                <a:latin typeface="Noto Sans KR"/>
                <a:ea typeface="Noto Sans KR"/>
                <a:cs typeface="Noto Sans KR"/>
              </a:defRPr>
            </a:lvl1pPr>
            <a:lvl2pPr>
              <a:buNone/>
              <a:defRPr sz="1050" b="0">
                <a:solidFill>
                  <a:srgbClr val="8DE5CA"/>
                </a:solidFill>
                <a:latin typeface="Noto Sans KR"/>
                <a:ea typeface="Noto Sans KR"/>
                <a:cs typeface="Noto Sans KR"/>
              </a:defRPr>
            </a:lvl2pPr>
            <a:lvl3pPr>
              <a:buNone/>
              <a:defRPr sz="1050" b="0">
                <a:solidFill>
                  <a:srgbClr val="8DE5CA"/>
                </a:solidFill>
                <a:latin typeface="Noto Sans KR"/>
                <a:ea typeface="Noto Sans KR"/>
                <a:cs typeface="Noto Sans KR"/>
              </a:defRPr>
            </a:lvl3pPr>
            <a:lvl4pPr>
              <a:buNone/>
              <a:defRPr sz="1050" b="0">
                <a:solidFill>
                  <a:srgbClr val="8DE5CA"/>
                </a:solidFill>
                <a:latin typeface="Noto Sans KR"/>
                <a:ea typeface="Noto Sans KR"/>
                <a:cs typeface="Noto Sans KR"/>
              </a:defRPr>
            </a:lvl4pPr>
            <a:lvl5pPr>
              <a:buNone/>
              <a:defRPr sz="1050" b="0">
                <a:solidFill>
                  <a:srgbClr val="8DE5CA"/>
                </a:solidFill>
                <a:latin typeface="Noto Sans KR"/>
                <a:ea typeface="Noto Sans KR"/>
                <a:cs typeface="Noto Sans KR"/>
              </a:defRPr>
            </a:lvl5pPr>
            <a:lvl6pPr>
              <a:buNone/>
              <a:defRPr sz="1050" b="0">
                <a:solidFill>
                  <a:srgbClr val="8DE5CA"/>
                </a:solidFill>
                <a:latin typeface="Noto Sans KR"/>
                <a:ea typeface="Noto Sans KR"/>
                <a:cs typeface="Noto Sans KR"/>
              </a:defRPr>
            </a:lvl6pPr>
            <a:lvl7pPr>
              <a:buNone/>
              <a:defRPr sz="1050" b="0">
                <a:solidFill>
                  <a:srgbClr val="8DE5CA"/>
                </a:solidFill>
                <a:latin typeface="Noto Sans KR"/>
                <a:ea typeface="Noto Sans KR"/>
                <a:cs typeface="Noto Sans KR"/>
              </a:defRPr>
            </a:lvl7pPr>
            <a:lvl8pPr>
              <a:buNone/>
              <a:defRPr sz="1050" b="0">
                <a:solidFill>
                  <a:srgbClr val="8DE5CA"/>
                </a:solidFill>
                <a:latin typeface="Noto Sans KR"/>
                <a:ea typeface="Noto Sans KR"/>
                <a:cs typeface="Noto Sans KR"/>
              </a:defRPr>
            </a:lvl8pPr>
            <a:lvl9pPr>
              <a:buNone/>
              <a:defRPr sz="1050" b="0">
                <a:solidFill>
                  <a:srgbClr val="8DE5CA"/>
                </a:solidFill>
                <a:latin typeface="Noto Sans KR"/>
                <a:ea typeface="Noto Sans KR"/>
                <a:cs typeface="Noto Sans KR"/>
              </a:defRPr>
            </a:lvl9pPr>
          </a:lstStyle>
          <a:p xmlns:a="http://schemas.openxmlformats.org/drawingml/2006/main">
            <a:pPr>
              <a:buNone/>
              <a:defRPr sz="1050" b="0">
                <a:solidFill>
                  <a:srgbClr val="8DE5CA"/>
                </a:solidFill>
                <a:latin typeface="Noto Sans KR"/>
                <a:ea typeface="Noto Sans KR"/>
                <a:cs typeface="Noto Sans KR"/>
              </a:defRPr>
            </a:pPr>
            <a:r>
              <a:rPr sz="1050" b="0">
                <a:solidFill>
                  <a:srgbClr val="8DE5CA"/>
                </a:solidFill>
                <a:latin typeface="Noto Sans KR"/>
                <a:ea typeface="Noto Sans KR"/>
                <a:cs typeface="Noto Sans KR"/>
              </a:rPr>
              <a:t>51</a:t>
            </a:r>
          </a:p>
        </p:txBody>
      </p:sp>
      <p:sp>
        <p:nvSpPr>
          <p:cNvPr id="4" name="">
            <a:extLst xmlns:a="http://schemas.openxmlformats.org/drawingml/2006/main">
              <a:ext uri="{FF2B5EF4-FFF2-40B4-BE49-F238E27FC236}">
                <a16:creationId xmlns:a16="http://schemas.microsoft.com/office/drawing/2014/main" id="{427F4BE6-6602-4D9F-882D-B69D7290E449}"/>
              </a:ext>
            </a:extLst>
          </p:cNvPr>
          <p:cNvSpPr>
            <a:spLocks xmlns:a="http://schemas.openxmlformats.org/drawingml/2006/main" noGrp="1"/>
          </p:cNvSpPr>
          <p:nvPr/>
        </p:nvSpPr>
        <p:spPr>
          <a:xfrm xmlns:a="http://schemas.openxmlformats.org/drawingml/2006/main">
            <a:off x="571500"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EBBF3"/>
                </a:solidFill>
                <a:latin typeface="Noto Sans KR"/>
                <a:ea typeface="Noto Sans KR"/>
                <a:cs typeface="Noto Sans KR"/>
              </a:defRPr>
            </a:defPPr>
            <a:lvl1pPr>
              <a:buNone/>
              <a:defRPr sz="1275" b="1">
                <a:solidFill>
                  <a:srgbClr val="8EBBF3"/>
                </a:solidFill>
                <a:latin typeface="Noto Sans KR"/>
                <a:ea typeface="Noto Sans KR"/>
                <a:cs typeface="Noto Sans KR"/>
              </a:defRPr>
            </a:lvl1pPr>
            <a:lvl2pPr>
              <a:buNone/>
              <a:defRPr sz="1275" b="1">
                <a:solidFill>
                  <a:srgbClr val="8EBBF3"/>
                </a:solidFill>
                <a:latin typeface="Noto Sans KR"/>
                <a:ea typeface="Noto Sans KR"/>
                <a:cs typeface="Noto Sans KR"/>
              </a:defRPr>
            </a:lvl2pPr>
            <a:lvl3pPr>
              <a:buNone/>
              <a:defRPr sz="1275" b="1">
                <a:solidFill>
                  <a:srgbClr val="8EBBF3"/>
                </a:solidFill>
                <a:latin typeface="Noto Sans KR"/>
                <a:ea typeface="Noto Sans KR"/>
                <a:cs typeface="Noto Sans KR"/>
              </a:defRPr>
            </a:lvl3pPr>
            <a:lvl4pPr>
              <a:buNone/>
              <a:defRPr sz="1275" b="1">
                <a:solidFill>
                  <a:srgbClr val="8EBBF3"/>
                </a:solidFill>
                <a:latin typeface="Noto Sans KR"/>
                <a:ea typeface="Noto Sans KR"/>
                <a:cs typeface="Noto Sans KR"/>
              </a:defRPr>
            </a:lvl4pPr>
            <a:lvl5pPr>
              <a:buNone/>
              <a:defRPr sz="1275" b="1">
                <a:solidFill>
                  <a:srgbClr val="8EBBF3"/>
                </a:solidFill>
                <a:latin typeface="Noto Sans KR"/>
                <a:ea typeface="Noto Sans KR"/>
                <a:cs typeface="Noto Sans KR"/>
              </a:defRPr>
            </a:lvl5pPr>
            <a:lvl6pPr>
              <a:buNone/>
              <a:defRPr sz="1275" b="1">
                <a:solidFill>
                  <a:srgbClr val="8EBBF3"/>
                </a:solidFill>
                <a:latin typeface="Noto Sans KR"/>
                <a:ea typeface="Noto Sans KR"/>
                <a:cs typeface="Noto Sans KR"/>
              </a:defRPr>
            </a:lvl6pPr>
            <a:lvl7pPr>
              <a:buNone/>
              <a:defRPr sz="1275" b="1">
                <a:solidFill>
                  <a:srgbClr val="8EBBF3"/>
                </a:solidFill>
                <a:latin typeface="Noto Sans KR"/>
                <a:ea typeface="Noto Sans KR"/>
                <a:cs typeface="Noto Sans KR"/>
              </a:defRPr>
            </a:lvl7pPr>
            <a:lvl8pPr>
              <a:buNone/>
              <a:defRPr sz="1275" b="1">
                <a:solidFill>
                  <a:srgbClr val="8EBBF3"/>
                </a:solidFill>
                <a:latin typeface="Noto Sans KR"/>
                <a:ea typeface="Noto Sans KR"/>
                <a:cs typeface="Noto Sans KR"/>
              </a:defRPr>
            </a:lvl8pPr>
            <a:lvl9pPr>
              <a:buNone/>
              <a:defRPr sz="1275" b="1">
                <a:solidFill>
                  <a:srgbClr val="8EBBF3"/>
                </a:solidFill>
                <a:latin typeface="Noto Sans KR"/>
                <a:ea typeface="Noto Sans KR"/>
                <a:cs typeface="Noto Sans KR"/>
              </a:defRPr>
            </a:lvl9pPr>
          </a:lstStyle>
          <a:p xmlns:a="http://schemas.openxmlformats.org/drawingml/2006/main">
            <a:pPr>
              <a:buNone/>
              <a:defRPr sz="1275" b="1">
                <a:solidFill>
                  <a:srgbClr val="8EBBF3"/>
                </a:solidFill>
                <a:latin typeface="Noto Sans KR"/>
                <a:ea typeface="Noto Sans KR"/>
                <a:cs typeface="Noto Sans KR"/>
              </a:defRPr>
            </a:pPr>
            <a:r>
              <a:rPr sz="1275" b="1">
                <a:solidFill>
                  <a:srgbClr val="8EBBF3"/>
                </a:solidFill>
                <a:latin typeface="Noto Sans KR"/>
                <a:ea typeface="Noto Sans KR"/>
                <a:cs typeface="Noto Sans KR"/>
              </a:rPr>
              <a:t>문서가 들어오면 미리 준비</a:t>
            </a:r>
          </a:p>
        </p:txBody>
      </p:sp>
      <p:sp>
        <p:nvSpPr>
          <p:cNvPr id="5" name="">
            <a:extLst xmlns:a="http://schemas.openxmlformats.org/drawingml/2006/main">
              <a:ext uri="{FF2B5EF4-FFF2-40B4-BE49-F238E27FC236}">
                <a16:creationId xmlns:a16="http://schemas.microsoft.com/office/drawing/2014/main" id="{FF9D01DD-E5A7-4CC2-88E1-05A010C3597A}"/>
              </a:ext>
            </a:extLst>
          </p:cNvPr>
          <p:cNvSpPr>
            <a:spLocks xmlns:a="http://schemas.openxmlformats.org/drawingml/2006/main" noGrp="1"/>
          </p:cNvSpPr>
          <p:nvPr/>
        </p:nvSpPr>
        <p:spPr>
          <a:xfrm xmlns:a="http://schemas.openxmlformats.org/drawingml/2006/main">
            <a:off x="571500"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문서를 문단으로 나누기</a:t>
            </a:r>
          </a:p>
        </p:txBody>
      </p:sp>
      <p:sp>
        <p:nvSpPr>
          <p:cNvPr id="6" name="">
            <a:extLst xmlns:a="http://schemas.openxmlformats.org/drawingml/2006/main">
              <a:ext uri="{FF2B5EF4-FFF2-40B4-BE49-F238E27FC236}">
                <a16:creationId xmlns:a16="http://schemas.microsoft.com/office/drawing/2014/main" id="{8CADC742-52E4-4A8B-BA24-27D1DF9A84C3}"/>
              </a:ext>
            </a:extLst>
          </p:cNvPr>
          <p:cNvSpPr>
            <a:spLocks xmlns:a="http://schemas.openxmlformats.org/drawingml/2006/main" noGrp="1"/>
          </p:cNvSpPr>
          <p:nvPr/>
        </p:nvSpPr>
        <p:spPr>
          <a:xfrm xmlns:a="http://schemas.openxmlformats.org/drawingml/2006/main">
            <a:off x="571500"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문장에서 개체·관계 추출</a:t>
            </a:r>
          </a:p>
        </p:txBody>
      </p:sp>
      <p:sp>
        <p:nvSpPr>
          <p:cNvPr id="8" name="">
            <a:extLst xmlns:a="http://schemas.openxmlformats.org/drawingml/2006/main">
              <a:ext uri="{FF2B5EF4-FFF2-40B4-BE49-F238E27FC236}">
                <a16:creationId xmlns:a16="http://schemas.microsoft.com/office/drawing/2014/main" id="{1BF86C5A-495C-467A-BB48-032D0B9CA5FB}"/>
              </a:ext>
            </a:extLst>
          </p:cNvPr>
          <p:cNvSpPr>
            <a:spLocks xmlns:a="http://schemas.openxmlformats.org/drawingml/2006/main" noGrp="1"/>
          </p:cNvSpPr>
          <p:nvPr/>
        </p:nvSpPr>
        <p:spPr>
          <a:xfrm xmlns:a="http://schemas.openxmlformats.org/drawingml/2006/main">
            <a:off x="571500"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같은 의미의 개체 연결</a:t>
            </a:r>
          </a:p>
        </p:txBody>
      </p:sp>
      <p:sp>
        <p:nvSpPr>
          <p:cNvPr id="10" name="">
            <a:extLst xmlns:a="http://schemas.openxmlformats.org/drawingml/2006/main">
              <a:ext uri="{FF2B5EF4-FFF2-40B4-BE49-F238E27FC236}">
                <a16:creationId xmlns:a16="http://schemas.microsoft.com/office/drawing/2014/main" id="{C1640753-D9D2-4F2D-97E0-E144966EA095}"/>
              </a:ext>
            </a:extLst>
          </p:cNvPr>
          <p:cNvSpPr>
            <a:spLocks xmlns:a="http://schemas.openxmlformats.org/drawingml/2006/main" noGrp="1"/>
          </p:cNvSpPr>
          <p:nvPr/>
        </p:nvSpPr>
        <p:spPr>
          <a:xfrm xmlns:a="http://schemas.openxmlformats.org/drawingml/2006/main">
            <a:off x="571500"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개체와 원문 문단 연결</a:t>
            </a:r>
          </a:p>
        </p:txBody>
      </p:sp>
      <p:sp>
        <p:nvSpPr>
          <p:cNvPr id="12" name="">
            <a:extLst xmlns:a="http://schemas.openxmlformats.org/drawingml/2006/main">
              <a:ext uri="{FF2B5EF4-FFF2-40B4-BE49-F238E27FC236}">
                <a16:creationId xmlns:a16="http://schemas.microsoft.com/office/drawing/2014/main" id="{693A2ABD-AAB2-49A6-B914-BBA672A4C8C2}"/>
              </a:ext>
            </a:extLst>
          </p:cNvPr>
          <p:cNvSpPr>
            <a:spLocks xmlns:a="http://schemas.openxmlformats.org/drawingml/2006/main" noGrp="1"/>
          </p:cNvSpPr>
          <p:nvPr/>
        </p:nvSpPr>
        <p:spPr>
          <a:xfrm xmlns:a="http://schemas.openxmlformats.org/drawingml/2006/main">
            <a:off x="571500"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연결망을 검색용으로 저장</a:t>
            </a:r>
          </a:p>
        </p:txBody>
      </p:sp>
      <p:sp>
        <p:nvSpPr>
          <p:cNvPr id="14" name="">
            <a:extLst xmlns:a="http://schemas.openxmlformats.org/drawingml/2006/main">
              <a:ext uri="{FF2B5EF4-FFF2-40B4-BE49-F238E27FC236}">
                <a16:creationId xmlns:a16="http://schemas.microsoft.com/office/drawing/2014/main" id="{9875D09C-B033-4C4F-BDDB-5BC37D0C94E7}"/>
              </a:ext>
            </a:extLst>
          </p:cNvPr>
          <p:cNvSpPr>
            <a:spLocks xmlns:a="http://schemas.openxmlformats.org/drawingml/2006/main" noGrp="1"/>
          </p:cNvSpPr>
          <p:nvPr/>
        </p:nvSpPr>
        <p:spPr>
          <a:xfrm xmlns:a="http://schemas.openxmlformats.org/drawingml/2006/main">
            <a:off x="6524625"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DE5CA"/>
                </a:solidFill>
                <a:latin typeface="Noto Sans KR"/>
                <a:ea typeface="Noto Sans KR"/>
                <a:cs typeface="Noto Sans KR"/>
              </a:defRPr>
            </a:defPPr>
            <a:lvl1pPr>
              <a:buNone/>
              <a:defRPr sz="1275" b="1">
                <a:solidFill>
                  <a:srgbClr val="8DE5CA"/>
                </a:solidFill>
                <a:latin typeface="Noto Sans KR"/>
                <a:ea typeface="Noto Sans KR"/>
                <a:cs typeface="Noto Sans KR"/>
              </a:defRPr>
            </a:lvl1pPr>
            <a:lvl2pPr>
              <a:buNone/>
              <a:defRPr sz="1275" b="1">
                <a:solidFill>
                  <a:srgbClr val="8DE5CA"/>
                </a:solidFill>
                <a:latin typeface="Noto Sans KR"/>
                <a:ea typeface="Noto Sans KR"/>
                <a:cs typeface="Noto Sans KR"/>
              </a:defRPr>
            </a:lvl2pPr>
            <a:lvl3pPr>
              <a:buNone/>
              <a:defRPr sz="1275" b="1">
                <a:solidFill>
                  <a:srgbClr val="8DE5CA"/>
                </a:solidFill>
                <a:latin typeface="Noto Sans KR"/>
                <a:ea typeface="Noto Sans KR"/>
                <a:cs typeface="Noto Sans KR"/>
              </a:defRPr>
            </a:lvl3pPr>
            <a:lvl4pPr>
              <a:buNone/>
              <a:defRPr sz="1275" b="1">
                <a:solidFill>
                  <a:srgbClr val="8DE5CA"/>
                </a:solidFill>
                <a:latin typeface="Noto Sans KR"/>
                <a:ea typeface="Noto Sans KR"/>
                <a:cs typeface="Noto Sans KR"/>
              </a:defRPr>
            </a:lvl4pPr>
            <a:lvl5pPr>
              <a:buNone/>
              <a:defRPr sz="1275" b="1">
                <a:solidFill>
                  <a:srgbClr val="8DE5CA"/>
                </a:solidFill>
                <a:latin typeface="Noto Sans KR"/>
                <a:ea typeface="Noto Sans KR"/>
                <a:cs typeface="Noto Sans KR"/>
              </a:defRPr>
            </a:lvl5pPr>
            <a:lvl6pPr>
              <a:buNone/>
              <a:defRPr sz="1275" b="1">
                <a:solidFill>
                  <a:srgbClr val="8DE5CA"/>
                </a:solidFill>
                <a:latin typeface="Noto Sans KR"/>
                <a:ea typeface="Noto Sans KR"/>
                <a:cs typeface="Noto Sans KR"/>
              </a:defRPr>
            </a:lvl6pPr>
            <a:lvl7pPr>
              <a:buNone/>
              <a:defRPr sz="1275" b="1">
                <a:solidFill>
                  <a:srgbClr val="8DE5CA"/>
                </a:solidFill>
                <a:latin typeface="Noto Sans KR"/>
                <a:ea typeface="Noto Sans KR"/>
                <a:cs typeface="Noto Sans KR"/>
              </a:defRPr>
            </a:lvl7pPr>
            <a:lvl8pPr>
              <a:buNone/>
              <a:defRPr sz="1275" b="1">
                <a:solidFill>
                  <a:srgbClr val="8DE5CA"/>
                </a:solidFill>
                <a:latin typeface="Noto Sans KR"/>
                <a:ea typeface="Noto Sans KR"/>
                <a:cs typeface="Noto Sans KR"/>
              </a:defRPr>
            </a:lvl8pPr>
            <a:lvl9pPr>
              <a:buNone/>
              <a:defRPr sz="1275" b="1">
                <a:solidFill>
                  <a:srgbClr val="8DE5CA"/>
                </a:solidFill>
                <a:latin typeface="Noto Sans KR"/>
                <a:ea typeface="Noto Sans KR"/>
                <a:cs typeface="Noto Sans KR"/>
              </a:defRPr>
            </a:lvl9pPr>
          </a:lstStyle>
          <a:p xmlns:a="http://schemas.openxmlformats.org/drawingml/2006/main">
            <a:pPr>
              <a:buNone/>
              <a:defRPr sz="1275" b="1">
                <a:solidFill>
                  <a:srgbClr val="8DE5CA"/>
                </a:solidFill>
                <a:latin typeface="Noto Sans KR"/>
                <a:ea typeface="Noto Sans KR"/>
                <a:cs typeface="Noto Sans KR"/>
              </a:defRPr>
            </a:pPr>
            <a:r>
              <a:rPr sz="1275" b="1">
                <a:solidFill>
                  <a:srgbClr val="8DE5CA"/>
                </a:solidFill>
                <a:latin typeface="Noto Sans KR"/>
                <a:ea typeface="Noto Sans KR"/>
                <a:cs typeface="Noto Sans KR"/>
              </a:rPr>
              <a:t>질문이 오면 검색하고 답변</a:t>
            </a:r>
          </a:p>
        </p:txBody>
      </p:sp>
      <p:sp>
        <p:nvSpPr>
          <p:cNvPr id="15" name="">
            <a:extLst xmlns:a="http://schemas.openxmlformats.org/drawingml/2006/main">
              <a:ext uri="{FF2B5EF4-FFF2-40B4-BE49-F238E27FC236}">
                <a16:creationId xmlns:a16="http://schemas.microsoft.com/office/drawing/2014/main" id="{64E72686-6C57-4AAA-8652-DA3BB0ECE74E}"/>
              </a:ext>
            </a:extLst>
          </p:cNvPr>
          <p:cNvSpPr>
            <a:spLocks xmlns:a="http://schemas.openxmlformats.org/drawingml/2006/main" noGrp="1"/>
          </p:cNvSpPr>
          <p:nvPr/>
        </p:nvSpPr>
        <p:spPr>
          <a:xfrm xmlns:a="http://schemas.openxmlformats.org/drawingml/2006/main">
            <a:off x="6524625"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질문에서 시작 단서 추출</a:t>
            </a:r>
          </a:p>
        </p:txBody>
      </p:sp>
      <p:sp>
        <p:nvSpPr>
          <p:cNvPr id="16" name="">
            <a:extLst xmlns:a="http://schemas.openxmlformats.org/drawingml/2006/main">
              <a:ext uri="{FF2B5EF4-FFF2-40B4-BE49-F238E27FC236}">
                <a16:creationId xmlns:a16="http://schemas.microsoft.com/office/drawing/2014/main" id="{814C630F-BEE9-4693-B686-F51D1C817882}"/>
              </a:ext>
            </a:extLst>
          </p:cNvPr>
          <p:cNvSpPr>
            <a:spLocks xmlns:a="http://schemas.openxmlformats.org/drawingml/2006/main" noGrp="1"/>
          </p:cNvSpPr>
          <p:nvPr/>
        </p:nvSpPr>
        <p:spPr>
          <a:xfrm xmlns:a="http://schemas.openxmlformats.org/drawingml/2006/main">
            <a:off x="6524625"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단서를 그래프 개체와 맞추기</a:t>
            </a:r>
          </a:p>
        </p:txBody>
      </p:sp>
      <p:sp>
        <p:nvSpPr>
          <p:cNvPr id="18" name="">
            <a:extLst xmlns:a="http://schemas.openxmlformats.org/drawingml/2006/main">
              <a:ext uri="{FF2B5EF4-FFF2-40B4-BE49-F238E27FC236}">
                <a16:creationId xmlns:a16="http://schemas.microsoft.com/office/drawing/2014/main" id="{ABE77CC3-CD22-4403-A931-7029940E92E5}"/>
              </a:ext>
            </a:extLst>
          </p:cNvPr>
          <p:cNvSpPr>
            <a:spLocks xmlns:a="http://schemas.openxmlformats.org/drawingml/2006/main" noGrp="1"/>
          </p:cNvSpPr>
          <p:nvPr/>
        </p:nvSpPr>
        <p:spPr>
          <a:xfrm xmlns:a="http://schemas.openxmlformats.org/drawingml/2006/main">
            <a:off x="6524625"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PPR로 연결망 점수 계산</a:t>
            </a:r>
          </a:p>
        </p:txBody>
      </p:sp>
      <p:sp>
        <p:nvSpPr>
          <p:cNvPr id="20" name="">
            <a:extLst xmlns:a="http://schemas.openxmlformats.org/drawingml/2006/main">
              <a:ext uri="{FF2B5EF4-FFF2-40B4-BE49-F238E27FC236}">
                <a16:creationId xmlns:a16="http://schemas.microsoft.com/office/drawing/2014/main" id="{37C30F48-775F-4469-A524-CDCC9B49EEE1}"/>
              </a:ext>
            </a:extLst>
          </p:cNvPr>
          <p:cNvSpPr>
            <a:spLocks xmlns:a="http://schemas.openxmlformats.org/drawingml/2006/main" noGrp="1"/>
          </p:cNvSpPr>
          <p:nvPr/>
        </p:nvSpPr>
        <p:spPr>
          <a:xfrm xmlns:a="http://schemas.openxmlformats.org/drawingml/2006/main">
            <a:off x="6524625"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개체 점수를 원문에 반영</a:t>
            </a:r>
          </a:p>
        </p:txBody>
      </p:sp>
      <p:sp>
        <p:nvSpPr>
          <p:cNvPr id="22" name="">
            <a:extLst xmlns:a="http://schemas.openxmlformats.org/drawingml/2006/main">
              <a:ext uri="{FF2B5EF4-FFF2-40B4-BE49-F238E27FC236}">
                <a16:creationId xmlns:a16="http://schemas.microsoft.com/office/drawing/2014/main" id="{29BEE4B2-4C32-4240-8275-3D507E28B06A}"/>
              </a:ext>
            </a:extLst>
          </p:cNvPr>
          <p:cNvSpPr>
            <a:spLocks xmlns:a="http://schemas.openxmlformats.org/drawingml/2006/main" noGrp="1"/>
          </p:cNvSpPr>
          <p:nvPr/>
        </p:nvSpPr>
        <p:spPr>
          <a:xfrm xmlns:a="http://schemas.openxmlformats.org/drawingml/2006/main">
            <a:off x="6524625"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상위 원문으로 답변 작성</a:t>
            </a:r>
          </a:p>
        </p:txBody>
      </p:sp>
      <p:sp>
        <p:nvSpPr>
          <p:cNvPr id="24" name="">
            <a:extLst xmlns:a="http://schemas.openxmlformats.org/drawingml/2006/main">
              <a:ext uri="{FF2B5EF4-FFF2-40B4-BE49-F238E27FC236}">
                <a16:creationId xmlns:a16="http://schemas.microsoft.com/office/drawing/2014/main" id="{D8BFA7F7-D085-4EFA-B20B-E06BFDF5E2C7}"/>
              </a:ext>
            </a:extLst>
          </p:cNvPr>
          <p:cNvSpPr>
            <a:spLocks xmlns:a="http://schemas.openxmlformats.org/drawingml/2006/main" noGrp="1"/>
          </p:cNvSpPr>
          <p:nvPr/>
        </p:nvSpPr>
        <p:spPr>
          <a:xfrm xmlns:a="http://schemas.openxmlformats.org/drawingml/2006/main">
            <a:off x="571500" y="5734050"/>
            <a:ext cx="1095375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9BB4C0"/>
                </a:solidFill>
                <a:latin typeface="Noto Sans KR"/>
                <a:ea typeface="Noto Sans KR"/>
                <a:cs typeface="Noto Sans KR"/>
              </a:defRPr>
            </a:defPPr>
            <a:lvl1pPr>
              <a:buNone/>
              <a:defRPr sz="1200" b="0">
                <a:solidFill>
                  <a:srgbClr val="9BB4C0"/>
                </a:solidFill>
                <a:latin typeface="Noto Sans KR"/>
                <a:ea typeface="Noto Sans KR"/>
                <a:cs typeface="Noto Sans KR"/>
              </a:defRPr>
            </a:lvl1pPr>
            <a:lvl2pPr>
              <a:buNone/>
              <a:defRPr sz="1200" b="0">
                <a:solidFill>
                  <a:srgbClr val="9BB4C0"/>
                </a:solidFill>
                <a:latin typeface="Noto Sans KR"/>
                <a:ea typeface="Noto Sans KR"/>
                <a:cs typeface="Noto Sans KR"/>
              </a:defRPr>
            </a:lvl2pPr>
            <a:lvl3pPr>
              <a:buNone/>
              <a:defRPr sz="1200" b="0">
                <a:solidFill>
                  <a:srgbClr val="9BB4C0"/>
                </a:solidFill>
                <a:latin typeface="Noto Sans KR"/>
                <a:ea typeface="Noto Sans KR"/>
                <a:cs typeface="Noto Sans KR"/>
              </a:defRPr>
            </a:lvl3pPr>
            <a:lvl4pPr>
              <a:buNone/>
              <a:defRPr sz="1200" b="0">
                <a:solidFill>
                  <a:srgbClr val="9BB4C0"/>
                </a:solidFill>
                <a:latin typeface="Noto Sans KR"/>
                <a:ea typeface="Noto Sans KR"/>
                <a:cs typeface="Noto Sans KR"/>
              </a:defRPr>
            </a:lvl4pPr>
            <a:lvl5pPr>
              <a:buNone/>
              <a:defRPr sz="1200" b="0">
                <a:solidFill>
                  <a:srgbClr val="9BB4C0"/>
                </a:solidFill>
                <a:latin typeface="Noto Sans KR"/>
                <a:ea typeface="Noto Sans KR"/>
                <a:cs typeface="Noto Sans KR"/>
              </a:defRPr>
            </a:lvl5pPr>
            <a:lvl6pPr>
              <a:buNone/>
              <a:defRPr sz="1200" b="0">
                <a:solidFill>
                  <a:srgbClr val="9BB4C0"/>
                </a:solidFill>
                <a:latin typeface="Noto Sans KR"/>
                <a:ea typeface="Noto Sans KR"/>
                <a:cs typeface="Noto Sans KR"/>
              </a:defRPr>
            </a:lvl6pPr>
            <a:lvl7pPr>
              <a:buNone/>
              <a:defRPr sz="1200" b="0">
                <a:solidFill>
                  <a:srgbClr val="9BB4C0"/>
                </a:solidFill>
                <a:latin typeface="Noto Sans KR"/>
                <a:ea typeface="Noto Sans KR"/>
                <a:cs typeface="Noto Sans KR"/>
              </a:defRPr>
            </a:lvl7pPr>
            <a:lvl8pPr>
              <a:buNone/>
              <a:defRPr sz="1200" b="0">
                <a:solidFill>
                  <a:srgbClr val="9BB4C0"/>
                </a:solidFill>
                <a:latin typeface="Noto Sans KR"/>
                <a:ea typeface="Noto Sans KR"/>
                <a:cs typeface="Noto Sans KR"/>
              </a:defRPr>
            </a:lvl8pPr>
            <a:lvl9pPr>
              <a:buNone/>
              <a:defRPr sz="1200" b="0">
                <a:solidFill>
                  <a:srgbClr val="9BB4C0"/>
                </a:solidFill>
                <a:latin typeface="Noto Sans KR"/>
                <a:ea typeface="Noto Sans KR"/>
                <a:cs typeface="Noto Sans KR"/>
              </a:defRPr>
            </a:lvl9pPr>
          </a:lstStyle>
          <a:p xmlns:a="http://schemas.openxmlformats.org/drawingml/2006/main">
            <a:pPr>
              <a:buNone/>
              <a:defRPr sz="1200" b="0">
                <a:solidFill>
                  <a:srgbClr val="9BB4C0"/>
                </a:solidFill>
                <a:latin typeface="Noto Sans KR"/>
                <a:ea typeface="Noto Sans KR"/>
                <a:cs typeface="Noto Sans KR"/>
              </a:defRPr>
            </a:pPr>
            <a:r>
              <a:rPr sz="1200" b="0">
                <a:solidFill>
                  <a:srgbClr val="9BB4C0"/>
                </a:solidFill>
                <a:latin typeface="Noto Sans KR"/>
                <a:ea typeface="Noto Sans KR"/>
                <a:cs typeface="Noto Sans KR"/>
              </a:rPr>
              <a:t>웹 실습은 핵심 흐름을 보여 주는 축소 예제입니다. 원 논문과의 차이는 발표자 노트를 참고해 주세요.</a:t>
            </a:r>
          </a:p>
        </p:txBody>
      </p:sp>
    </p:spTree>
    <p:extLst>
      <p:ext uri="{BB962C8B-B14F-4D97-AF65-F5344CB8AC3E}">
        <p14:creationId xmlns:p14="http://schemas.microsoft.com/office/powerpoint/2010/main" val="279070823"/>
      </p:ext>
    </p:extLst>
  </p:cSld>
</p:sld>
</file>

<file path=ppt/slides/slide52.xml><?xml version="1.0" encoding="utf-8"?>
<p:sld xmlns:p="http://schemas.openxmlformats.org/presentationml/2006/main">
  <p:cSld>
    <p:bg>
      <p:bgPr>
        <a:solidFill xmlns:a="http://schemas.openxmlformats.org/drawingml/2006/main">
          <a:srgbClr val="071824"/>
        </a:solidFill>
      </p:bgPr>
    </p:bg>
    <p:spTree>
      <p:nvGrpSpPr>
        <p:cNvPr id="1" name=""/>
        <p:cNvGrpSpPr/>
        <p:nvPr/>
      </p:nvGrpSpPr>
      <p:grpSpPr>
        <a:xfrm xmlns:a="http://schemas.openxmlformats.org/drawingml/2006/main"/>
      </p:grpSpPr>
      <p:cxnSp>
        <p:nvCxnSpPr>
          <p:cNvPr id="23" name="">
            <a:extLst xmlns:a="http://schemas.openxmlformats.org/drawingml/2006/main">
              <a:ext uri="{FF2B5EF4-FFF2-40B4-BE49-F238E27FC236}">
                <a16:creationId xmlns:a16="http://schemas.microsoft.com/office/drawing/2014/main" id="{E08EACE0-EBED-4C70-9136-843E98865851}"/>
              </a:ext>
            </a:extLst>
          </p:cNvPr>
          <p:cNvCxnSpPr>
            <a:stCxn xmlns:a="http://schemas.openxmlformats.org/drawingml/2006/main" id="20" idx="2"/>
            <a:endCxn xmlns:a="http://schemas.openxmlformats.org/drawingml/2006/main" id="22" idx="0"/>
          </p:cNvCxnSpPr>
          <p:nvPr/>
        </p:nvCxnSpPr>
        <p:spPr>
          <a:xfrm xmlns:a="http://schemas.openxmlformats.org/drawingml/2006/main">
            <a:off x="9072563" y="463867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21" name="">
            <a:extLst xmlns:a="http://schemas.openxmlformats.org/drawingml/2006/main">
              <a:ext uri="{FF2B5EF4-FFF2-40B4-BE49-F238E27FC236}">
                <a16:creationId xmlns:a16="http://schemas.microsoft.com/office/drawing/2014/main" id="{3827CDE6-3354-4B73-9FA5-4BAEF13BEB2F}"/>
              </a:ext>
            </a:extLst>
          </p:cNvPr>
          <p:cNvCxnSpPr>
            <a:stCxn xmlns:a="http://schemas.openxmlformats.org/drawingml/2006/main" id="18" idx="2"/>
            <a:endCxn xmlns:a="http://schemas.openxmlformats.org/drawingml/2006/main" id="20" idx="0"/>
          </p:cNvCxnSpPr>
          <p:nvPr/>
        </p:nvCxnSpPr>
        <p:spPr>
          <a:xfrm xmlns:a="http://schemas.openxmlformats.org/drawingml/2006/main">
            <a:off x="9072563" y="398145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9" name="">
            <a:extLst xmlns:a="http://schemas.openxmlformats.org/drawingml/2006/main">
              <a:ext uri="{FF2B5EF4-FFF2-40B4-BE49-F238E27FC236}">
                <a16:creationId xmlns:a16="http://schemas.microsoft.com/office/drawing/2014/main" id="{5BEC2DED-9780-4B02-AEFD-AF76C09984FC}"/>
              </a:ext>
            </a:extLst>
          </p:cNvPr>
          <p:cNvCxnSpPr>
            <a:stCxn xmlns:a="http://schemas.openxmlformats.org/drawingml/2006/main" id="16" idx="2"/>
            <a:endCxn xmlns:a="http://schemas.openxmlformats.org/drawingml/2006/main" id="18" idx="0"/>
          </p:cNvCxnSpPr>
          <p:nvPr/>
        </p:nvCxnSpPr>
        <p:spPr>
          <a:xfrm xmlns:a="http://schemas.openxmlformats.org/drawingml/2006/main">
            <a:off x="9072563" y="332422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7" name="">
            <a:extLst xmlns:a="http://schemas.openxmlformats.org/drawingml/2006/main">
              <a:ext uri="{FF2B5EF4-FFF2-40B4-BE49-F238E27FC236}">
                <a16:creationId xmlns:a16="http://schemas.microsoft.com/office/drawing/2014/main" id="{C225D5FA-CF2D-49E0-9D8A-D57D9A38DDB7}"/>
              </a:ext>
            </a:extLst>
          </p:cNvPr>
          <p:cNvCxnSpPr>
            <a:stCxn xmlns:a="http://schemas.openxmlformats.org/drawingml/2006/main" id="15" idx="2"/>
            <a:endCxn xmlns:a="http://schemas.openxmlformats.org/drawingml/2006/main" id="16" idx="0"/>
          </p:cNvCxnSpPr>
          <p:nvPr/>
        </p:nvCxnSpPr>
        <p:spPr>
          <a:xfrm xmlns:a="http://schemas.openxmlformats.org/drawingml/2006/main">
            <a:off x="9072563" y="266700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3" name="">
            <a:extLst xmlns:a="http://schemas.openxmlformats.org/drawingml/2006/main">
              <a:ext uri="{FF2B5EF4-FFF2-40B4-BE49-F238E27FC236}">
                <a16:creationId xmlns:a16="http://schemas.microsoft.com/office/drawing/2014/main" id="{AF5011F6-2F9E-46C4-8F9C-19BFA340ED73}"/>
              </a:ext>
            </a:extLst>
          </p:cNvPr>
          <p:cNvCxnSpPr>
            <a:stCxn xmlns:a="http://schemas.openxmlformats.org/drawingml/2006/main" id="10" idx="2"/>
            <a:endCxn xmlns:a="http://schemas.openxmlformats.org/drawingml/2006/main" id="12" idx="0"/>
          </p:cNvCxnSpPr>
          <p:nvPr/>
        </p:nvCxnSpPr>
        <p:spPr>
          <a:xfrm xmlns:a="http://schemas.openxmlformats.org/drawingml/2006/main">
            <a:off x="3119438" y="463867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11" name="">
            <a:extLst xmlns:a="http://schemas.openxmlformats.org/drawingml/2006/main">
              <a:ext uri="{FF2B5EF4-FFF2-40B4-BE49-F238E27FC236}">
                <a16:creationId xmlns:a16="http://schemas.microsoft.com/office/drawing/2014/main" id="{373E1006-C721-412D-942B-91EEF2D23450}"/>
              </a:ext>
            </a:extLst>
          </p:cNvPr>
          <p:cNvCxnSpPr>
            <a:stCxn xmlns:a="http://schemas.openxmlformats.org/drawingml/2006/main" id="8" idx="2"/>
            <a:endCxn xmlns:a="http://schemas.openxmlformats.org/drawingml/2006/main" id="10" idx="0"/>
          </p:cNvCxnSpPr>
          <p:nvPr/>
        </p:nvCxnSpPr>
        <p:spPr>
          <a:xfrm xmlns:a="http://schemas.openxmlformats.org/drawingml/2006/main">
            <a:off x="3119438" y="398145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9" name="">
            <a:extLst xmlns:a="http://schemas.openxmlformats.org/drawingml/2006/main">
              <a:ext uri="{FF2B5EF4-FFF2-40B4-BE49-F238E27FC236}">
                <a16:creationId xmlns:a16="http://schemas.microsoft.com/office/drawing/2014/main" id="{A224B8DC-BD0C-4BD2-9AF6-C9A4EA9C3492}"/>
              </a:ext>
            </a:extLst>
          </p:cNvPr>
          <p:cNvCxnSpPr>
            <a:stCxn xmlns:a="http://schemas.openxmlformats.org/drawingml/2006/main" id="6" idx="2"/>
            <a:endCxn xmlns:a="http://schemas.openxmlformats.org/drawingml/2006/main" id="8" idx="0"/>
          </p:cNvCxnSpPr>
          <p:nvPr/>
        </p:nvCxnSpPr>
        <p:spPr>
          <a:xfrm xmlns:a="http://schemas.openxmlformats.org/drawingml/2006/main">
            <a:off x="3119438" y="332422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7" name="">
            <a:extLst xmlns:a="http://schemas.openxmlformats.org/drawingml/2006/main">
              <a:ext uri="{FF2B5EF4-FFF2-40B4-BE49-F238E27FC236}">
                <a16:creationId xmlns:a16="http://schemas.microsoft.com/office/drawing/2014/main" id="{A4799049-7BEF-41AE-8540-3162C3B2543D}"/>
              </a:ext>
            </a:extLst>
          </p:cNvPr>
          <p:cNvCxnSpPr>
            <a:stCxn xmlns:a="http://schemas.openxmlformats.org/drawingml/2006/main" id="5" idx="2"/>
            <a:endCxn xmlns:a="http://schemas.openxmlformats.org/drawingml/2006/main" id="6" idx="0"/>
          </p:cNvCxnSpPr>
          <p:nvPr/>
        </p:nvCxnSpPr>
        <p:spPr>
          <a:xfrm xmlns:a="http://schemas.openxmlformats.org/drawingml/2006/main">
            <a:off x="3119438" y="266700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sp>
        <p:nvSpPr>
          <p:cNvPr id="25" name="">
            <a:extLst xmlns:a="http://schemas.openxmlformats.org/drawingml/2006/main">
              <a:ext uri="{FF2B5EF4-FFF2-40B4-BE49-F238E27FC236}">
                <a16:creationId xmlns:a16="http://schemas.microsoft.com/office/drawing/2014/main" id="{5D940C2F-A520-4314-A5F3-83878AFEE18D}"/>
              </a:ext>
            </a:extLst>
          </p:cNvPr>
          <p:cNvSpPr>
            <a:spLocks xmlns:a="http://schemas.openxmlformats.org/drawingml/2006/main" noGrp="1"/>
          </p:cNvSpPr>
          <p:nvPr/>
        </p:nvSpPr>
        <p:spPr>
          <a:xfrm xmlns:a="http://schemas.openxmlformats.org/drawingml/2006/main">
            <a:off x="571500" y="285750"/>
            <a:ext cx="10858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00" b="1">
                <a:solidFill>
                  <a:srgbClr val="8DE5CA"/>
                </a:solidFill>
                <a:latin typeface="Noto Sans KR"/>
                <a:ea typeface="Noto Sans KR"/>
                <a:cs typeface="Noto Sans KR"/>
              </a:defRPr>
            </a:defPPr>
            <a:lvl1pPr>
              <a:buNone/>
              <a:defRPr sz="900" b="1">
                <a:solidFill>
                  <a:srgbClr val="8DE5CA"/>
                </a:solidFill>
                <a:latin typeface="Noto Sans KR"/>
                <a:ea typeface="Noto Sans KR"/>
                <a:cs typeface="Noto Sans KR"/>
              </a:defRPr>
            </a:lvl1pPr>
            <a:lvl2pPr>
              <a:buNone/>
              <a:defRPr sz="900" b="1">
                <a:solidFill>
                  <a:srgbClr val="8DE5CA"/>
                </a:solidFill>
                <a:latin typeface="Noto Sans KR"/>
                <a:ea typeface="Noto Sans KR"/>
                <a:cs typeface="Noto Sans KR"/>
              </a:defRPr>
            </a:lvl2pPr>
            <a:lvl3pPr>
              <a:buNone/>
              <a:defRPr sz="900" b="1">
                <a:solidFill>
                  <a:srgbClr val="8DE5CA"/>
                </a:solidFill>
                <a:latin typeface="Noto Sans KR"/>
                <a:ea typeface="Noto Sans KR"/>
                <a:cs typeface="Noto Sans KR"/>
              </a:defRPr>
            </a:lvl3pPr>
            <a:lvl4pPr>
              <a:buNone/>
              <a:defRPr sz="900" b="1">
                <a:solidFill>
                  <a:srgbClr val="8DE5CA"/>
                </a:solidFill>
                <a:latin typeface="Noto Sans KR"/>
                <a:ea typeface="Noto Sans KR"/>
                <a:cs typeface="Noto Sans KR"/>
              </a:defRPr>
            </a:lvl4pPr>
            <a:lvl5pPr>
              <a:buNone/>
              <a:defRPr sz="900" b="1">
                <a:solidFill>
                  <a:srgbClr val="8DE5CA"/>
                </a:solidFill>
                <a:latin typeface="Noto Sans KR"/>
                <a:ea typeface="Noto Sans KR"/>
                <a:cs typeface="Noto Sans KR"/>
              </a:defRPr>
            </a:lvl5pPr>
            <a:lvl6pPr>
              <a:buNone/>
              <a:defRPr sz="900" b="1">
                <a:solidFill>
                  <a:srgbClr val="8DE5CA"/>
                </a:solidFill>
                <a:latin typeface="Noto Sans KR"/>
                <a:ea typeface="Noto Sans KR"/>
                <a:cs typeface="Noto Sans KR"/>
              </a:defRPr>
            </a:lvl6pPr>
            <a:lvl7pPr>
              <a:buNone/>
              <a:defRPr sz="900" b="1">
                <a:solidFill>
                  <a:srgbClr val="8DE5CA"/>
                </a:solidFill>
                <a:latin typeface="Noto Sans KR"/>
                <a:ea typeface="Noto Sans KR"/>
                <a:cs typeface="Noto Sans KR"/>
              </a:defRPr>
            </a:lvl7pPr>
            <a:lvl8pPr>
              <a:buNone/>
              <a:defRPr sz="900" b="1">
                <a:solidFill>
                  <a:srgbClr val="8DE5CA"/>
                </a:solidFill>
                <a:latin typeface="Noto Sans KR"/>
                <a:ea typeface="Noto Sans KR"/>
                <a:cs typeface="Noto Sans KR"/>
              </a:defRPr>
            </a:lvl8pPr>
            <a:lvl9pPr>
              <a:buNone/>
              <a:defRPr sz="900" b="1">
                <a:solidFill>
                  <a:srgbClr val="8DE5CA"/>
                </a:solidFill>
                <a:latin typeface="Noto Sans KR"/>
                <a:ea typeface="Noto Sans KR"/>
                <a:cs typeface="Noto Sans KR"/>
              </a:defRPr>
            </a:lvl9pPr>
          </a:lstStyle>
          <a:p xmlns:a="http://schemas.openxmlformats.org/drawingml/2006/main">
            <a:pPr>
              <a:buNone/>
              <a:defRPr sz="900" b="1">
                <a:solidFill>
                  <a:srgbClr val="8DE5CA"/>
                </a:solidFill>
                <a:latin typeface="Noto Sans KR"/>
                <a:ea typeface="Noto Sans KR"/>
                <a:cs typeface="Noto Sans KR"/>
              </a:defRPr>
            </a:pPr>
            <a:r>
              <a:rPr sz="900" b="1">
                <a:solidFill>
                  <a:srgbClr val="8DE5CA"/>
                </a:solidFill>
                <a:latin typeface="Noto Sans KR"/>
                <a:ea typeface="Noto Sans KR"/>
                <a:cs typeface="Noto Sans KR"/>
              </a:rPr>
              <a:t>PAPER ARCHITECTURE / HIPPORAG2</a:t>
            </a:r>
          </a:p>
        </p:txBody>
      </p:sp>
      <p:sp>
        <p:nvSpPr>
          <p:cNvPr id="2" name="">
            <a:extLst xmlns:a="http://schemas.openxmlformats.org/drawingml/2006/main">
              <a:ext uri="{FF2B5EF4-FFF2-40B4-BE49-F238E27FC236}">
                <a16:creationId xmlns:a16="http://schemas.microsoft.com/office/drawing/2014/main" id="{8CBAB9DA-76E6-45EC-A08C-48135A58D649}"/>
              </a:ext>
            </a:extLst>
          </p:cNvPr>
          <p:cNvSpPr>
            <a:spLocks xmlns:a="http://schemas.openxmlformats.org/drawingml/2006/main" noGrp="1"/>
          </p:cNvSpPr>
          <p:nvPr/>
        </p:nvSpPr>
        <p:spPr>
          <a:xfrm xmlns:a="http://schemas.openxmlformats.org/drawingml/2006/main">
            <a:off x="571500" y="762000"/>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850" b="1">
                <a:solidFill>
                  <a:srgbClr val="EAF5F3"/>
                </a:solidFill>
                <a:latin typeface="Noto Sans KR"/>
                <a:ea typeface="Noto Sans KR"/>
                <a:cs typeface="Noto Sans KR"/>
              </a:defRPr>
            </a:defPPr>
            <a:lvl1pPr>
              <a:buNone/>
              <a:defRPr sz="2850" b="1">
                <a:solidFill>
                  <a:srgbClr val="EAF5F3"/>
                </a:solidFill>
                <a:latin typeface="Noto Sans KR"/>
                <a:ea typeface="Noto Sans KR"/>
                <a:cs typeface="Noto Sans KR"/>
              </a:defRPr>
            </a:lvl1pPr>
            <a:lvl2pPr>
              <a:buNone/>
              <a:defRPr sz="2850" b="1">
                <a:solidFill>
                  <a:srgbClr val="EAF5F3"/>
                </a:solidFill>
                <a:latin typeface="Noto Sans KR"/>
                <a:ea typeface="Noto Sans KR"/>
                <a:cs typeface="Noto Sans KR"/>
              </a:defRPr>
            </a:lvl2pPr>
            <a:lvl3pPr>
              <a:buNone/>
              <a:defRPr sz="2850" b="1">
                <a:solidFill>
                  <a:srgbClr val="EAF5F3"/>
                </a:solidFill>
                <a:latin typeface="Noto Sans KR"/>
                <a:ea typeface="Noto Sans KR"/>
                <a:cs typeface="Noto Sans KR"/>
              </a:defRPr>
            </a:lvl3pPr>
            <a:lvl4pPr>
              <a:buNone/>
              <a:defRPr sz="2850" b="1">
                <a:solidFill>
                  <a:srgbClr val="EAF5F3"/>
                </a:solidFill>
                <a:latin typeface="Noto Sans KR"/>
                <a:ea typeface="Noto Sans KR"/>
                <a:cs typeface="Noto Sans KR"/>
              </a:defRPr>
            </a:lvl4pPr>
            <a:lvl5pPr>
              <a:buNone/>
              <a:defRPr sz="2850" b="1">
                <a:solidFill>
                  <a:srgbClr val="EAF5F3"/>
                </a:solidFill>
                <a:latin typeface="Noto Sans KR"/>
                <a:ea typeface="Noto Sans KR"/>
                <a:cs typeface="Noto Sans KR"/>
              </a:defRPr>
            </a:lvl5pPr>
            <a:lvl6pPr>
              <a:buNone/>
              <a:defRPr sz="2850" b="1">
                <a:solidFill>
                  <a:srgbClr val="EAF5F3"/>
                </a:solidFill>
                <a:latin typeface="Noto Sans KR"/>
                <a:ea typeface="Noto Sans KR"/>
                <a:cs typeface="Noto Sans KR"/>
              </a:defRPr>
            </a:lvl6pPr>
            <a:lvl7pPr>
              <a:buNone/>
              <a:defRPr sz="2850" b="1">
                <a:solidFill>
                  <a:srgbClr val="EAF5F3"/>
                </a:solidFill>
                <a:latin typeface="Noto Sans KR"/>
                <a:ea typeface="Noto Sans KR"/>
                <a:cs typeface="Noto Sans KR"/>
              </a:defRPr>
            </a:lvl7pPr>
            <a:lvl8pPr>
              <a:buNone/>
              <a:defRPr sz="2850" b="1">
                <a:solidFill>
                  <a:srgbClr val="EAF5F3"/>
                </a:solidFill>
                <a:latin typeface="Noto Sans KR"/>
                <a:ea typeface="Noto Sans KR"/>
                <a:cs typeface="Noto Sans KR"/>
              </a:defRPr>
            </a:lvl8pPr>
            <a:lvl9pPr>
              <a:buNone/>
              <a:defRPr sz="2850" b="1">
                <a:solidFill>
                  <a:srgbClr val="EAF5F3"/>
                </a:solidFill>
                <a:latin typeface="Noto Sans KR"/>
                <a:ea typeface="Noto Sans KR"/>
                <a:cs typeface="Noto Sans KR"/>
              </a:defRPr>
            </a:lvl9pPr>
          </a:lstStyle>
          <a:p xmlns:a="http://schemas.openxmlformats.org/drawingml/2006/main">
            <a:pPr>
              <a:buNone/>
              <a:defRPr sz="2850" b="1">
                <a:solidFill>
                  <a:srgbClr val="EAF5F3"/>
                </a:solidFill>
                <a:latin typeface="Noto Sans KR"/>
                <a:ea typeface="Noto Sans KR"/>
                <a:cs typeface="Noto Sans KR"/>
              </a:defRPr>
            </a:pPr>
            <a:r>
              <a:rPr sz="2850" b="1">
                <a:solidFill>
                  <a:srgbClr val="EAF5F3"/>
                </a:solidFill>
                <a:latin typeface="Noto Sans KR"/>
                <a:ea typeface="Noto Sans KR"/>
                <a:cs typeface="Noto Sans KR"/>
              </a:rPr>
              <a:t>HippoRAG 2의 전체 처리 순서</a:t>
            </a:r>
          </a:p>
        </p:txBody>
      </p:sp>
      <p:sp>
        <p:nvSpPr>
          <p:cNvPr id="3" name="">
            <a:extLst xmlns:a="http://schemas.openxmlformats.org/drawingml/2006/main">
              <a:ext uri="{FF2B5EF4-FFF2-40B4-BE49-F238E27FC236}">
                <a16:creationId xmlns:a16="http://schemas.microsoft.com/office/drawing/2014/main" id="{D656E660-8B6B-4A44-A289-67A945C02C94}"/>
              </a:ext>
            </a:extLst>
          </p:cNvPr>
          <p:cNvSpPr>
            <a:spLocks xmlns:a="http://schemas.openxmlformats.org/drawingml/2006/main" noGrp="1"/>
          </p:cNvSpPr>
          <p:nvPr/>
        </p:nvSpPr>
        <p:spPr>
          <a:xfrm xmlns:a="http://schemas.openxmlformats.org/drawingml/2006/main">
            <a:off x="11144250" y="6429375"/>
            <a:ext cx="52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b="0">
                <a:solidFill>
                  <a:srgbClr val="8DE5CA"/>
                </a:solidFill>
                <a:latin typeface="Noto Sans KR"/>
                <a:ea typeface="Noto Sans KR"/>
                <a:cs typeface="Noto Sans KR"/>
              </a:defRPr>
            </a:defPPr>
            <a:lvl1pPr>
              <a:buNone/>
              <a:defRPr sz="1050" b="0">
                <a:solidFill>
                  <a:srgbClr val="8DE5CA"/>
                </a:solidFill>
                <a:latin typeface="Noto Sans KR"/>
                <a:ea typeface="Noto Sans KR"/>
                <a:cs typeface="Noto Sans KR"/>
              </a:defRPr>
            </a:lvl1pPr>
            <a:lvl2pPr>
              <a:buNone/>
              <a:defRPr sz="1050" b="0">
                <a:solidFill>
                  <a:srgbClr val="8DE5CA"/>
                </a:solidFill>
                <a:latin typeface="Noto Sans KR"/>
                <a:ea typeface="Noto Sans KR"/>
                <a:cs typeface="Noto Sans KR"/>
              </a:defRPr>
            </a:lvl2pPr>
            <a:lvl3pPr>
              <a:buNone/>
              <a:defRPr sz="1050" b="0">
                <a:solidFill>
                  <a:srgbClr val="8DE5CA"/>
                </a:solidFill>
                <a:latin typeface="Noto Sans KR"/>
                <a:ea typeface="Noto Sans KR"/>
                <a:cs typeface="Noto Sans KR"/>
              </a:defRPr>
            </a:lvl3pPr>
            <a:lvl4pPr>
              <a:buNone/>
              <a:defRPr sz="1050" b="0">
                <a:solidFill>
                  <a:srgbClr val="8DE5CA"/>
                </a:solidFill>
                <a:latin typeface="Noto Sans KR"/>
                <a:ea typeface="Noto Sans KR"/>
                <a:cs typeface="Noto Sans KR"/>
              </a:defRPr>
            </a:lvl4pPr>
            <a:lvl5pPr>
              <a:buNone/>
              <a:defRPr sz="1050" b="0">
                <a:solidFill>
                  <a:srgbClr val="8DE5CA"/>
                </a:solidFill>
                <a:latin typeface="Noto Sans KR"/>
                <a:ea typeface="Noto Sans KR"/>
                <a:cs typeface="Noto Sans KR"/>
              </a:defRPr>
            </a:lvl5pPr>
            <a:lvl6pPr>
              <a:buNone/>
              <a:defRPr sz="1050" b="0">
                <a:solidFill>
                  <a:srgbClr val="8DE5CA"/>
                </a:solidFill>
                <a:latin typeface="Noto Sans KR"/>
                <a:ea typeface="Noto Sans KR"/>
                <a:cs typeface="Noto Sans KR"/>
              </a:defRPr>
            </a:lvl6pPr>
            <a:lvl7pPr>
              <a:buNone/>
              <a:defRPr sz="1050" b="0">
                <a:solidFill>
                  <a:srgbClr val="8DE5CA"/>
                </a:solidFill>
                <a:latin typeface="Noto Sans KR"/>
                <a:ea typeface="Noto Sans KR"/>
                <a:cs typeface="Noto Sans KR"/>
              </a:defRPr>
            </a:lvl7pPr>
            <a:lvl8pPr>
              <a:buNone/>
              <a:defRPr sz="1050" b="0">
                <a:solidFill>
                  <a:srgbClr val="8DE5CA"/>
                </a:solidFill>
                <a:latin typeface="Noto Sans KR"/>
                <a:ea typeface="Noto Sans KR"/>
                <a:cs typeface="Noto Sans KR"/>
              </a:defRPr>
            </a:lvl8pPr>
            <a:lvl9pPr>
              <a:buNone/>
              <a:defRPr sz="1050" b="0">
                <a:solidFill>
                  <a:srgbClr val="8DE5CA"/>
                </a:solidFill>
                <a:latin typeface="Noto Sans KR"/>
                <a:ea typeface="Noto Sans KR"/>
                <a:cs typeface="Noto Sans KR"/>
              </a:defRPr>
            </a:lvl9pPr>
          </a:lstStyle>
          <a:p xmlns:a="http://schemas.openxmlformats.org/drawingml/2006/main">
            <a:pPr>
              <a:buNone/>
              <a:defRPr sz="1050" b="0">
                <a:solidFill>
                  <a:srgbClr val="8DE5CA"/>
                </a:solidFill>
                <a:latin typeface="Noto Sans KR"/>
                <a:ea typeface="Noto Sans KR"/>
                <a:cs typeface="Noto Sans KR"/>
              </a:defRPr>
            </a:pPr>
            <a:r>
              <a:rPr sz="1050" b="0">
                <a:solidFill>
                  <a:srgbClr val="8DE5CA"/>
                </a:solidFill>
                <a:latin typeface="Noto Sans KR"/>
                <a:ea typeface="Noto Sans KR"/>
                <a:cs typeface="Noto Sans KR"/>
              </a:rPr>
              <a:t>52</a:t>
            </a:r>
          </a:p>
        </p:txBody>
      </p:sp>
      <p:sp>
        <p:nvSpPr>
          <p:cNvPr id="4" name="">
            <a:extLst xmlns:a="http://schemas.openxmlformats.org/drawingml/2006/main">
              <a:ext uri="{FF2B5EF4-FFF2-40B4-BE49-F238E27FC236}">
                <a16:creationId xmlns:a16="http://schemas.microsoft.com/office/drawing/2014/main" id="{176461B3-109B-4F49-8EFF-2368BFCA6D7B}"/>
              </a:ext>
            </a:extLst>
          </p:cNvPr>
          <p:cNvSpPr>
            <a:spLocks xmlns:a="http://schemas.openxmlformats.org/drawingml/2006/main" noGrp="1"/>
          </p:cNvSpPr>
          <p:nvPr/>
        </p:nvSpPr>
        <p:spPr>
          <a:xfrm xmlns:a="http://schemas.openxmlformats.org/drawingml/2006/main">
            <a:off x="571500"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EBBF3"/>
                </a:solidFill>
                <a:latin typeface="Noto Sans KR"/>
                <a:ea typeface="Noto Sans KR"/>
                <a:cs typeface="Noto Sans KR"/>
              </a:defRPr>
            </a:defPPr>
            <a:lvl1pPr>
              <a:buNone/>
              <a:defRPr sz="1275" b="1">
                <a:solidFill>
                  <a:srgbClr val="8EBBF3"/>
                </a:solidFill>
                <a:latin typeface="Noto Sans KR"/>
                <a:ea typeface="Noto Sans KR"/>
                <a:cs typeface="Noto Sans KR"/>
              </a:defRPr>
            </a:lvl1pPr>
            <a:lvl2pPr>
              <a:buNone/>
              <a:defRPr sz="1275" b="1">
                <a:solidFill>
                  <a:srgbClr val="8EBBF3"/>
                </a:solidFill>
                <a:latin typeface="Noto Sans KR"/>
                <a:ea typeface="Noto Sans KR"/>
                <a:cs typeface="Noto Sans KR"/>
              </a:defRPr>
            </a:lvl2pPr>
            <a:lvl3pPr>
              <a:buNone/>
              <a:defRPr sz="1275" b="1">
                <a:solidFill>
                  <a:srgbClr val="8EBBF3"/>
                </a:solidFill>
                <a:latin typeface="Noto Sans KR"/>
                <a:ea typeface="Noto Sans KR"/>
                <a:cs typeface="Noto Sans KR"/>
              </a:defRPr>
            </a:lvl3pPr>
            <a:lvl4pPr>
              <a:buNone/>
              <a:defRPr sz="1275" b="1">
                <a:solidFill>
                  <a:srgbClr val="8EBBF3"/>
                </a:solidFill>
                <a:latin typeface="Noto Sans KR"/>
                <a:ea typeface="Noto Sans KR"/>
                <a:cs typeface="Noto Sans KR"/>
              </a:defRPr>
            </a:lvl4pPr>
            <a:lvl5pPr>
              <a:buNone/>
              <a:defRPr sz="1275" b="1">
                <a:solidFill>
                  <a:srgbClr val="8EBBF3"/>
                </a:solidFill>
                <a:latin typeface="Noto Sans KR"/>
                <a:ea typeface="Noto Sans KR"/>
                <a:cs typeface="Noto Sans KR"/>
              </a:defRPr>
            </a:lvl5pPr>
            <a:lvl6pPr>
              <a:buNone/>
              <a:defRPr sz="1275" b="1">
                <a:solidFill>
                  <a:srgbClr val="8EBBF3"/>
                </a:solidFill>
                <a:latin typeface="Noto Sans KR"/>
                <a:ea typeface="Noto Sans KR"/>
                <a:cs typeface="Noto Sans KR"/>
              </a:defRPr>
            </a:lvl6pPr>
            <a:lvl7pPr>
              <a:buNone/>
              <a:defRPr sz="1275" b="1">
                <a:solidFill>
                  <a:srgbClr val="8EBBF3"/>
                </a:solidFill>
                <a:latin typeface="Noto Sans KR"/>
                <a:ea typeface="Noto Sans KR"/>
                <a:cs typeface="Noto Sans KR"/>
              </a:defRPr>
            </a:lvl7pPr>
            <a:lvl8pPr>
              <a:buNone/>
              <a:defRPr sz="1275" b="1">
                <a:solidFill>
                  <a:srgbClr val="8EBBF3"/>
                </a:solidFill>
                <a:latin typeface="Noto Sans KR"/>
                <a:ea typeface="Noto Sans KR"/>
                <a:cs typeface="Noto Sans KR"/>
              </a:defRPr>
            </a:lvl8pPr>
            <a:lvl9pPr>
              <a:buNone/>
              <a:defRPr sz="1275" b="1">
                <a:solidFill>
                  <a:srgbClr val="8EBBF3"/>
                </a:solidFill>
                <a:latin typeface="Noto Sans KR"/>
                <a:ea typeface="Noto Sans KR"/>
                <a:cs typeface="Noto Sans KR"/>
              </a:defRPr>
            </a:lvl9pPr>
          </a:lstStyle>
          <a:p xmlns:a="http://schemas.openxmlformats.org/drawingml/2006/main">
            <a:pPr>
              <a:buNone/>
              <a:defRPr sz="1275" b="1">
                <a:solidFill>
                  <a:srgbClr val="8EBBF3"/>
                </a:solidFill>
                <a:latin typeface="Noto Sans KR"/>
                <a:ea typeface="Noto Sans KR"/>
                <a:cs typeface="Noto Sans KR"/>
              </a:defRPr>
            </a:pPr>
            <a:r>
              <a:rPr sz="1275" b="1">
                <a:solidFill>
                  <a:srgbClr val="8EBBF3"/>
                </a:solidFill>
                <a:latin typeface="Noto Sans KR"/>
                <a:ea typeface="Noto Sans KR"/>
                <a:cs typeface="Noto Sans KR"/>
              </a:rPr>
              <a:t>문서가 들어오면 미리 준비</a:t>
            </a:r>
          </a:p>
        </p:txBody>
      </p:sp>
      <p:sp>
        <p:nvSpPr>
          <p:cNvPr id="5" name="">
            <a:extLst xmlns:a="http://schemas.openxmlformats.org/drawingml/2006/main">
              <a:ext uri="{FF2B5EF4-FFF2-40B4-BE49-F238E27FC236}">
                <a16:creationId xmlns:a16="http://schemas.microsoft.com/office/drawing/2014/main" id="{EF5A31AC-5228-42CF-9BC9-441518CE1D57}"/>
              </a:ext>
            </a:extLst>
          </p:cNvPr>
          <p:cNvSpPr>
            <a:spLocks xmlns:a="http://schemas.openxmlformats.org/drawingml/2006/main" noGrp="1"/>
          </p:cNvSpPr>
          <p:nvPr/>
        </p:nvSpPr>
        <p:spPr>
          <a:xfrm xmlns:a="http://schemas.openxmlformats.org/drawingml/2006/main">
            <a:off x="571500"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개념 표현과 관계 추출</a:t>
            </a:r>
          </a:p>
        </p:txBody>
      </p:sp>
      <p:sp>
        <p:nvSpPr>
          <p:cNvPr id="6" name="">
            <a:extLst xmlns:a="http://schemas.openxmlformats.org/drawingml/2006/main">
              <a:ext uri="{FF2B5EF4-FFF2-40B4-BE49-F238E27FC236}">
                <a16:creationId xmlns:a16="http://schemas.microsoft.com/office/drawing/2014/main" id="{685367B9-0FFF-4394-B44D-5DFF0ED22C71}"/>
              </a:ext>
            </a:extLst>
          </p:cNvPr>
          <p:cNvSpPr>
            <a:spLocks xmlns:a="http://schemas.openxmlformats.org/drawingml/2006/main" noGrp="1"/>
          </p:cNvSpPr>
          <p:nvPr/>
        </p:nvSpPr>
        <p:spPr>
          <a:xfrm xmlns:a="http://schemas.openxmlformats.org/drawingml/2006/main">
            <a:off x="571500"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비슷한 개념 표현 연결</a:t>
            </a:r>
          </a:p>
        </p:txBody>
      </p:sp>
      <p:sp>
        <p:nvSpPr>
          <p:cNvPr id="8" name="">
            <a:extLst xmlns:a="http://schemas.openxmlformats.org/drawingml/2006/main">
              <a:ext uri="{FF2B5EF4-FFF2-40B4-BE49-F238E27FC236}">
                <a16:creationId xmlns:a16="http://schemas.microsoft.com/office/drawing/2014/main" id="{6CEE1FE8-A05B-418E-A286-EFCADB6105EC}"/>
              </a:ext>
            </a:extLst>
          </p:cNvPr>
          <p:cNvSpPr>
            <a:spLocks xmlns:a="http://schemas.openxmlformats.org/drawingml/2006/main" noGrp="1"/>
          </p:cNvSpPr>
          <p:nvPr/>
        </p:nvSpPr>
        <p:spPr>
          <a:xfrm xmlns:a="http://schemas.openxmlformats.org/drawingml/2006/main">
            <a:off x="571500"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원문 문단도 그래프에 연결</a:t>
            </a:r>
          </a:p>
        </p:txBody>
      </p:sp>
      <p:sp>
        <p:nvSpPr>
          <p:cNvPr id="10" name="">
            <a:extLst xmlns:a="http://schemas.openxmlformats.org/drawingml/2006/main">
              <a:ext uri="{FF2B5EF4-FFF2-40B4-BE49-F238E27FC236}">
                <a16:creationId xmlns:a16="http://schemas.microsoft.com/office/drawing/2014/main" id="{6B7CFD9F-EB02-4C6A-A899-08553063DFF7}"/>
              </a:ext>
            </a:extLst>
          </p:cNvPr>
          <p:cNvSpPr>
            <a:spLocks xmlns:a="http://schemas.openxmlformats.org/drawingml/2006/main" noGrp="1"/>
          </p:cNvSpPr>
          <p:nvPr/>
        </p:nvSpPr>
        <p:spPr>
          <a:xfrm xmlns:a="http://schemas.openxmlformats.org/drawingml/2006/main">
            <a:off x="571500"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개념·문단의 벡터 저장</a:t>
            </a:r>
          </a:p>
        </p:txBody>
      </p:sp>
      <p:sp>
        <p:nvSpPr>
          <p:cNvPr id="12" name="">
            <a:extLst xmlns:a="http://schemas.openxmlformats.org/drawingml/2006/main">
              <a:ext uri="{FF2B5EF4-FFF2-40B4-BE49-F238E27FC236}">
                <a16:creationId xmlns:a16="http://schemas.microsoft.com/office/drawing/2014/main" id="{A376CC4D-AF9D-4550-8923-DE3581452303}"/>
              </a:ext>
            </a:extLst>
          </p:cNvPr>
          <p:cNvSpPr>
            <a:spLocks xmlns:a="http://schemas.openxmlformats.org/drawingml/2006/main" noGrp="1"/>
          </p:cNvSpPr>
          <p:nvPr/>
        </p:nvSpPr>
        <p:spPr>
          <a:xfrm xmlns:a="http://schemas.openxmlformats.org/drawingml/2006/main">
            <a:off x="571500"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문맥을 포함한 그래프 저장</a:t>
            </a:r>
          </a:p>
        </p:txBody>
      </p:sp>
      <p:sp>
        <p:nvSpPr>
          <p:cNvPr id="14" name="">
            <a:extLst xmlns:a="http://schemas.openxmlformats.org/drawingml/2006/main">
              <a:ext uri="{FF2B5EF4-FFF2-40B4-BE49-F238E27FC236}">
                <a16:creationId xmlns:a16="http://schemas.microsoft.com/office/drawing/2014/main" id="{8F6EE4B8-5CAD-4518-8847-5F90278B2F9B}"/>
              </a:ext>
            </a:extLst>
          </p:cNvPr>
          <p:cNvSpPr>
            <a:spLocks xmlns:a="http://schemas.openxmlformats.org/drawingml/2006/main" noGrp="1"/>
          </p:cNvSpPr>
          <p:nvPr/>
        </p:nvSpPr>
        <p:spPr>
          <a:xfrm xmlns:a="http://schemas.openxmlformats.org/drawingml/2006/main">
            <a:off x="6524625"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DE5CA"/>
                </a:solidFill>
                <a:latin typeface="Noto Sans KR"/>
                <a:ea typeface="Noto Sans KR"/>
                <a:cs typeface="Noto Sans KR"/>
              </a:defRPr>
            </a:defPPr>
            <a:lvl1pPr>
              <a:buNone/>
              <a:defRPr sz="1275" b="1">
                <a:solidFill>
                  <a:srgbClr val="8DE5CA"/>
                </a:solidFill>
                <a:latin typeface="Noto Sans KR"/>
                <a:ea typeface="Noto Sans KR"/>
                <a:cs typeface="Noto Sans KR"/>
              </a:defRPr>
            </a:lvl1pPr>
            <a:lvl2pPr>
              <a:buNone/>
              <a:defRPr sz="1275" b="1">
                <a:solidFill>
                  <a:srgbClr val="8DE5CA"/>
                </a:solidFill>
                <a:latin typeface="Noto Sans KR"/>
                <a:ea typeface="Noto Sans KR"/>
                <a:cs typeface="Noto Sans KR"/>
              </a:defRPr>
            </a:lvl2pPr>
            <a:lvl3pPr>
              <a:buNone/>
              <a:defRPr sz="1275" b="1">
                <a:solidFill>
                  <a:srgbClr val="8DE5CA"/>
                </a:solidFill>
                <a:latin typeface="Noto Sans KR"/>
                <a:ea typeface="Noto Sans KR"/>
                <a:cs typeface="Noto Sans KR"/>
              </a:defRPr>
            </a:lvl3pPr>
            <a:lvl4pPr>
              <a:buNone/>
              <a:defRPr sz="1275" b="1">
                <a:solidFill>
                  <a:srgbClr val="8DE5CA"/>
                </a:solidFill>
                <a:latin typeface="Noto Sans KR"/>
                <a:ea typeface="Noto Sans KR"/>
                <a:cs typeface="Noto Sans KR"/>
              </a:defRPr>
            </a:lvl4pPr>
            <a:lvl5pPr>
              <a:buNone/>
              <a:defRPr sz="1275" b="1">
                <a:solidFill>
                  <a:srgbClr val="8DE5CA"/>
                </a:solidFill>
                <a:latin typeface="Noto Sans KR"/>
                <a:ea typeface="Noto Sans KR"/>
                <a:cs typeface="Noto Sans KR"/>
              </a:defRPr>
            </a:lvl5pPr>
            <a:lvl6pPr>
              <a:buNone/>
              <a:defRPr sz="1275" b="1">
                <a:solidFill>
                  <a:srgbClr val="8DE5CA"/>
                </a:solidFill>
                <a:latin typeface="Noto Sans KR"/>
                <a:ea typeface="Noto Sans KR"/>
                <a:cs typeface="Noto Sans KR"/>
              </a:defRPr>
            </a:lvl6pPr>
            <a:lvl7pPr>
              <a:buNone/>
              <a:defRPr sz="1275" b="1">
                <a:solidFill>
                  <a:srgbClr val="8DE5CA"/>
                </a:solidFill>
                <a:latin typeface="Noto Sans KR"/>
                <a:ea typeface="Noto Sans KR"/>
                <a:cs typeface="Noto Sans KR"/>
              </a:defRPr>
            </a:lvl7pPr>
            <a:lvl8pPr>
              <a:buNone/>
              <a:defRPr sz="1275" b="1">
                <a:solidFill>
                  <a:srgbClr val="8DE5CA"/>
                </a:solidFill>
                <a:latin typeface="Noto Sans KR"/>
                <a:ea typeface="Noto Sans KR"/>
                <a:cs typeface="Noto Sans KR"/>
              </a:defRPr>
            </a:lvl8pPr>
            <a:lvl9pPr>
              <a:buNone/>
              <a:defRPr sz="1275" b="1">
                <a:solidFill>
                  <a:srgbClr val="8DE5CA"/>
                </a:solidFill>
                <a:latin typeface="Noto Sans KR"/>
                <a:ea typeface="Noto Sans KR"/>
                <a:cs typeface="Noto Sans KR"/>
              </a:defRPr>
            </a:lvl9pPr>
          </a:lstStyle>
          <a:p xmlns:a="http://schemas.openxmlformats.org/drawingml/2006/main">
            <a:pPr>
              <a:buNone/>
              <a:defRPr sz="1275" b="1">
                <a:solidFill>
                  <a:srgbClr val="8DE5CA"/>
                </a:solidFill>
                <a:latin typeface="Noto Sans KR"/>
                <a:ea typeface="Noto Sans KR"/>
                <a:cs typeface="Noto Sans KR"/>
              </a:defRPr>
            </a:pPr>
            <a:r>
              <a:rPr sz="1275" b="1">
                <a:solidFill>
                  <a:srgbClr val="8DE5CA"/>
                </a:solidFill>
                <a:latin typeface="Noto Sans KR"/>
                <a:ea typeface="Noto Sans KR"/>
                <a:cs typeface="Noto Sans KR"/>
              </a:rPr>
              <a:t>질문이 오면 검색하고 답변</a:t>
            </a:r>
          </a:p>
        </p:txBody>
      </p:sp>
      <p:sp>
        <p:nvSpPr>
          <p:cNvPr id="15" name="">
            <a:extLst xmlns:a="http://schemas.openxmlformats.org/drawingml/2006/main">
              <a:ext uri="{FF2B5EF4-FFF2-40B4-BE49-F238E27FC236}">
                <a16:creationId xmlns:a16="http://schemas.microsoft.com/office/drawing/2014/main" id="{8D5347E2-803E-4161-83B4-CBAD4CE0596B}"/>
              </a:ext>
            </a:extLst>
          </p:cNvPr>
          <p:cNvSpPr>
            <a:spLocks xmlns:a="http://schemas.openxmlformats.org/drawingml/2006/main" noGrp="1"/>
          </p:cNvSpPr>
          <p:nvPr/>
        </p:nvSpPr>
        <p:spPr>
          <a:xfrm xmlns:a="http://schemas.openxmlformats.org/drawingml/2006/main">
            <a:off x="6524625"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관련 관계 후보 찾기</a:t>
            </a:r>
          </a:p>
        </p:txBody>
      </p:sp>
      <p:sp>
        <p:nvSpPr>
          <p:cNvPr id="16" name="">
            <a:extLst xmlns:a="http://schemas.openxmlformats.org/drawingml/2006/main">
              <a:ext uri="{FF2B5EF4-FFF2-40B4-BE49-F238E27FC236}">
                <a16:creationId xmlns:a16="http://schemas.microsoft.com/office/drawing/2014/main" id="{6A9DAB1F-5B2B-4471-B7F2-6B984116DFD8}"/>
              </a:ext>
            </a:extLst>
          </p:cNvPr>
          <p:cNvSpPr>
            <a:spLocks xmlns:a="http://schemas.openxmlformats.org/drawingml/2006/main" noGrp="1"/>
          </p:cNvSpPr>
          <p:nvPr/>
        </p:nvSpPr>
        <p:spPr>
          <a:xfrm xmlns:a="http://schemas.openxmlformats.org/drawingml/2006/main">
            <a:off x="6524625"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LLM으로 관련 후보 걸러내기</a:t>
            </a:r>
          </a:p>
        </p:txBody>
      </p:sp>
      <p:sp>
        <p:nvSpPr>
          <p:cNvPr id="18" name="">
            <a:extLst xmlns:a="http://schemas.openxmlformats.org/drawingml/2006/main">
              <a:ext uri="{FF2B5EF4-FFF2-40B4-BE49-F238E27FC236}">
                <a16:creationId xmlns:a16="http://schemas.microsoft.com/office/drawing/2014/main" id="{A7A4D3BE-B64C-40F8-B790-EE7141E96391}"/>
              </a:ext>
            </a:extLst>
          </p:cNvPr>
          <p:cNvSpPr>
            <a:spLocks xmlns:a="http://schemas.openxmlformats.org/drawingml/2006/main" noGrp="1"/>
          </p:cNvSpPr>
          <p:nvPr/>
        </p:nvSpPr>
        <p:spPr>
          <a:xfrm xmlns:a="http://schemas.openxmlformats.org/drawingml/2006/main">
            <a:off x="6524625"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관계·원문에서 출발점 정하기</a:t>
            </a:r>
          </a:p>
        </p:txBody>
      </p:sp>
      <p:sp>
        <p:nvSpPr>
          <p:cNvPr id="20" name="">
            <a:extLst xmlns:a="http://schemas.openxmlformats.org/drawingml/2006/main">
              <a:ext uri="{FF2B5EF4-FFF2-40B4-BE49-F238E27FC236}">
                <a16:creationId xmlns:a16="http://schemas.microsoft.com/office/drawing/2014/main" id="{DC03BD94-5006-4DD9-BFB2-EBBB81D9D64D}"/>
              </a:ext>
            </a:extLst>
          </p:cNvPr>
          <p:cNvSpPr>
            <a:spLocks xmlns:a="http://schemas.openxmlformats.org/drawingml/2006/main" noGrp="1"/>
          </p:cNvSpPr>
          <p:nvPr/>
        </p:nvSpPr>
        <p:spPr>
          <a:xfrm xmlns:a="http://schemas.openxmlformats.org/drawingml/2006/main">
            <a:off x="6524625"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통합 그래프에 PPR 적용</a:t>
            </a:r>
          </a:p>
        </p:txBody>
      </p:sp>
      <p:sp>
        <p:nvSpPr>
          <p:cNvPr id="22" name="">
            <a:extLst xmlns:a="http://schemas.openxmlformats.org/drawingml/2006/main">
              <a:ext uri="{FF2B5EF4-FFF2-40B4-BE49-F238E27FC236}">
                <a16:creationId xmlns:a16="http://schemas.microsoft.com/office/drawing/2014/main" id="{53666DE2-6D4A-4245-9F24-F8B12B4C9A90}"/>
              </a:ext>
            </a:extLst>
          </p:cNvPr>
          <p:cNvSpPr>
            <a:spLocks xmlns:a="http://schemas.openxmlformats.org/drawingml/2006/main" noGrp="1"/>
          </p:cNvSpPr>
          <p:nvPr/>
        </p:nvSpPr>
        <p:spPr>
          <a:xfrm xmlns:a="http://schemas.openxmlformats.org/drawingml/2006/main">
            <a:off x="6524625"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상위 원문으로 답변 작성</a:t>
            </a:r>
          </a:p>
        </p:txBody>
      </p:sp>
      <p:sp>
        <p:nvSpPr>
          <p:cNvPr id="24" name="">
            <a:extLst xmlns:a="http://schemas.openxmlformats.org/drawingml/2006/main">
              <a:ext uri="{FF2B5EF4-FFF2-40B4-BE49-F238E27FC236}">
                <a16:creationId xmlns:a16="http://schemas.microsoft.com/office/drawing/2014/main" id="{0CCF2B73-4C54-4660-A8B5-EE639680C91E}"/>
              </a:ext>
            </a:extLst>
          </p:cNvPr>
          <p:cNvSpPr>
            <a:spLocks xmlns:a="http://schemas.openxmlformats.org/drawingml/2006/main" noGrp="1"/>
          </p:cNvSpPr>
          <p:nvPr/>
        </p:nvSpPr>
        <p:spPr>
          <a:xfrm xmlns:a="http://schemas.openxmlformats.org/drawingml/2006/main">
            <a:off x="571500" y="5734050"/>
            <a:ext cx="1095375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9BB4C0"/>
                </a:solidFill>
                <a:latin typeface="Noto Sans KR"/>
                <a:ea typeface="Noto Sans KR"/>
                <a:cs typeface="Noto Sans KR"/>
              </a:defRPr>
            </a:defPPr>
            <a:lvl1pPr>
              <a:buNone/>
              <a:defRPr sz="1200" b="0">
                <a:solidFill>
                  <a:srgbClr val="9BB4C0"/>
                </a:solidFill>
                <a:latin typeface="Noto Sans KR"/>
                <a:ea typeface="Noto Sans KR"/>
                <a:cs typeface="Noto Sans KR"/>
              </a:defRPr>
            </a:lvl1pPr>
            <a:lvl2pPr>
              <a:buNone/>
              <a:defRPr sz="1200" b="0">
                <a:solidFill>
                  <a:srgbClr val="9BB4C0"/>
                </a:solidFill>
                <a:latin typeface="Noto Sans KR"/>
                <a:ea typeface="Noto Sans KR"/>
                <a:cs typeface="Noto Sans KR"/>
              </a:defRPr>
            </a:lvl2pPr>
            <a:lvl3pPr>
              <a:buNone/>
              <a:defRPr sz="1200" b="0">
                <a:solidFill>
                  <a:srgbClr val="9BB4C0"/>
                </a:solidFill>
                <a:latin typeface="Noto Sans KR"/>
                <a:ea typeface="Noto Sans KR"/>
                <a:cs typeface="Noto Sans KR"/>
              </a:defRPr>
            </a:lvl3pPr>
            <a:lvl4pPr>
              <a:buNone/>
              <a:defRPr sz="1200" b="0">
                <a:solidFill>
                  <a:srgbClr val="9BB4C0"/>
                </a:solidFill>
                <a:latin typeface="Noto Sans KR"/>
                <a:ea typeface="Noto Sans KR"/>
                <a:cs typeface="Noto Sans KR"/>
              </a:defRPr>
            </a:lvl4pPr>
            <a:lvl5pPr>
              <a:buNone/>
              <a:defRPr sz="1200" b="0">
                <a:solidFill>
                  <a:srgbClr val="9BB4C0"/>
                </a:solidFill>
                <a:latin typeface="Noto Sans KR"/>
                <a:ea typeface="Noto Sans KR"/>
                <a:cs typeface="Noto Sans KR"/>
              </a:defRPr>
            </a:lvl5pPr>
            <a:lvl6pPr>
              <a:buNone/>
              <a:defRPr sz="1200" b="0">
                <a:solidFill>
                  <a:srgbClr val="9BB4C0"/>
                </a:solidFill>
                <a:latin typeface="Noto Sans KR"/>
                <a:ea typeface="Noto Sans KR"/>
                <a:cs typeface="Noto Sans KR"/>
              </a:defRPr>
            </a:lvl6pPr>
            <a:lvl7pPr>
              <a:buNone/>
              <a:defRPr sz="1200" b="0">
                <a:solidFill>
                  <a:srgbClr val="9BB4C0"/>
                </a:solidFill>
                <a:latin typeface="Noto Sans KR"/>
                <a:ea typeface="Noto Sans KR"/>
                <a:cs typeface="Noto Sans KR"/>
              </a:defRPr>
            </a:lvl7pPr>
            <a:lvl8pPr>
              <a:buNone/>
              <a:defRPr sz="1200" b="0">
                <a:solidFill>
                  <a:srgbClr val="9BB4C0"/>
                </a:solidFill>
                <a:latin typeface="Noto Sans KR"/>
                <a:ea typeface="Noto Sans KR"/>
                <a:cs typeface="Noto Sans KR"/>
              </a:defRPr>
            </a:lvl8pPr>
            <a:lvl9pPr>
              <a:buNone/>
              <a:defRPr sz="1200" b="0">
                <a:solidFill>
                  <a:srgbClr val="9BB4C0"/>
                </a:solidFill>
                <a:latin typeface="Noto Sans KR"/>
                <a:ea typeface="Noto Sans KR"/>
                <a:cs typeface="Noto Sans KR"/>
              </a:defRPr>
            </a:lvl9pPr>
          </a:lstStyle>
          <a:p xmlns:a="http://schemas.openxmlformats.org/drawingml/2006/main">
            <a:pPr>
              <a:buNone/>
              <a:defRPr sz="1200" b="0">
                <a:solidFill>
                  <a:srgbClr val="9BB4C0"/>
                </a:solidFill>
                <a:latin typeface="Noto Sans KR"/>
                <a:ea typeface="Noto Sans KR"/>
                <a:cs typeface="Noto Sans KR"/>
              </a:defRPr>
            </a:pPr>
            <a:r>
              <a:rPr sz="1200" b="0">
                <a:solidFill>
                  <a:srgbClr val="9BB4C0"/>
                </a:solidFill>
                <a:latin typeface="Noto Sans KR"/>
                <a:ea typeface="Noto Sans KR"/>
                <a:cs typeface="Noto Sans KR"/>
              </a:rPr>
              <a:t>웹 실습은 핵심 흐름을 보여 주는 축소 예제입니다. 원 논문과의 차이는 발표자 노트를 참고해 주세요.</a:t>
            </a:r>
          </a:p>
        </p:txBody>
      </p:sp>
    </p:spTree>
    <p:extLst>
      <p:ext uri="{BB962C8B-B14F-4D97-AF65-F5344CB8AC3E}">
        <p14:creationId xmlns:p14="http://schemas.microsoft.com/office/powerpoint/2010/main" val="973108344"/>
      </p:ext>
    </p:extLst>
  </p:cSld>
</p:sld>
</file>

<file path=ppt/slides/slide53.xml><?xml version="1.0" encoding="utf-8"?>
<p:sld xmlns:p="http://schemas.openxmlformats.org/presentationml/2006/main">
  <p:cSld>
    <p:bg>
      <p:bgPr>
        <a:solidFill xmlns:a="http://schemas.openxmlformats.org/drawingml/2006/main">
          <a:srgbClr val="071824"/>
        </a:solidFill>
      </p:bgPr>
    </p:bg>
    <p:spTree>
      <p:nvGrpSpPr>
        <p:cNvPr id="1" name=""/>
        <p:cNvGrpSpPr/>
        <p:nvPr/>
      </p:nvGrpSpPr>
      <p:grpSpPr>
        <a:xfrm xmlns:a="http://schemas.openxmlformats.org/drawingml/2006/main"/>
      </p:grpSpPr>
      <p:cxnSp>
        <p:nvCxnSpPr>
          <p:cNvPr id="23" name="">
            <a:extLst xmlns:a="http://schemas.openxmlformats.org/drawingml/2006/main">
              <a:ext uri="{FF2B5EF4-FFF2-40B4-BE49-F238E27FC236}">
                <a16:creationId xmlns:a16="http://schemas.microsoft.com/office/drawing/2014/main" id="{ED65B02B-109A-4D5D-9EAD-9E0CE210713D}"/>
              </a:ext>
            </a:extLst>
          </p:cNvPr>
          <p:cNvCxnSpPr>
            <a:stCxn xmlns:a="http://schemas.openxmlformats.org/drawingml/2006/main" id="20" idx="2"/>
            <a:endCxn xmlns:a="http://schemas.openxmlformats.org/drawingml/2006/main" id="22" idx="0"/>
          </p:cNvCxnSpPr>
          <p:nvPr/>
        </p:nvCxnSpPr>
        <p:spPr>
          <a:xfrm xmlns:a="http://schemas.openxmlformats.org/drawingml/2006/main">
            <a:off x="9072563" y="463867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21" name="">
            <a:extLst xmlns:a="http://schemas.openxmlformats.org/drawingml/2006/main">
              <a:ext uri="{FF2B5EF4-FFF2-40B4-BE49-F238E27FC236}">
                <a16:creationId xmlns:a16="http://schemas.microsoft.com/office/drawing/2014/main" id="{54163F17-8BB6-4488-9ED1-743DBF2A7FE3}"/>
              </a:ext>
            </a:extLst>
          </p:cNvPr>
          <p:cNvCxnSpPr>
            <a:stCxn xmlns:a="http://schemas.openxmlformats.org/drawingml/2006/main" id="18" idx="2"/>
            <a:endCxn xmlns:a="http://schemas.openxmlformats.org/drawingml/2006/main" id="20" idx="0"/>
          </p:cNvCxnSpPr>
          <p:nvPr/>
        </p:nvCxnSpPr>
        <p:spPr>
          <a:xfrm xmlns:a="http://schemas.openxmlformats.org/drawingml/2006/main">
            <a:off x="9072563" y="398145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9" name="">
            <a:extLst xmlns:a="http://schemas.openxmlformats.org/drawingml/2006/main">
              <a:ext uri="{FF2B5EF4-FFF2-40B4-BE49-F238E27FC236}">
                <a16:creationId xmlns:a16="http://schemas.microsoft.com/office/drawing/2014/main" id="{FF0B1037-7A63-4E3A-AB52-2C1C03BBE7AB}"/>
              </a:ext>
            </a:extLst>
          </p:cNvPr>
          <p:cNvCxnSpPr>
            <a:stCxn xmlns:a="http://schemas.openxmlformats.org/drawingml/2006/main" id="16" idx="2"/>
            <a:endCxn xmlns:a="http://schemas.openxmlformats.org/drawingml/2006/main" id="18" idx="0"/>
          </p:cNvCxnSpPr>
          <p:nvPr/>
        </p:nvCxnSpPr>
        <p:spPr>
          <a:xfrm xmlns:a="http://schemas.openxmlformats.org/drawingml/2006/main">
            <a:off x="9072563" y="332422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7" name="">
            <a:extLst xmlns:a="http://schemas.openxmlformats.org/drawingml/2006/main">
              <a:ext uri="{FF2B5EF4-FFF2-40B4-BE49-F238E27FC236}">
                <a16:creationId xmlns:a16="http://schemas.microsoft.com/office/drawing/2014/main" id="{6D605094-1F85-4769-9AC4-3E76DE7C22EC}"/>
              </a:ext>
            </a:extLst>
          </p:cNvPr>
          <p:cNvCxnSpPr>
            <a:stCxn xmlns:a="http://schemas.openxmlformats.org/drawingml/2006/main" id="15" idx="2"/>
            <a:endCxn xmlns:a="http://schemas.openxmlformats.org/drawingml/2006/main" id="16" idx="0"/>
          </p:cNvCxnSpPr>
          <p:nvPr/>
        </p:nvCxnSpPr>
        <p:spPr>
          <a:xfrm xmlns:a="http://schemas.openxmlformats.org/drawingml/2006/main">
            <a:off x="9072563" y="266700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3" name="">
            <a:extLst xmlns:a="http://schemas.openxmlformats.org/drawingml/2006/main">
              <a:ext uri="{FF2B5EF4-FFF2-40B4-BE49-F238E27FC236}">
                <a16:creationId xmlns:a16="http://schemas.microsoft.com/office/drawing/2014/main" id="{82CA38D5-374F-46E9-8493-04B142D42FE4}"/>
              </a:ext>
            </a:extLst>
          </p:cNvPr>
          <p:cNvCxnSpPr>
            <a:stCxn xmlns:a="http://schemas.openxmlformats.org/drawingml/2006/main" id="10" idx="2"/>
            <a:endCxn xmlns:a="http://schemas.openxmlformats.org/drawingml/2006/main" id="12" idx="0"/>
          </p:cNvCxnSpPr>
          <p:nvPr/>
        </p:nvCxnSpPr>
        <p:spPr>
          <a:xfrm xmlns:a="http://schemas.openxmlformats.org/drawingml/2006/main">
            <a:off x="3119438" y="463867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11" name="">
            <a:extLst xmlns:a="http://schemas.openxmlformats.org/drawingml/2006/main">
              <a:ext uri="{FF2B5EF4-FFF2-40B4-BE49-F238E27FC236}">
                <a16:creationId xmlns:a16="http://schemas.microsoft.com/office/drawing/2014/main" id="{C37E357A-B577-462D-B6E3-ED5ED7E77559}"/>
              </a:ext>
            </a:extLst>
          </p:cNvPr>
          <p:cNvCxnSpPr>
            <a:stCxn xmlns:a="http://schemas.openxmlformats.org/drawingml/2006/main" id="8" idx="2"/>
            <a:endCxn xmlns:a="http://schemas.openxmlformats.org/drawingml/2006/main" id="10" idx="0"/>
          </p:cNvCxnSpPr>
          <p:nvPr/>
        </p:nvCxnSpPr>
        <p:spPr>
          <a:xfrm xmlns:a="http://schemas.openxmlformats.org/drawingml/2006/main">
            <a:off x="3119438" y="398145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9" name="">
            <a:extLst xmlns:a="http://schemas.openxmlformats.org/drawingml/2006/main">
              <a:ext uri="{FF2B5EF4-FFF2-40B4-BE49-F238E27FC236}">
                <a16:creationId xmlns:a16="http://schemas.microsoft.com/office/drawing/2014/main" id="{201FA613-305A-4915-B0E0-82FCB8076B18}"/>
              </a:ext>
            </a:extLst>
          </p:cNvPr>
          <p:cNvCxnSpPr>
            <a:stCxn xmlns:a="http://schemas.openxmlformats.org/drawingml/2006/main" id="6" idx="2"/>
            <a:endCxn xmlns:a="http://schemas.openxmlformats.org/drawingml/2006/main" id="8" idx="0"/>
          </p:cNvCxnSpPr>
          <p:nvPr/>
        </p:nvCxnSpPr>
        <p:spPr>
          <a:xfrm xmlns:a="http://schemas.openxmlformats.org/drawingml/2006/main">
            <a:off x="3119438" y="332422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7" name="">
            <a:extLst xmlns:a="http://schemas.openxmlformats.org/drawingml/2006/main">
              <a:ext uri="{FF2B5EF4-FFF2-40B4-BE49-F238E27FC236}">
                <a16:creationId xmlns:a16="http://schemas.microsoft.com/office/drawing/2014/main" id="{F7E04648-5044-4052-B6AB-022EC967F1D7}"/>
              </a:ext>
            </a:extLst>
          </p:cNvPr>
          <p:cNvCxnSpPr>
            <a:stCxn xmlns:a="http://schemas.openxmlformats.org/drawingml/2006/main" id="5" idx="2"/>
            <a:endCxn xmlns:a="http://schemas.openxmlformats.org/drawingml/2006/main" id="6" idx="0"/>
          </p:cNvCxnSpPr>
          <p:nvPr/>
        </p:nvCxnSpPr>
        <p:spPr>
          <a:xfrm xmlns:a="http://schemas.openxmlformats.org/drawingml/2006/main">
            <a:off x="3119438" y="266700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sp>
        <p:nvSpPr>
          <p:cNvPr id="25" name="">
            <a:extLst xmlns:a="http://schemas.openxmlformats.org/drawingml/2006/main">
              <a:ext uri="{FF2B5EF4-FFF2-40B4-BE49-F238E27FC236}">
                <a16:creationId xmlns:a16="http://schemas.microsoft.com/office/drawing/2014/main" id="{77A46A6F-CC26-49BE-A494-7C415493B712}"/>
              </a:ext>
            </a:extLst>
          </p:cNvPr>
          <p:cNvSpPr>
            <a:spLocks xmlns:a="http://schemas.openxmlformats.org/drawingml/2006/main" noGrp="1"/>
          </p:cNvSpPr>
          <p:nvPr/>
        </p:nvSpPr>
        <p:spPr>
          <a:xfrm xmlns:a="http://schemas.openxmlformats.org/drawingml/2006/main">
            <a:off x="571500" y="285750"/>
            <a:ext cx="10858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00" b="1">
                <a:solidFill>
                  <a:srgbClr val="8DE5CA"/>
                </a:solidFill>
                <a:latin typeface="Noto Sans KR"/>
                <a:ea typeface="Noto Sans KR"/>
                <a:cs typeface="Noto Sans KR"/>
              </a:defRPr>
            </a:defPPr>
            <a:lvl1pPr>
              <a:buNone/>
              <a:defRPr sz="900" b="1">
                <a:solidFill>
                  <a:srgbClr val="8DE5CA"/>
                </a:solidFill>
                <a:latin typeface="Noto Sans KR"/>
                <a:ea typeface="Noto Sans KR"/>
                <a:cs typeface="Noto Sans KR"/>
              </a:defRPr>
            </a:lvl1pPr>
            <a:lvl2pPr>
              <a:buNone/>
              <a:defRPr sz="900" b="1">
                <a:solidFill>
                  <a:srgbClr val="8DE5CA"/>
                </a:solidFill>
                <a:latin typeface="Noto Sans KR"/>
                <a:ea typeface="Noto Sans KR"/>
                <a:cs typeface="Noto Sans KR"/>
              </a:defRPr>
            </a:lvl2pPr>
            <a:lvl3pPr>
              <a:buNone/>
              <a:defRPr sz="900" b="1">
                <a:solidFill>
                  <a:srgbClr val="8DE5CA"/>
                </a:solidFill>
                <a:latin typeface="Noto Sans KR"/>
                <a:ea typeface="Noto Sans KR"/>
                <a:cs typeface="Noto Sans KR"/>
              </a:defRPr>
            </a:lvl3pPr>
            <a:lvl4pPr>
              <a:buNone/>
              <a:defRPr sz="900" b="1">
                <a:solidFill>
                  <a:srgbClr val="8DE5CA"/>
                </a:solidFill>
                <a:latin typeface="Noto Sans KR"/>
                <a:ea typeface="Noto Sans KR"/>
                <a:cs typeface="Noto Sans KR"/>
              </a:defRPr>
            </a:lvl4pPr>
            <a:lvl5pPr>
              <a:buNone/>
              <a:defRPr sz="900" b="1">
                <a:solidFill>
                  <a:srgbClr val="8DE5CA"/>
                </a:solidFill>
                <a:latin typeface="Noto Sans KR"/>
                <a:ea typeface="Noto Sans KR"/>
                <a:cs typeface="Noto Sans KR"/>
              </a:defRPr>
            </a:lvl5pPr>
            <a:lvl6pPr>
              <a:buNone/>
              <a:defRPr sz="900" b="1">
                <a:solidFill>
                  <a:srgbClr val="8DE5CA"/>
                </a:solidFill>
                <a:latin typeface="Noto Sans KR"/>
                <a:ea typeface="Noto Sans KR"/>
                <a:cs typeface="Noto Sans KR"/>
              </a:defRPr>
            </a:lvl6pPr>
            <a:lvl7pPr>
              <a:buNone/>
              <a:defRPr sz="900" b="1">
                <a:solidFill>
                  <a:srgbClr val="8DE5CA"/>
                </a:solidFill>
                <a:latin typeface="Noto Sans KR"/>
                <a:ea typeface="Noto Sans KR"/>
                <a:cs typeface="Noto Sans KR"/>
              </a:defRPr>
            </a:lvl7pPr>
            <a:lvl8pPr>
              <a:buNone/>
              <a:defRPr sz="900" b="1">
                <a:solidFill>
                  <a:srgbClr val="8DE5CA"/>
                </a:solidFill>
                <a:latin typeface="Noto Sans KR"/>
                <a:ea typeface="Noto Sans KR"/>
                <a:cs typeface="Noto Sans KR"/>
              </a:defRPr>
            </a:lvl8pPr>
            <a:lvl9pPr>
              <a:buNone/>
              <a:defRPr sz="900" b="1">
                <a:solidFill>
                  <a:srgbClr val="8DE5CA"/>
                </a:solidFill>
                <a:latin typeface="Noto Sans KR"/>
                <a:ea typeface="Noto Sans KR"/>
                <a:cs typeface="Noto Sans KR"/>
              </a:defRPr>
            </a:lvl9pPr>
          </a:lstStyle>
          <a:p xmlns:a="http://schemas.openxmlformats.org/drawingml/2006/main">
            <a:pPr>
              <a:buNone/>
              <a:defRPr sz="900" b="1">
                <a:solidFill>
                  <a:srgbClr val="8DE5CA"/>
                </a:solidFill>
                <a:latin typeface="Noto Sans KR"/>
                <a:ea typeface="Noto Sans KR"/>
                <a:cs typeface="Noto Sans KR"/>
              </a:defRPr>
            </a:pPr>
            <a:r>
              <a:rPr sz="900" b="1">
                <a:solidFill>
                  <a:srgbClr val="8DE5CA"/>
                </a:solidFill>
                <a:latin typeface="Noto Sans KR"/>
                <a:ea typeface="Noto Sans KR"/>
                <a:cs typeface="Noto Sans KR"/>
              </a:rPr>
              <a:t>PAPER ARCHITECTURE / ARCHRAG</a:t>
            </a:r>
          </a:p>
        </p:txBody>
      </p:sp>
      <p:sp>
        <p:nvSpPr>
          <p:cNvPr id="2" name="">
            <a:extLst xmlns:a="http://schemas.openxmlformats.org/drawingml/2006/main">
              <a:ext uri="{FF2B5EF4-FFF2-40B4-BE49-F238E27FC236}">
                <a16:creationId xmlns:a16="http://schemas.microsoft.com/office/drawing/2014/main" id="{C10B04D3-2A06-47FF-BB5D-C99827544EBF}"/>
              </a:ext>
            </a:extLst>
          </p:cNvPr>
          <p:cNvSpPr>
            <a:spLocks xmlns:a="http://schemas.openxmlformats.org/drawingml/2006/main" noGrp="1"/>
          </p:cNvSpPr>
          <p:nvPr/>
        </p:nvSpPr>
        <p:spPr>
          <a:xfrm xmlns:a="http://schemas.openxmlformats.org/drawingml/2006/main">
            <a:off x="571500" y="762000"/>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850" b="1">
                <a:solidFill>
                  <a:srgbClr val="EAF5F3"/>
                </a:solidFill>
                <a:latin typeface="Noto Sans KR"/>
                <a:ea typeface="Noto Sans KR"/>
                <a:cs typeface="Noto Sans KR"/>
              </a:defRPr>
            </a:defPPr>
            <a:lvl1pPr>
              <a:buNone/>
              <a:defRPr sz="2850" b="1">
                <a:solidFill>
                  <a:srgbClr val="EAF5F3"/>
                </a:solidFill>
                <a:latin typeface="Noto Sans KR"/>
                <a:ea typeface="Noto Sans KR"/>
                <a:cs typeface="Noto Sans KR"/>
              </a:defRPr>
            </a:lvl1pPr>
            <a:lvl2pPr>
              <a:buNone/>
              <a:defRPr sz="2850" b="1">
                <a:solidFill>
                  <a:srgbClr val="EAF5F3"/>
                </a:solidFill>
                <a:latin typeface="Noto Sans KR"/>
                <a:ea typeface="Noto Sans KR"/>
                <a:cs typeface="Noto Sans KR"/>
              </a:defRPr>
            </a:lvl2pPr>
            <a:lvl3pPr>
              <a:buNone/>
              <a:defRPr sz="2850" b="1">
                <a:solidFill>
                  <a:srgbClr val="EAF5F3"/>
                </a:solidFill>
                <a:latin typeface="Noto Sans KR"/>
                <a:ea typeface="Noto Sans KR"/>
                <a:cs typeface="Noto Sans KR"/>
              </a:defRPr>
            </a:lvl3pPr>
            <a:lvl4pPr>
              <a:buNone/>
              <a:defRPr sz="2850" b="1">
                <a:solidFill>
                  <a:srgbClr val="EAF5F3"/>
                </a:solidFill>
                <a:latin typeface="Noto Sans KR"/>
                <a:ea typeface="Noto Sans KR"/>
                <a:cs typeface="Noto Sans KR"/>
              </a:defRPr>
            </a:lvl4pPr>
            <a:lvl5pPr>
              <a:buNone/>
              <a:defRPr sz="2850" b="1">
                <a:solidFill>
                  <a:srgbClr val="EAF5F3"/>
                </a:solidFill>
                <a:latin typeface="Noto Sans KR"/>
                <a:ea typeface="Noto Sans KR"/>
                <a:cs typeface="Noto Sans KR"/>
              </a:defRPr>
            </a:lvl5pPr>
            <a:lvl6pPr>
              <a:buNone/>
              <a:defRPr sz="2850" b="1">
                <a:solidFill>
                  <a:srgbClr val="EAF5F3"/>
                </a:solidFill>
                <a:latin typeface="Noto Sans KR"/>
                <a:ea typeface="Noto Sans KR"/>
                <a:cs typeface="Noto Sans KR"/>
              </a:defRPr>
            </a:lvl6pPr>
            <a:lvl7pPr>
              <a:buNone/>
              <a:defRPr sz="2850" b="1">
                <a:solidFill>
                  <a:srgbClr val="EAF5F3"/>
                </a:solidFill>
                <a:latin typeface="Noto Sans KR"/>
                <a:ea typeface="Noto Sans KR"/>
                <a:cs typeface="Noto Sans KR"/>
              </a:defRPr>
            </a:lvl7pPr>
            <a:lvl8pPr>
              <a:buNone/>
              <a:defRPr sz="2850" b="1">
                <a:solidFill>
                  <a:srgbClr val="EAF5F3"/>
                </a:solidFill>
                <a:latin typeface="Noto Sans KR"/>
                <a:ea typeface="Noto Sans KR"/>
                <a:cs typeface="Noto Sans KR"/>
              </a:defRPr>
            </a:lvl8pPr>
            <a:lvl9pPr>
              <a:buNone/>
              <a:defRPr sz="2850" b="1">
                <a:solidFill>
                  <a:srgbClr val="EAF5F3"/>
                </a:solidFill>
                <a:latin typeface="Noto Sans KR"/>
                <a:ea typeface="Noto Sans KR"/>
                <a:cs typeface="Noto Sans KR"/>
              </a:defRPr>
            </a:lvl9pPr>
          </a:lstStyle>
          <a:p xmlns:a="http://schemas.openxmlformats.org/drawingml/2006/main">
            <a:pPr>
              <a:buNone/>
              <a:defRPr sz="2850" b="1">
                <a:solidFill>
                  <a:srgbClr val="EAF5F3"/>
                </a:solidFill>
                <a:latin typeface="Noto Sans KR"/>
                <a:ea typeface="Noto Sans KR"/>
                <a:cs typeface="Noto Sans KR"/>
              </a:defRPr>
            </a:pPr>
            <a:r>
              <a:rPr sz="2850" b="1">
                <a:solidFill>
                  <a:srgbClr val="EAF5F3"/>
                </a:solidFill>
                <a:latin typeface="Noto Sans KR"/>
                <a:ea typeface="Noto Sans KR"/>
                <a:cs typeface="Noto Sans KR"/>
              </a:rPr>
              <a:t>ArchRAG의 전체 처리 순서</a:t>
            </a:r>
          </a:p>
        </p:txBody>
      </p:sp>
      <p:sp>
        <p:nvSpPr>
          <p:cNvPr id="3" name="">
            <a:extLst xmlns:a="http://schemas.openxmlformats.org/drawingml/2006/main">
              <a:ext uri="{FF2B5EF4-FFF2-40B4-BE49-F238E27FC236}">
                <a16:creationId xmlns:a16="http://schemas.microsoft.com/office/drawing/2014/main" id="{B1A702A4-55CD-47CE-8A75-2F77BC15B8BC}"/>
              </a:ext>
            </a:extLst>
          </p:cNvPr>
          <p:cNvSpPr>
            <a:spLocks xmlns:a="http://schemas.openxmlformats.org/drawingml/2006/main" noGrp="1"/>
          </p:cNvSpPr>
          <p:nvPr/>
        </p:nvSpPr>
        <p:spPr>
          <a:xfrm xmlns:a="http://schemas.openxmlformats.org/drawingml/2006/main">
            <a:off x="11144250" y="6429375"/>
            <a:ext cx="52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b="0">
                <a:solidFill>
                  <a:srgbClr val="8DE5CA"/>
                </a:solidFill>
                <a:latin typeface="Noto Sans KR"/>
                <a:ea typeface="Noto Sans KR"/>
                <a:cs typeface="Noto Sans KR"/>
              </a:defRPr>
            </a:defPPr>
            <a:lvl1pPr>
              <a:buNone/>
              <a:defRPr sz="1050" b="0">
                <a:solidFill>
                  <a:srgbClr val="8DE5CA"/>
                </a:solidFill>
                <a:latin typeface="Noto Sans KR"/>
                <a:ea typeface="Noto Sans KR"/>
                <a:cs typeface="Noto Sans KR"/>
              </a:defRPr>
            </a:lvl1pPr>
            <a:lvl2pPr>
              <a:buNone/>
              <a:defRPr sz="1050" b="0">
                <a:solidFill>
                  <a:srgbClr val="8DE5CA"/>
                </a:solidFill>
                <a:latin typeface="Noto Sans KR"/>
                <a:ea typeface="Noto Sans KR"/>
                <a:cs typeface="Noto Sans KR"/>
              </a:defRPr>
            </a:lvl2pPr>
            <a:lvl3pPr>
              <a:buNone/>
              <a:defRPr sz="1050" b="0">
                <a:solidFill>
                  <a:srgbClr val="8DE5CA"/>
                </a:solidFill>
                <a:latin typeface="Noto Sans KR"/>
                <a:ea typeface="Noto Sans KR"/>
                <a:cs typeface="Noto Sans KR"/>
              </a:defRPr>
            </a:lvl3pPr>
            <a:lvl4pPr>
              <a:buNone/>
              <a:defRPr sz="1050" b="0">
                <a:solidFill>
                  <a:srgbClr val="8DE5CA"/>
                </a:solidFill>
                <a:latin typeface="Noto Sans KR"/>
                <a:ea typeface="Noto Sans KR"/>
                <a:cs typeface="Noto Sans KR"/>
              </a:defRPr>
            </a:lvl4pPr>
            <a:lvl5pPr>
              <a:buNone/>
              <a:defRPr sz="1050" b="0">
                <a:solidFill>
                  <a:srgbClr val="8DE5CA"/>
                </a:solidFill>
                <a:latin typeface="Noto Sans KR"/>
                <a:ea typeface="Noto Sans KR"/>
                <a:cs typeface="Noto Sans KR"/>
              </a:defRPr>
            </a:lvl5pPr>
            <a:lvl6pPr>
              <a:buNone/>
              <a:defRPr sz="1050" b="0">
                <a:solidFill>
                  <a:srgbClr val="8DE5CA"/>
                </a:solidFill>
                <a:latin typeface="Noto Sans KR"/>
                <a:ea typeface="Noto Sans KR"/>
                <a:cs typeface="Noto Sans KR"/>
              </a:defRPr>
            </a:lvl6pPr>
            <a:lvl7pPr>
              <a:buNone/>
              <a:defRPr sz="1050" b="0">
                <a:solidFill>
                  <a:srgbClr val="8DE5CA"/>
                </a:solidFill>
                <a:latin typeface="Noto Sans KR"/>
                <a:ea typeface="Noto Sans KR"/>
                <a:cs typeface="Noto Sans KR"/>
              </a:defRPr>
            </a:lvl7pPr>
            <a:lvl8pPr>
              <a:buNone/>
              <a:defRPr sz="1050" b="0">
                <a:solidFill>
                  <a:srgbClr val="8DE5CA"/>
                </a:solidFill>
                <a:latin typeface="Noto Sans KR"/>
                <a:ea typeface="Noto Sans KR"/>
                <a:cs typeface="Noto Sans KR"/>
              </a:defRPr>
            </a:lvl8pPr>
            <a:lvl9pPr>
              <a:buNone/>
              <a:defRPr sz="1050" b="0">
                <a:solidFill>
                  <a:srgbClr val="8DE5CA"/>
                </a:solidFill>
                <a:latin typeface="Noto Sans KR"/>
                <a:ea typeface="Noto Sans KR"/>
                <a:cs typeface="Noto Sans KR"/>
              </a:defRPr>
            </a:lvl9pPr>
          </a:lstStyle>
          <a:p xmlns:a="http://schemas.openxmlformats.org/drawingml/2006/main">
            <a:pPr>
              <a:buNone/>
              <a:defRPr sz="1050" b="0">
                <a:solidFill>
                  <a:srgbClr val="8DE5CA"/>
                </a:solidFill>
                <a:latin typeface="Noto Sans KR"/>
                <a:ea typeface="Noto Sans KR"/>
                <a:cs typeface="Noto Sans KR"/>
              </a:defRPr>
            </a:pPr>
            <a:r>
              <a:rPr sz="1050" b="0">
                <a:solidFill>
                  <a:srgbClr val="8DE5CA"/>
                </a:solidFill>
                <a:latin typeface="Noto Sans KR"/>
                <a:ea typeface="Noto Sans KR"/>
                <a:cs typeface="Noto Sans KR"/>
              </a:rPr>
              <a:t>53</a:t>
            </a:r>
          </a:p>
        </p:txBody>
      </p:sp>
      <p:sp>
        <p:nvSpPr>
          <p:cNvPr id="4" name="">
            <a:extLst xmlns:a="http://schemas.openxmlformats.org/drawingml/2006/main">
              <a:ext uri="{FF2B5EF4-FFF2-40B4-BE49-F238E27FC236}">
                <a16:creationId xmlns:a16="http://schemas.microsoft.com/office/drawing/2014/main" id="{EA73BC5C-9319-4A0F-AC9E-A20F42ABF714}"/>
              </a:ext>
            </a:extLst>
          </p:cNvPr>
          <p:cNvSpPr>
            <a:spLocks xmlns:a="http://schemas.openxmlformats.org/drawingml/2006/main" noGrp="1"/>
          </p:cNvSpPr>
          <p:nvPr/>
        </p:nvSpPr>
        <p:spPr>
          <a:xfrm xmlns:a="http://schemas.openxmlformats.org/drawingml/2006/main">
            <a:off x="571500"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EBBF3"/>
                </a:solidFill>
                <a:latin typeface="Noto Sans KR"/>
                <a:ea typeface="Noto Sans KR"/>
                <a:cs typeface="Noto Sans KR"/>
              </a:defRPr>
            </a:defPPr>
            <a:lvl1pPr>
              <a:buNone/>
              <a:defRPr sz="1275" b="1">
                <a:solidFill>
                  <a:srgbClr val="8EBBF3"/>
                </a:solidFill>
                <a:latin typeface="Noto Sans KR"/>
                <a:ea typeface="Noto Sans KR"/>
                <a:cs typeface="Noto Sans KR"/>
              </a:defRPr>
            </a:lvl1pPr>
            <a:lvl2pPr>
              <a:buNone/>
              <a:defRPr sz="1275" b="1">
                <a:solidFill>
                  <a:srgbClr val="8EBBF3"/>
                </a:solidFill>
                <a:latin typeface="Noto Sans KR"/>
                <a:ea typeface="Noto Sans KR"/>
                <a:cs typeface="Noto Sans KR"/>
              </a:defRPr>
            </a:lvl2pPr>
            <a:lvl3pPr>
              <a:buNone/>
              <a:defRPr sz="1275" b="1">
                <a:solidFill>
                  <a:srgbClr val="8EBBF3"/>
                </a:solidFill>
                <a:latin typeface="Noto Sans KR"/>
                <a:ea typeface="Noto Sans KR"/>
                <a:cs typeface="Noto Sans KR"/>
              </a:defRPr>
            </a:lvl3pPr>
            <a:lvl4pPr>
              <a:buNone/>
              <a:defRPr sz="1275" b="1">
                <a:solidFill>
                  <a:srgbClr val="8EBBF3"/>
                </a:solidFill>
                <a:latin typeface="Noto Sans KR"/>
                <a:ea typeface="Noto Sans KR"/>
                <a:cs typeface="Noto Sans KR"/>
              </a:defRPr>
            </a:lvl4pPr>
            <a:lvl5pPr>
              <a:buNone/>
              <a:defRPr sz="1275" b="1">
                <a:solidFill>
                  <a:srgbClr val="8EBBF3"/>
                </a:solidFill>
                <a:latin typeface="Noto Sans KR"/>
                <a:ea typeface="Noto Sans KR"/>
                <a:cs typeface="Noto Sans KR"/>
              </a:defRPr>
            </a:lvl5pPr>
            <a:lvl6pPr>
              <a:buNone/>
              <a:defRPr sz="1275" b="1">
                <a:solidFill>
                  <a:srgbClr val="8EBBF3"/>
                </a:solidFill>
                <a:latin typeface="Noto Sans KR"/>
                <a:ea typeface="Noto Sans KR"/>
                <a:cs typeface="Noto Sans KR"/>
              </a:defRPr>
            </a:lvl6pPr>
            <a:lvl7pPr>
              <a:buNone/>
              <a:defRPr sz="1275" b="1">
                <a:solidFill>
                  <a:srgbClr val="8EBBF3"/>
                </a:solidFill>
                <a:latin typeface="Noto Sans KR"/>
                <a:ea typeface="Noto Sans KR"/>
                <a:cs typeface="Noto Sans KR"/>
              </a:defRPr>
            </a:lvl7pPr>
            <a:lvl8pPr>
              <a:buNone/>
              <a:defRPr sz="1275" b="1">
                <a:solidFill>
                  <a:srgbClr val="8EBBF3"/>
                </a:solidFill>
                <a:latin typeface="Noto Sans KR"/>
                <a:ea typeface="Noto Sans KR"/>
                <a:cs typeface="Noto Sans KR"/>
              </a:defRPr>
            </a:lvl8pPr>
            <a:lvl9pPr>
              <a:buNone/>
              <a:defRPr sz="1275" b="1">
                <a:solidFill>
                  <a:srgbClr val="8EBBF3"/>
                </a:solidFill>
                <a:latin typeface="Noto Sans KR"/>
                <a:ea typeface="Noto Sans KR"/>
                <a:cs typeface="Noto Sans KR"/>
              </a:defRPr>
            </a:lvl9pPr>
          </a:lstStyle>
          <a:p xmlns:a="http://schemas.openxmlformats.org/drawingml/2006/main">
            <a:pPr>
              <a:buNone/>
              <a:defRPr sz="1275" b="1">
                <a:solidFill>
                  <a:srgbClr val="8EBBF3"/>
                </a:solidFill>
                <a:latin typeface="Noto Sans KR"/>
                <a:ea typeface="Noto Sans KR"/>
                <a:cs typeface="Noto Sans KR"/>
              </a:defRPr>
            </a:pPr>
            <a:r>
              <a:rPr sz="1275" b="1">
                <a:solidFill>
                  <a:srgbClr val="8EBBF3"/>
                </a:solidFill>
                <a:latin typeface="Noto Sans KR"/>
                <a:ea typeface="Noto Sans KR"/>
                <a:cs typeface="Noto Sans KR"/>
              </a:rPr>
              <a:t>문서가 들어오면 미리 준비</a:t>
            </a:r>
          </a:p>
        </p:txBody>
      </p:sp>
      <p:sp>
        <p:nvSpPr>
          <p:cNvPr id="5" name="">
            <a:extLst xmlns:a="http://schemas.openxmlformats.org/drawingml/2006/main">
              <a:ext uri="{FF2B5EF4-FFF2-40B4-BE49-F238E27FC236}">
                <a16:creationId xmlns:a16="http://schemas.microsoft.com/office/drawing/2014/main" id="{699BED4D-D8E0-4081-9A31-03BDC9938FBE}"/>
              </a:ext>
            </a:extLst>
          </p:cNvPr>
          <p:cNvSpPr>
            <a:spLocks xmlns:a="http://schemas.openxmlformats.org/drawingml/2006/main" noGrp="1"/>
          </p:cNvSpPr>
          <p:nvPr/>
        </p:nvSpPr>
        <p:spPr>
          <a:xfrm xmlns:a="http://schemas.openxmlformats.org/drawingml/2006/main">
            <a:off x="571500"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문서에서 개체 그래프 구성</a:t>
            </a:r>
          </a:p>
        </p:txBody>
      </p:sp>
      <p:sp>
        <p:nvSpPr>
          <p:cNvPr id="6" name="">
            <a:extLst xmlns:a="http://schemas.openxmlformats.org/drawingml/2006/main">
              <a:ext uri="{FF2B5EF4-FFF2-40B4-BE49-F238E27FC236}">
                <a16:creationId xmlns:a16="http://schemas.microsoft.com/office/drawing/2014/main" id="{D70A629C-71D1-40EC-AB67-32DDABC2BE60}"/>
              </a:ext>
            </a:extLst>
          </p:cNvPr>
          <p:cNvSpPr>
            <a:spLocks xmlns:a="http://schemas.openxmlformats.org/drawingml/2006/main" noGrp="1"/>
          </p:cNvSpPr>
          <p:nvPr/>
        </p:nvSpPr>
        <p:spPr>
          <a:xfrm xmlns:a="http://schemas.openxmlformats.org/drawingml/2006/main">
            <a:off x="571500"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설명과 특징을 벡터로 변환</a:t>
            </a:r>
          </a:p>
        </p:txBody>
      </p:sp>
      <p:sp>
        <p:nvSpPr>
          <p:cNvPr id="8" name="">
            <a:extLst xmlns:a="http://schemas.openxmlformats.org/drawingml/2006/main">
              <a:ext uri="{FF2B5EF4-FFF2-40B4-BE49-F238E27FC236}">
                <a16:creationId xmlns:a16="http://schemas.microsoft.com/office/drawing/2014/main" id="{24972E8B-9832-48AD-B38C-51B9A589DEAC}"/>
              </a:ext>
            </a:extLst>
          </p:cNvPr>
          <p:cNvSpPr>
            <a:spLocks xmlns:a="http://schemas.openxmlformats.org/drawingml/2006/main" noGrp="1"/>
          </p:cNvSpPr>
          <p:nvPr/>
        </p:nvSpPr>
        <p:spPr>
          <a:xfrm xmlns:a="http://schemas.openxmlformats.org/drawingml/2006/main">
            <a:off x="571500"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연결과 의미를 함께 보고 묶기</a:t>
            </a:r>
          </a:p>
        </p:txBody>
      </p:sp>
      <p:sp>
        <p:nvSpPr>
          <p:cNvPr id="10" name="">
            <a:extLst xmlns:a="http://schemas.openxmlformats.org/drawingml/2006/main">
              <a:ext uri="{FF2B5EF4-FFF2-40B4-BE49-F238E27FC236}">
                <a16:creationId xmlns:a16="http://schemas.microsoft.com/office/drawing/2014/main" id="{AD48CE5A-94B8-4085-9F17-1CAE1C1CBB0E}"/>
              </a:ext>
            </a:extLst>
          </p:cNvPr>
          <p:cNvSpPr>
            <a:spLocks xmlns:a="http://schemas.openxmlformats.org/drawingml/2006/main" noGrp="1"/>
          </p:cNvSpPr>
          <p:nvPr/>
        </p:nvSpPr>
        <p:spPr>
          <a:xfrm xmlns:a="http://schemas.openxmlformats.org/drawingml/2006/main">
            <a:off x="571500"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그룹을 여러 층으로 요약</a:t>
            </a:r>
          </a:p>
        </p:txBody>
      </p:sp>
      <p:sp>
        <p:nvSpPr>
          <p:cNvPr id="12" name="">
            <a:extLst xmlns:a="http://schemas.openxmlformats.org/drawingml/2006/main">
              <a:ext uri="{FF2B5EF4-FFF2-40B4-BE49-F238E27FC236}">
                <a16:creationId xmlns:a16="http://schemas.microsoft.com/office/drawing/2014/main" id="{6B391B76-98E0-4B60-97F4-DA4B1F45B3B7}"/>
              </a:ext>
            </a:extLst>
          </p:cNvPr>
          <p:cNvSpPr>
            <a:spLocks xmlns:a="http://schemas.openxmlformats.org/drawingml/2006/main" noGrp="1"/>
          </p:cNvSpPr>
          <p:nvPr/>
        </p:nvSpPr>
        <p:spPr>
          <a:xfrm xmlns:a="http://schemas.openxmlformats.org/drawingml/2006/main">
            <a:off x="571500"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빠른 계층 검색 구조 준비</a:t>
            </a:r>
          </a:p>
        </p:txBody>
      </p:sp>
      <p:sp>
        <p:nvSpPr>
          <p:cNvPr id="14" name="">
            <a:extLst xmlns:a="http://schemas.openxmlformats.org/drawingml/2006/main">
              <a:ext uri="{FF2B5EF4-FFF2-40B4-BE49-F238E27FC236}">
                <a16:creationId xmlns:a16="http://schemas.microsoft.com/office/drawing/2014/main" id="{CC2518F5-E206-45CC-AE53-B75EE673A0B6}"/>
              </a:ext>
            </a:extLst>
          </p:cNvPr>
          <p:cNvSpPr>
            <a:spLocks xmlns:a="http://schemas.openxmlformats.org/drawingml/2006/main" noGrp="1"/>
          </p:cNvSpPr>
          <p:nvPr/>
        </p:nvSpPr>
        <p:spPr>
          <a:xfrm xmlns:a="http://schemas.openxmlformats.org/drawingml/2006/main">
            <a:off x="6524625"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DE5CA"/>
                </a:solidFill>
                <a:latin typeface="Noto Sans KR"/>
                <a:ea typeface="Noto Sans KR"/>
                <a:cs typeface="Noto Sans KR"/>
              </a:defRPr>
            </a:defPPr>
            <a:lvl1pPr>
              <a:buNone/>
              <a:defRPr sz="1275" b="1">
                <a:solidFill>
                  <a:srgbClr val="8DE5CA"/>
                </a:solidFill>
                <a:latin typeface="Noto Sans KR"/>
                <a:ea typeface="Noto Sans KR"/>
                <a:cs typeface="Noto Sans KR"/>
              </a:defRPr>
            </a:lvl1pPr>
            <a:lvl2pPr>
              <a:buNone/>
              <a:defRPr sz="1275" b="1">
                <a:solidFill>
                  <a:srgbClr val="8DE5CA"/>
                </a:solidFill>
                <a:latin typeface="Noto Sans KR"/>
                <a:ea typeface="Noto Sans KR"/>
                <a:cs typeface="Noto Sans KR"/>
              </a:defRPr>
            </a:lvl2pPr>
            <a:lvl3pPr>
              <a:buNone/>
              <a:defRPr sz="1275" b="1">
                <a:solidFill>
                  <a:srgbClr val="8DE5CA"/>
                </a:solidFill>
                <a:latin typeface="Noto Sans KR"/>
                <a:ea typeface="Noto Sans KR"/>
                <a:cs typeface="Noto Sans KR"/>
              </a:defRPr>
            </a:lvl3pPr>
            <a:lvl4pPr>
              <a:buNone/>
              <a:defRPr sz="1275" b="1">
                <a:solidFill>
                  <a:srgbClr val="8DE5CA"/>
                </a:solidFill>
                <a:latin typeface="Noto Sans KR"/>
                <a:ea typeface="Noto Sans KR"/>
                <a:cs typeface="Noto Sans KR"/>
              </a:defRPr>
            </a:lvl4pPr>
            <a:lvl5pPr>
              <a:buNone/>
              <a:defRPr sz="1275" b="1">
                <a:solidFill>
                  <a:srgbClr val="8DE5CA"/>
                </a:solidFill>
                <a:latin typeface="Noto Sans KR"/>
                <a:ea typeface="Noto Sans KR"/>
                <a:cs typeface="Noto Sans KR"/>
              </a:defRPr>
            </a:lvl5pPr>
            <a:lvl6pPr>
              <a:buNone/>
              <a:defRPr sz="1275" b="1">
                <a:solidFill>
                  <a:srgbClr val="8DE5CA"/>
                </a:solidFill>
                <a:latin typeface="Noto Sans KR"/>
                <a:ea typeface="Noto Sans KR"/>
                <a:cs typeface="Noto Sans KR"/>
              </a:defRPr>
            </a:lvl6pPr>
            <a:lvl7pPr>
              <a:buNone/>
              <a:defRPr sz="1275" b="1">
                <a:solidFill>
                  <a:srgbClr val="8DE5CA"/>
                </a:solidFill>
                <a:latin typeface="Noto Sans KR"/>
                <a:ea typeface="Noto Sans KR"/>
                <a:cs typeface="Noto Sans KR"/>
              </a:defRPr>
            </a:lvl7pPr>
            <a:lvl8pPr>
              <a:buNone/>
              <a:defRPr sz="1275" b="1">
                <a:solidFill>
                  <a:srgbClr val="8DE5CA"/>
                </a:solidFill>
                <a:latin typeface="Noto Sans KR"/>
                <a:ea typeface="Noto Sans KR"/>
                <a:cs typeface="Noto Sans KR"/>
              </a:defRPr>
            </a:lvl8pPr>
            <a:lvl9pPr>
              <a:buNone/>
              <a:defRPr sz="1275" b="1">
                <a:solidFill>
                  <a:srgbClr val="8DE5CA"/>
                </a:solidFill>
                <a:latin typeface="Noto Sans KR"/>
                <a:ea typeface="Noto Sans KR"/>
                <a:cs typeface="Noto Sans KR"/>
              </a:defRPr>
            </a:lvl9pPr>
          </a:lstStyle>
          <a:p xmlns:a="http://schemas.openxmlformats.org/drawingml/2006/main">
            <a:pPr>
              <a:buNone/>
              <a:defRPr sz="1275" b="1">
                <a:solidFill>
                  <a:srgbClr val="8DE5CA"/>
                </a:solidFill>
                <a:latin typeface="Noto Sans KR"/>
                <a:ea typeface="Noto Sans KR"/>
                <a:cs typeface="Noto Sans KR"/>
              </a:defRPr>
            </a:pPr>
            <a:r>
              <a:rPr sz="1275" b="1">
                <a:solidFill>
                  <a:srgbClr val="8DE5CA"/>
                </a:solidFill>
                <a:latin typeface="Noto Sans KR"/>
                <a:ea typeface="Noto Sans KR"/>
                <a:cs typeface="Noto Sans KR"/>
              </a:rPr>
              <a:t>질문이 오면 검색하고 답변</a:t>
            </a:r>
          </a:p>
        </p:txBody>
      </p:sp>
      <p:sp>
        <p:nvSpPr>
          <p:cNvPr id="15" name="">
            <a:extLst xmlns:a="http://schemas.openxmlformats.org/drawingml/2006/main">
              <a:ext uri="{FF2B5EF4-FFF2-40B4-BE49-F238E27FC236}">
                <a16:creationId xmlns:a16="http://schemas.microsoft.com/office/drawing/2014/main" id="{82D18D73-AA5B-4012-A79F-65A87E0456B5}"/>
              </a:ext>
            </a:extLst>
          </p:cNvPr>
          <p:cNvSpPr>
            <a:spLocks xmlns:a="http://schemas.openxmlformats.org/drawingml/2006/main" noGrp="1"/>
          </p:cNvSpPr>
          <p:nvPr/>
        </p:nvSpPr>
        <p:spPr>
          <a:xfrm xmlns:a="http://schemas.openxmlformats.org/drawingml/2006/main">
            <a:off x="6524625"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질문과 관련된 큰 그룹 찾기</a:t>
            </a:r>
          </a:p>
        </p:txBody>
      </p:sp>
      <p:sp>
        <p:nvSpPr>
          <p:cNvPr id="16" name="">
            <a:extLst xmlns:a="http://schemas.openxmlformats.org/drawingml/2006/main">
              <a:ext uri="{FF2B5EF4-FFF2-40B4-BE49-F238E27FC236}">
                <a16:creationId xmlns:a16="http://schemas.microsoft.com/office/drawing/2014/main" id="{FB7EEBC2-982B-4D20-9399-4869CEE6D5B9}"/>
              </a:ext>
            </a:extLst>
          </p:cNvPr>
          <p:cNvSpPr>
            <a:spLocks xmlns:a="http://schemas.openxmlformats.org/drawingml/2006/main" noGrp="1"/>
          </p:cNvSpPr>
          <p:nvPr/>
        </p:nvSpPr>
        <p:spPr>
          <a:xfrm xmlns:a="http://schemas.openxmlformats.org/drawingml/2006/main">
            <a:off x="6524625"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계층 검색 구조를 따라 탐색</a:t>
            </a:r>
          </a:p>
        </p:txBody>
      </p:sp>
      <p:sp>
        <p:nvSpPr>
          <p:cNvPr id="18" name="">
            <a:extLst xmlns:a="http://schemas.openxmlformats.org/drawingml/2006/main">
              <a:ext uri="{FF2B5EF4-FFF2-40B4-BE49-F238E27FC236}">
                <a16:creationId xmlns:a16="http://schemas.microsoft.com/office/drawing/2014/main" id="{8A77A875-968E-41CC-80A4-5E9F966C5FD1}"/>
              </a:ext>
            </a:extLst>
          </p:cNvPr>
          <p:cNvSpPr>
            <a:spLocks xmlns:a="http://schemas.openxmlformats.org/drawingml/2006/main" noGrp="1"/>
          </p:cNvSpPr>
          <p:nvPr/>
        </p:nvSpPr>
        <p:spPr>
          <a:xfrm xmlns:a="http://schemas.openxmlformats.org/drawingml/2006/main">
            <a:off x="6524625"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큰 그룹에서 세부 후보로 좁히기</a:t>
            </a:r>
          </a:p>
        </p:txBody>
      </p:sp>
      <p:sp>
        <p:nvSpPr>
          <p:cNvPr id="20" name="">
            <a:extLst xmlns:a="http://schemas.openxmlformats.org/drawingml/2006/main">
              <a:ext uri="{FF2B5EF4-FFF2-40B4-BE49-F238E27FC236}">
                <a16:creationId xmlns:a16="http://schemas.microsoft.com/office/drawing/2014/main" id="{D3C0158F-06AB-4072-A9E8-58871DFFA2C9}"/>
              </a:ext>
            </a:extLst>
          </p:cNvPr>
          <p:cNvSpPr>
            <a:spLocks xmlns:a="http://schemas.openxmlformats.org/drawingml/2006/main" noGrp="1"/>
          </p:cNvSpPr>
          <p:nvPr/>
        </p:nvSpPr>
        <p:spPr>
          <a:xfrm xmlns:a="http://schemas.openxmlformats.org/drawingml/2006/main">
            <a:off x="6524625"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관련 없는 후보 걸러내기</a:t>
            </a:r>
          </a:p>
        </p:txBody>
      </p:sp>
      <p:sp>
        <p:nvSpPr>
          <p:cNvPr id="22" name="">
            <a:extLst xmlns:a="http://schemas.openxmlformats.org/drawingml/2006/main">
              <a:ext uri="{FF2B5EF4-FFF2-40B4-BE49-F238E27FC236}">
                <a16:creationId xmlns:a16="http://schemas.microsoft.com/office/drawing/2014/main" id="{425236F5-A29E-4839-BD1D-5613C1D0A9D5}"/>
              </a:ext>
            </a:extLst>
          </p:cNvPr>
          <p:cNvSpPr>
            <a:spLocks xmlns:a="http://schemas.openxmlformats.org/drawingml/2006/main" noGrp="1"/>
          </p:cNvSpPr>
          <p:nvPr/>
        </p:nvSpPr>
        <p:spPr>
          <a:xfrm xmlns:a="http://schemas.openxmlformats.org/drawingml/2006/main">
            <a:off x="6524625"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선택한 요약·원문으로 답변</a:t>
            </a:r>
          </a:p>
        </p:txBody>
      </p:sp>
      <p:sp>
        <p:nvSpPr>
          <p:cNvPr id="24" name="">
            <a:extLst xmlns:a="http://schemas.openxmlformats.org/drawingml/2006/main">
              <a:ext uri="{FF2B5EF4-FFF2-40B4-BE49-F238E27FC236}">
                <a16:creationId xmlns:a16="http://schemas.microsoft.com/office/drawing/2014/main" id="{F82CF5E2-54B2-4C85-960F-A90F1B2ED801}"/>
              </a:ext>
            </a:extLst>
          </p:cNvPr>
          <p:cNvSpPr>
            <a:spLocks xmlns:a="http://schemas.openxmlformats.org/drawingml/2006/main" noGrp="1"/>
          </p:cNvSpPr>
          <p:nvPr/>
        </p:nvSpPr>
        <p:spPr>
          <a:xfrm xmlns:a="http://schemas.openxmlformats.org/drawingml/2006/main">
            <a:off x="571500" y="5734050"/>
            <a:ext cx="1095375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9BB4C0"/>
                </a:solidFill>
                <a:latin typeface="Noto Sans KR"/>
                <a:ea typeface="Noto Sans KR"/>
                <a:cs typeface="Noto Sans KR"/>
              </a:defRPr>
            </a:defPPr>
            <a:lvl1pPr>
              <a:buNone/>
              <a:defRPr sz="1200" b="0">
                <a:solidFill>
                  <a:srgbClr val="9BB4C0"/>
                </a:solidFill>
                <a:latin typeface="Noto Sans KR"/>
                <a:ea typeface="Noto Sans KR"/>
                <a:cs typeface="Noto Sans KR"/>
              </a:defRPr>
            </a:lvl1pPr>
            <a:lvl2pPr>
              <a:buNone/>
              <a:defRPr sz="1200" b="0">
                <a:solidFill>
                  <a:srgbClr val="9BB4C0"/>
                </a:solidFill>
                <a:latin typeface="Noto Sans KR"/>
                <a:ea typeface="Noto Sans KR"/>
                <a:cs typeface="Noto Sans KR"/>
              </a:defRPr>
            </a:lvl2pPr>
            <a:lvl3pPr>
              <a:buNone/>
              <a:defRPr sz="1200" b="0">
                <a:solidFill>
                  <a:srgbClr val="9BB4C0"/>
                </a:solidFill>
                <a:latin typeface="Noto Sans KR"/>
                <a:ea typeface="Noto Sans KR"/>
                <a:cs typeface="Noto Sans KR"/>
              </a:defRPr>
            </a:lvl3pPr>
            <a:lvl4pPr>
              <a:buNone/>
              <a:defRPr sz="1200" b="0">
                <a:solidFill>
                  <a:srgbClr val="9BB4C0"/>
                </a:solidFill>
                <a:latin typeface="Noto Sans KR"/>
                <a:ea typeface="Noto Sans KR"/>
                <a:cs typeface="Noto Sans KR"/>
              </a:defRPr>
            </a:lvl4pPr>
            <a:lvl5pPr>
              <a:buNone/>
              <a:defRPr sz="1200" b="0">
                <a:solidFill>
                  <a:srgbClr val="9BB4C0"/>
                </a:solidFill>
                <a:latin typeface="Noto Sans KR"/>
                <a:ea typeface="Noto Sans KR"/>
                <a:cs typeface="Noto Sans KR"/>
              </a:defRPr>
            </a:lvl5pPr>
            <a:lvl6pPr>
              <a:buNone/>
              <a:defRPr sz="1200" b="0">
                <a:solidFill>
                  <a:srgbClr val="9BB4C0"/>
                </a:solidFill>
                <a:latin typeface="Noto Sans KR"/>
                <a:ea typeface="Noto Sans KR"/>
                <a:cs typeface="Noto Sans KR"/>
              </a:defRPr>
            </a:lvl6pPr>
            <a:lvl7pPr>
              <a:buNone/>
              <a:defRPr sz="1200" b="0">
                <a:solidFill>
                  <a:srgbClr val="9BB4C0"/>
                </a:solidFill>
                <a:latin typeface="Noto Sans KR"/>
                <a:ea typeface="Noto Sans KR"/>
                <a:cs typeface="Noto Sans KR"/>
              </a:defRPr>
            </a:lvl7pPr>
            <a:lvl8pPr>
              <a:buNone/>
              <a:defRPr sz="1200" b="0">
                <a:solidFill>
                  <a:srgbClr val="9BB4C0"/>
                </a:solidFill>
                <a:latin typeface="Noto Sans KR"/>
                <a:ea typeface="Noto Sans KR"/>
                <a:cs typeface="Noto Sans KR"/>
              </a:defRPr>
            </a:lvl8pPr>
            <a:lvl9pPr>
              <a:buNone/>
              <a:defRPr sz="1200" b="0">
                <a:solidFill>
                  <a:srgbClr val="9BB4C0"/>
                </a:solidFill>
                <a:latin typeface="Noto Sans KR"/>
                <a:ea typeface="Noto Sans KR"/>
                <a:cs typeface="Noto Sans KR"/>
              </a:defRPr>
            </a:lvl9pPr>
          </a:lstStyle>
          <a:p xmlns:a="http://schemas.openxmlformats.org/drawingml/2006/main">
            <a:pPr>
              <a:buNone/>
              <a:defRPr sz="1200" b="0">
                <a:solidFill>
                  <a:srgbClr val="9BB4C0"/>
                </a:solidFill>
                <a:latin typeface="Noto Sans KR"/>
                <a:ea typeface="Noto Sans KR"/>
                <a:cs typeface="Noto Sans KR"/>
              </a:defRPr>
            </a:pPr>
            <a:r>
              <a:rPr sz="1200" b="0">
                <a:solidFill>
                  <a:srgbClr val="9BB4C0"/>
                </a:solidFill>
                <a:latin typeface="Noto Sans KR"/>
                <a:ea typeface="Noto Sans KR"/>
                <a:cs typeface="Noto Sans KR"/>
              </a:rPr>
              <a:t>웹 실습은 핵심 흐름을 보여 주는 축소 예제입니다. 원 논문과의 차이는 발표자 노트를 참고해 주세요.</a:t>
            </a:r>
          </a:p>
        </p:txBody>
      </p:sp>
    </p:spTree>
    <p:extLst>
      <p:ext uri="{BB962C8B-B14F-4D97-AF65-F5344CB8AC3E}">
        <p14:creationId xmlns:p14="http://schemas.microsoft.com/office/powerpoint/2010/main" val="1095044567"/>
      </p:ext>
    </p:extLst>
  </p:cSld>
</p:sld>
</file>

<file path=ppt/slides/slide54.xml><?xml version="1.0" encoding="utf-8"?>
<p:sld xmlns:p="http://schemas.openxmlformats.org/presentationml/2006/main">
  <p:cSld>
    <p:bg>
      <p:bgPr>
        <a:solidFill xmlns:a="http://schemas.openxmlformats.org/drawingml/2006/main">
          <a:srgbClr val="071824"/>
        </a:solidFill>
      </p:bgPr>
    </p:bg>
    <p:spTree>
      <p:nvGrpSpPr>
        <p:cNvPr id="1" name=""/>
        <p:cNvGrpSpPr/>
        <p:nvPr/>
      </p:nvGrpSpPr>
      <p:grpSpPr>
        <a:xfrm xmlns:a="http://schemas.openxmlformats.org/drawingml/2006/main"/>
      </p:grpSpPr>
      <p:cxnSp>
        <p:nvCxnSpPr>
          <p:cNvPr id="23" name="">
            <a:extLst xmlns:a="http://schemas.openxmlformats.org/drawingml/2006/main">
              <a:ext uri="{FF2B5EF4-FFF2-40B4-BE49-F238E27FC236}">
                <a16:creationId xmlns:a16="http://schemas.microsoft.com/office/drawing/2014/main" id="{856C55EC-D209-4DFB-9042-0E3FBF30E360}"/>
              </a:ext>
            </a:extLst>
          </p:cNvPr>
          <p:cNvCxnSpPr>
            <a:stCxn xmlns:a="http://schemas.openxmlformats.org/drawingml/2006/main" id="20" idx="2"/>
            <a:endCxn xmlns:a="http://schemas.openxmlformats.org/drawingml/2006/main" id="22" idx="0"/>
          </p:cNvCxnSpPr>
          <p:nvPr/>
        </p:nvCxnSpPr>
        <p:spPr>
          <a:xfrm xmlns:a="http://schemas.openxmlformats.org/drawingml/2006/main">
            <a:off x="9072563" y="463867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21" name="">
            <a:extLst xmlns:a="http://schemas.openxmlformats.org/drawingml/2006/main">
              <a:ext uri="{FF2B5EF4-FFF2-40B4-BE49-F238E27FC236}">
                <a16:creationId xmlns:a16="http://schemas.microsoft.com/office/drawing/2014/main" id="{8796EEB9-23B9-4A97-B438-9AE52292B791}"/>
              </a:ext>
            </a:extLst>
          </p:cNvPr>
          <p:cNvCxnSpPr>
            <a:stCxn xmlns:a="http://schemas.openxmlformats.org/drawingml/2006/main" id="18" idx="2"/>
            <a:endCxn xmlns:a="http://schemas.openxmlformats.org/drawingml/2006/main" id="20" idx="0"/>
          </p:cNvCxnSpPr>
          <p:nvPr/>
        </p:nvCxnSpPr>
        <p:spPr>
          <a:xfrm xmlns:a="http://schemas.openxmlformats.org/drawingml/2006/main">
            <a:off x="9072563" y="398145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9" name="">
            <a:extLst xmlns:a="http://schemas.openxmlformats.org/drawingml/2006/main">
              <a:ext uri="{FF2B5EF4-FFF2-40B4-BE49-F238E27FC236}">
                <a16:creationId xmlns:a16="http://schemas.microsoft.com/office/drawing/2014/main" id="{BC467649-228F-4176-90DA-F3F7A7F0B1F5}"/>
              </a:ext>
            </a:extLst>
          </p:cNvPr>
          <p:cNvCxnSpPr>
            <a:stCxn xmlns:a="http://schemas.openxmlformats.org/drawingml/2006/main" id="16" idx="2"/>
            <a:endCxn xmlns:a="http://schemas.openxmlformats.org/drawingml/2006/main" id="18" idx="0"/>
          </p:cNvCxnSpPr>
          <p:nvPr/>
        </p:nvCxnSpPr>
        <p:spPr>
          <a:xfrm xmlns:a="http://schemas.openxmlformats.org/drawingml/2006/main">
            <a:off x="9072563" y="332422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7" name="">
            <a:extLst xmlns:a="http://schemas.openxmlformats.org/drawingml/2006/main">
              <a:ext uri="{FF2B5EF4-FFF2-40B4-BE49-F238E27FC236}">
                <a16:creationId xmlns:a16="http://schemas.microsoft.com/office/drawing/2014/main" id="{B94F4524-2A51-411C-9958-BECC68117E49}"/>
              </a:ext>
            </a:extLst>
          </p:cNvPr>
          <p:cNvCxnSpPr>
            <a:stCxn xmlns:a="http://schemas.openxmlformats.org/drawingml/2006/main" id="15" idx="2"/>
            <a:endCxn xmlns:a="http://schemas.openxmlformats.org/drawingml/2006/main" id="16" idx="0"/>
          </p:cNvCxnSpPr>
          <p:nvPr/>
        </p:nvCxnSpPr>
        <p:spPr>
          <a:xfrm xmlns:a="http://schemas.openxmlformats.org/drawingml/2006/main">
            <a:off x="9072563" y="266700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3" name="">
            <a:extLst xmlns:a="http://schemas.openxmlformats.org/drawingml/2006/main">
              <a:ext uri="{FF2B5EF4-FFF2-40B4-BE49-F238E27FC236}">
                <a16:creationId xmlns:a16="http://schemas.microsoft.com/office/drawing/2014/main" id="{CCE1296F-034E-4119-A502-9284F0FEEDAD}"/>
              </a:ext>
            </a:extLst>
          </p:cNvPr>
          <p:cNvCxnSpPr>
            <a:stCxn xmlns:a="http://schemas.openxmlformats.org/drawingml/2006/main" id="10" idx="2"/>
            <a:endCxn xmlns:a="http://schemas.openxmlformats.org/drawingml/2006/main" id="12" idx="0"/>
          </p:cNvCxnSpPr>
          <p:nvPr/>
        </p:nvCxnSpPr>
        <p:spPr>
          <a:xfrm xmlns:a="http://schemas.openxmlformats.org/drawingml/2006/main">
            <a:off x="3119438" y="463867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11" name="">
            <a:extLst xmlns:a="http://schemas.openxmlformats.org/drawingml/2006/main">
              <a:ext uri="{FF2B5EF4-FFF2-40B4-BE49-F238E27FC236}">
                <a16:creationId xmlns:a16="http://schemas.microsoft.com/office/drawing/2014/main" id="{92C1237D-925C-4DEF-A8F9-F095DBC661D0}"/>
              </a:ext>
            </a:extLst>
          </p:cNvPr>
          <p:cNvCxnSpPr>
            <a:stCxn xmlns:a="http://schemas.openxmlformats.org/drawingml/2006/main" id="8" idx="2"/>
            <a:endCxn xmlns:a="http://schemas.openxmlformats.org/drawingml/2006/main" id="10" idx="0"/>
          </p:cNvCxnSpPr>
          <p:nvPr/>
        </p:nvCxnSpPr>
        <p:spPr>
          <a:xfrm xmlns:a="http://schemas.openxmlformats.org/drawingml/2006/main">
            <a:off x="3119438" y="398145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9" name="">
            <a:extLst xmlns:a="http://schemas.openxmlformats.org/drawingml/2006/main">
              <a:ext uri="{FF2B5EF4-FFF2-40B4-BE49-F238E27FC236}">
                <a16:creationId xmlns:a16="http://schemas.microsoft.com/office/drawing/2014/main" id="{ED6031CE-2825-4E08-B1A3-172DAEB92AB5}"/>
              </a:ext>
            </a:extLst>
          </p:cNvPr>
          <p:cNvCxnSpPr>
            <a:stCxn xmlns:a="http://schemas.openxmlformats.org/drawingml/2006/main" id="6" idx="2"/>
            <a:endCxn xmlns:a="http://schemas.openxmlformats.org/drawingml/2006/main" id="8" idx="0"/>
          </p:cNvCxnSpPr>
          <p:nvPr/>
        </p:nvCxnSpPr>
        <p:spPr>
          <a:xfrm xmlns:a="http://schemas.openxmlformats.org/drawingml/2006/main">
            <a:off x="3119438" y="332422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7" name="">
            <a:extLst xmlns:a="http://schemas.openxmlformats.org/drawingml/2006/main">
              <a:ext uri="{FF2B5EF4-FFF2-40B4-BE49-F238E27FC236}">
                <a16:creationId xmlns:a16="http://schemas.microsoft.com/office/drawing/2014/main" id="{B3C27444-5F62-420C-985F-6B03E92E733E}"/>
              </a:ext>
            </a:extLst>
          </p:cNvPr>
          <p:cNvCxnSpPr>
            <a:stCxn xmlns:a="http://schemas.openxmlformats.org/drawingml/2006/main" id="5" idx="2"/>
            <a:endCxn xmlns:a="http://schemas.openxmlformats.org/drawingml/2006/main" id="6" idx="0"/>
          </p:cNvCxnSpPr>
          <p:nvPr/>
        </p:nvCxnSpPr>
        <p:spPr>
          <a:xfrm xmlns:a="http://schemas.openxmlformats.org/drawingml/2006/main">
            <a:off x="3119438" y="266700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sp>
        <p:nvSpPr>
          <p:cNvPr id="25" name="">
            <a:extLst xmlns:a="http://schemas.openxmlformats.org/drawingml/2006/main">
              <a:ext uri="{FF2B5EF4-FFF2-40B4-BE49-F238E27FC236}">
                <a16:creationId xmlns:a16="http://schemas.microsoft.com/office/drawing/2014/main" id="{1202660B-4A28-485B-A453-96D6182B1E4B}"/>
              </a:ext>
            </a:extLst>
          </p:cNvPr>
          <p:cNvSpPr>
            <a:spLocks xmlns:a="http://schemas.openxmlformats.org/drawingml/2006/main" noGrp="1"/>
          </p:cNvSpPr>
          <p:nvPr/>
        </p:nvSpPr>
        <p:spPr>
          <a:xfrm xmlns:a="http://schemas.openxmlformats.org/drawingml/2006/main">
            <a:off x="571500" y="285750"/>
            <a:ext cx="10858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00" b="1">
                <a:solidFill>
                  <a:srgbClr val="8DE5CA"/>
                </a:solidFill>
                <a:latin typeface="Noto Sans KR"/>
                <a:ea typeface="Noto Sans KR"/>
                <a:cs typeface="Noto Sans KR"/>
              </a:defRPr>
            </a:defPPr>
            <a:lvl1pPr>
              <a:buNone/>
              <a:defRPr sz="900" b="1">
                <a:solidFill>
                  <a:srgbClr val="8DE5CA"/>
                </a:solidFill>
                <a:latin typeface="Noto Sans KR"/>
                <a:ea typeface="Noto Sans KR"/>
                <a:cs typeface="Noto Sans KR"/>
              </a:defRPr>
            </a:lvl1pPr>
            <a:lvl2pPr>
              <a:buNone/>
              <a:defRPr sz="900" b="1">
                <a:solidFill>
                  <a:srgbClr val="8DE5CA"/>
                </a:solidFill>
                <a:latin typeface="Noto Sans KR"/>
                <a:ea typeface="Noto Sans KR"/>
                <a:cs typeface="Noto Sans KR"/>
              </a:defRPr>
            </a:lvl2pPr>
            <a:lvl3pPr>
              <a:buNone/>
              <a:defRPr sz="900" b="1">
                <a:solidFill>
                  <a:srgbClr val="8DE5CA"/>
                </a:solidFill>
                <a:latin typeface="Noto Sans KR"/>
                <a:ea typeface="Noto Sans KR"/>
                <a:cs typeface="Noto Sans KR"/>
              </a:defRPr>
            </a:lvl3pPr>
            <a:lvl4pPr>
              <a:buNone/>
              <a:defRPr sz="900" b="1">
                <a:solidFill>
                  <a:srgbClr val="8DE5CA"/>
                </a:solidFill>
                <a:latin typeface="Noto Sans KR"/>
                <a:ea typeface="Noto Sans KR"/>
                <a:cs typeface="Noto Sans KR"/>
              </a:defRPr>
            </a:lvl4pPr>
            <a:lvl5pPr>
              <a:buNone/>
              <a:defRPr sz="900" b="1">
                <a:solidFill>
                  <a:srgbClr val="8DE5CA"/>
                </a:solidFill>
                <a:latin typeface="Noto Sans KR"/>
                <a:ea typeface="Noto Sans KR"/>
                <a:cs typeface="Noto Sans KR"/>
              </a:defRPr>
            </a:lvl5pPr>
            <a:lvl6pPr>
              <a:buNone/>
              <a:defRPr sz="900" b="1">
                <a:solidFill>
                  <a:srgbClr val="8DE5CA"/>
                </a:solidFill>
                <a:latin typeface="Noto Sans KR"/>
                <a:ea typeface="Noto Sans KR"/>
                <a:cs typeface="Noto Sans KR"/>
              </a:defRPr>
            </a:lvl6pPr>
            <a:lvl7pPr>
              <a:buNone/>
              <a:defRPr sz="900" b="1">
                <a:solidFill>
                  <a:srgbClr val="8DE5CA"/>
                </a:solidFill>
                <a:latin typeface="Noto Sans KR"/>
                <a:ea typeface="Noto Sans KR"/>
                <a:cs typeface="Noto Sans KR"/>
              </a:defRPr>
            </a:lvl7pPr>
            <a:lvl8pPr>
              <a:buNone/>
              <a:defRPr sz="900" b="1">
                <a:solidFill>
                  <a:srgbClr val="8DE5CA"/>
                </a:solidFill>
                <a:latin typeface="Noto Sans KR"/>
                <a:ea typeface="Noto Sans KR"/>
                <a:cs typeface="Noto Sans KR"/>
              </a:defRPr>
            </a:lvl8pPr>
            <a:lvl9pPr>
              <a:buNone/>
              <a:defRPr sz="900" b="1">
                <a:solidFill>
                  <a:srgbClr val="8DE5CA"/>
                </a:solidFill>
                <a:latin typeface="Noto Sans KR"/>
                <a:ea typeface="Noto Sans KR"/>
                <a:cs typeface="Noto Sans KR"/>
              </a:defRPr>
            </a:lvl9pPr>
          </a:lstStyle>
          <a:p xmlns:a="http://schemas.openxmlformats.org/drawingml/2006/main">
            <a:pPr>
              <a:buNone/>
              <a:defRPr sz="900" b="1">
                <a:solidFill>
                  <a:srgbClr val="8DE5CA"/>
                </a:solidFill>
                <a:latin typeface="Noto Sans KR"/>
                <a:ea typeface="Noto Sans KR"/>
                <a:cs typeface="Noto Sans KR"/>
              </a:defRPr>
            </a:pPr>
            <a:r>
              <a:rPr sz="900" b="1">
                <a:solidFill>
                  <a:srgbClr val="8DE5CA"/>
                </a:solidFill>
                <a:latin typeface="Noto Sans KR"/>
                <a:ea typeface="Noto Sans KR"/>
                <a:cs typeface="Noto Sans KR"/>
              </a:rPr>
              <a:t>PAPER ARCHITECTURE / LINEARRAG</a:t>
            </a:r>
          </a:p>
        </p:txBody>
      </p:sp>
      <p:sp>
        <p:nvSpPr>
          <p:cNvPr id="2" name="">
            <a:extLst xmlns:a="http://schemas.openxmlformats.org/drawingml/2006/main">
              <a:ext uri="{FF2B5EF4-FFF2-40B4-BE49-F238E27FC236}">
                <a16:creationId xmlns:a16="http://schemas.microsoft.com/office/drawing/2014/main" id="{8FA78604-EF42-4C71-8068-944E04D2545D}"/>
              </a:ext>
            </a:extLst>
          </p:cNvPr>
          <p:cNvSpPr>
            <a:spLocks xmlns:a="http://schemas.openxmlformats.org/drawingml/2006/main" noGrp="1"/>
          </p:cNvSpPr>
          <p:nvPr/>
        </p:nvSpPr>
        <p:spPr>
          <a:xfrm xmlns:a="http://schemas.openxmlformats.org/drawingml/2006/main">
            <a:off x="571500" y="762000"/>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850" b="1">
                <a:solidFill>
                  <a:srgbClr val="EAF5F3"/>
                </a:solidFill>
                <a:latin typeface="Noto Sans KR"/>
                <a:ea typeface="Noto Sans KR"/>
                <a:cs typeface="Noto Sans KR"/>
              </a:defRPr>
            </a:defPPr>
            <a:lvl1pPr>
              <a:buNone/>
              <a:defRPr sz="2850" b="1">
                <a:solidFill>
                  <a:srgbClr val="EAF5F3"/>
                </a:solidFill>
                <a:latin typeface="Noto Sans KR"/>
                <a:ea typeface="Noto Sans KR"/>
                <a:cs typeface="Noto Sans KR"/>
              </a:defRPr>
            </a:lvl1pPr>
            <a:lvl2pPr>
              <a:buNone/>
              <a:defRPr sz="2850" b="1">
                <a:solidFill>
                  <a:srgbClr val="EAF5F3"/>
                </a:solidFill>
                <a:latin typeface="Noto Sans KR"/>
                <a:ea typeface="Noto Sans KR"/>
                <a:cs typeface="Noto Sans KR"/>
              </a:defRPr>
            </a:lvl2pPr>
            <a:lvl3pPr>
              <a:buNone/>
              <a:defRPr sz="2850" b="1">
                <a:solidFill>
                  <a:srgbClr val="EAF5F3"/>
                </a:solidFill>
                <a:latin typeface="Noto Sans KR"/>
                <a:ea typeface="Noto Sans KR"/>
                <a:cs typeface="Noto Sans KR"/>
              </a:defRPr>
            </a:lvl3pPr>
            <a:lvl4pPr>
              <a:buNone/>
              <a:defRPr sz="2850" b="1">
                <a:solidFill>
                  <a:srgbClr val="EAF5F3"/>
                </a:solidFill>
                <a:latin typeface="Noto Sans KR"/>
                <a:ea typeface="Noto Sans KR"/>
                <a:cs typeface="Noto Sans KR"/>
              </a:defRPr>
            </a:lvl4pPr>
            <a:lvl5pPr>
              <a:buNone/>
              <a:defRPr sz="2850" b="1">
                <a:solidFill>
                  <a:srgbClr val="EAF5F3"/>
                </a:solidFill>
                <a:latin typeface="Noto Sans KR"/>
                <a:ea typeface="Noto Sans KR"/>
                <a:cs typeface="Noto Sans KR"/>
              </a:defRPr>
            </a:lvl5pPr>
            <a:lvl6pPr>
              <a:buNone/>
              <a:defRPr sz="2850" b="1">
                <a:solidFill>
                  <a:srgbClr val="EAF5F3"/>
                </a:solidFill>
                <a:latin typeface="Noto Sans KR"/>
                <a:ea typeface="Noto Sans KR"/>
                <a:cs typeface="Noto Sans KR"/>
              </a:defRPr>
            </a:lvl6pPr>
            <a:lvl7pPr>
              <a:buNone/>
              <a:defRPr sz="2850" b="1">
                <a:solidFill>
                  <a:srgbClr val="EAF5F3"/>
                </a:solidFill>
                <a:latin typeface="Noto Sans KR"/>
                <a:ea typeface="Noto Sans KR"/>
                <a:cs typeface="Noto Sans KR"/>
              </a:defRPr>
            </a:lvl7pPr>
            <a:lvl8pPr>
              <a:buNone/>
              <a:defRPr sz="2850" b="1">
                <a:solidFill>
                  <a:srgbClr val="EAF5F3"/>
                </a:solidFill>
                <a:latin typeface="Noto Sans KR"/>
                <a:ea typeface="Noto Sans KR"/>
                <a:cs typeface="Noto Sans KR"/>
              </a:defRPr>
            </a:lvl8pPr>
            <a:lvl9pPr>
              <a:buNone/>
              <a:defRPr sz="2850" b="1">
                <a:solidFill>
                  <a:srgbClr val="EAF5F3"/>
                </a:solidFill>
                <a:latin typeface="Noto Sans KR"/>
                <a:ea typeface="Noto Sans KR"/>
                <a:cs typeface="Noto Sans KR"/>
              </a:defRPr>
            </a:lvl9pPr>
          </a:lstStyle>
          <a:p xmlns:a="http://schemas.openxmlformats.org/drawingml/2006/main">
            <a:pPr>
              <a:buNone/>
              <a:defRPr sz="2850" b="1">
                <a:solidFill>
                  <a:srgbClr val="EAF5F3"/>
                </a:solidFill>
                <a:latin typeface="Noto Sans KR"/>
                <a:ea typeface="Noto Sans KR"/>
                <a:cs typeface="Noto Sans KR"/>
              </a:defRPr>
            </a:pPr>
            <a:r>
              <a:rPr sz="2850" b="1">
                <a:solidFill>
                  <a:srgbClr val="EAF5F3"/>
                </a:solidFill>
                <a:latin typeface="Noto Sans KR"/>
                <a:ea typeface="Noto Sans KR"/>
                <a:cs typeface="Noto Sans KR"/>
              </a:rPr>
              <a:t>LinearRAG의 전체 처리 순서</a:t>
            </a:r>
          </a:p>
        </p:txBody>
      </p:sp>
      <p:sp>
        <p:nvSpPr>
          <p:cNvPr id="3" name="">
            <a:extLst xmlns:a="http://schemas.openxmlformats.org/drawingml/2006/main">
              <a:ext uri="{FF2B5EF4-FFF2-40B4-BE49-F238E27FC236}">
                <a16:creationId xmlns:a16="http://schemas.microsoft.com/office/drawing/2014/main" id="{ECAC08C6-55EE-4C3F-8567-002F7204561A}"/>
              </a:ext>
            </a:extLst>
          </p:cNvPr>
          <p:cNvSpPr>
            <a:spLocks xmlns:a="http://schemas.openxmlformats.org/drawingml/2006/main" noGrp="1"/>
          </p:cNvSpPr>
          <p:nvPr/>
        </p:nvSpPr>
        <p:spPr>
          <a:xfrm xmlns:a="http://schemas.openxmlformats.org/drawingml/2006/main">
            <a:off x="11144250" y="6429375"/>
            <a:ext cx="52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b="0">
                <a:solidFill>
                  <a:srgbClr val="8DE5CA"/>
                </a:solidFill>
                <a:latin typeface="Noto Sans KR"/>
                <a:ea typeface="Noto Sans KR"/>
                <a:cs typeface="Noto Sans KR"/>
              </a:defRPr>
            </a:defPPr>
            <a:lvl1pPr>
              <a:buNone/>
              <a:defRPr sz="1050" b="0">
                <a:solidFill>
                  <a:srgbClr val="8DE5CA"/>
                </a:solidFill>
                <a:latin typeface="Noto Sans KR"/>
                <a:ea typeface="Noto Sans KR"/>
                <a:cs typeface="Noto Sans KR"/>
              </a:defRPr>
            </a:lvl1pPr>
            <a:lvl2pPr>
              <a:buNone/>
              <a:defRPr sz="1050" b="0">
                <a:solidFill>
                  <a:srgbClr val="8DE5CA"/>
                </a:solidFill>
                <a:latin typeface="Noto Sans KR"/>
                <a:ea typeface="Noto Sans KR"/>
                <a:cs typeface="Noto Sans KR"/>
              </a:defRPr>
            </a:lvl2pPr>
            <a:lvl3pPr>
              <a:buNone/>
              <a:defRPr sz="1050" b="0">
                <a:solidFill>
                  <a:srgbClr val="8DE5CA"/>
                </a:solidFill>
                <a:latin typeface="Noto Sans KR"/>
                <a:ea typeface="Noto Sans KR"/>
                <a:cs typeface="Noto Sans KR"/>
              </a:defRPr>
            </a:lvl3pPr>
            <a:lvl4pPr>
              <a:buNone/>
              <a:defRPr sz="1050" b="0">
                <a:solidFill>
                  <a:srgbClr val="8DE5CA"/>
                </a:solidFill>
                <a:latin typeface="Noto Sans KR"/>
                <a:ea typeface="Noto Sans KR"/>
                <a:cs typeface="Noto Sans KR"/>
              </a:defRPr>
            </a:lvl4pPr>
            <a:lvl5pPr>
              <a:buNone/>
              <a:defRPr sz="1050" b="0">
                <a:solidFill>
                  <a:srgbClr val="8DE5CA"/>
                </a:solidFill>
                <a:latin typeface="Noto Sans KR"/>
                <a:ea typeface="Noto Sans KR"/>
                <a:cs typeface="Noto Sans KR"/>
              </a:defRPr>
            </a:lvl5pPr>
            <a:lvl6pPr>
              <a:buNone/>
              <a:defRPr sz="1050" b="0">
                <a:solidFill>
                  <a:srgbClr val="8DE5CA"/>
                </a:solidFill>
                <a:latin typeface="Noto Sans KR"/>
                <a:ea typeface="Noto Sans KR"/>
                <a:cs typeface="Noto Sans KR"/>
              </a:defRPr>
            </a:lvl6pPr>
            <a:lvl7pPr>
              <a:buNone/>
              <a:defRPr sz="1050" b="0">
                <a:solidFill>
                  <a:srgbClr val="8DE5CA"/>
                </a:solidFill>
                <a:latin typeface="Noto Sans KR"/>
                <a:ea typeface="Noto Sans KR"/>
                <a:cs typeface="Noto Sans KR"/>
              </a:defRPr>
            </a:lvl7pPr>
            <a:lvl8pPr>
              <a:buNone/>
              <a:defRPr sz="1050" b="0">
                <a:solidFill>
                  <a:srgbClr val="8DE5CA"/>
                </a:solidFill>
                <a:latin typeface="Noto Sans KR"/>
                <a:ea typeface="Noto Sans KR"/>
                <a:cs typeface="Noto Sans KR"/>
              </a:defRPr>
            </a:lvl8pPr>
            <a:lvl9pPr>
              <a:buNone/>
              <a:defRPr sz="1050" b="0">
                <a:solidFill>
                  <a:srgbClr val="8DE5CA"/>
                </a:solidFill>
                <a:latin typeface="Noto Sans KR"/>
                <a:ea typeface="Noto Sans KR"/>
                <a:cs typeface="Noto Sans KR"/>
              </a:defRPr>
            </a:lvl9pPr>
          </a:lstStyle>
          <a:p xmlns:a="http://schemas.openxmlformats.org/drawingml/2006/main">
            <a:pPr>
              <a:buNone/>
              <a:defRPr sz="1050" b="0">
                <a:solidFill>
                  <a:srgbClr val="8DE5CA"/>
                </a:solidFill>
                <a:latin typeface="Noto Sans KR"/>
                <a:ea typeface="Noto Sans KR"/>
                <a:cs typeface="Noto Sans KR"/>
              </a:defRPr>
            </a:pPr>
            <a:r>
              <a:rPr sz="1050" b="0">
                <a:solidFill>
                  <a:srgbClr val="8DE5CA"/>
                </a:solidFill>
                <a:latin typeface="Noto Sans KR"/>
                <a:ea typeface="Noto Sans KR"/>
                <a:cs typeface="Noto Sans KR"/>
              </a:rPr>
              <a:t>54</a:t>
            </a:r>
          </a:p>
        </p:txBody>
      </p:sp>
      <p:sp>
        <p:nvSpPr>
          <p:cNvPr id="4" name="">
            <a:extLst xmlns:a="http://schemas.openxmlformats.org/drawingml/2006/main">
              <a:ext uri="{FF2B5EF4-FFF2-40B4-BE49-F238E27FC236}">
                <a16:creationId xmlns:a16="http://schemas.microsoft.com/office/drawing/2014/main" id="{E0E52116-91CF-4976-A69F-EC521EFEB44D}"/>
              </a:ext>
            </a:extLst>
          </p:cNvPr>
          <p:cNvSpPr>
            <a:spLocks xmlns:a="http://schemas.openxmlformats.org/drawingml/2006/main" noGrp="1"/>
          </p:cNvSpPr>
          <p:nvPr/>
        </p:nvSpPr>
        <p:spPr>
          <a:xfrm xmlns:a="http://schemas.openxmlformats.org/drawingml/2006/main">
            <a:off x="571500"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EBBF3"/>
                </a:solidFill>
                <a:latin typeface="Noto Sans KR"/>
                <a:ea typeface="Noto Sans KR"/>
                <a:cs typeface="Noto Sans KR"/>
              </a:defRPr>
            </a:defPPr>
            <a:lvl1pPr>
              <a:buNone/>
              <a:defRPr sz="1275" b="1">
                <a:solidFill>
                  <a:srgbClr val="8EBBF3"/>
                </a:solidFill>
                <a:latin typeface="Noto Sans KR"/>
                <a:ea typeface="Noto Sans KR"/>
                <a:cs typeface="Noto Sans KR"/>
              </a:defRPr>
            </a:lvl1pPr>
            <a:lvl2pPr>
              <a:buNone/>
              <a:defRPr sz="1275" b="1">
                <a:solidFill>
                  <a:srgbClr val="8EBBF3"/>
                </a:solidFill>
                <a:latin typeface="Noto Sans KR"/>
                <a:ea typeface="Noto Sans KR"/>
                <a:cs typeface="Noto Sans KR"/>
              </a:defRPr>
            </a:lvl2pPr>
            <a:lvl3pPr>
              <a:buNone/>
              <a:defRPr sz="1275" b="1">
                <a:solidFill>
                  <a:srgbClr val="8EBBF3"/>
                </a:solidFill>
                <a:latin typeface="Noto Sans KR"/>
                <a:ea typeface="Noto Sans KR"/>
                <a:cs typeface="Noto Sans KR"/>
              </a:defRPr>
            </a:lvl3pPr>
            <a:lvl4pPr>
              <a:buNone/>
              <a:defRPr sz="1275" b="1">
                <a:solidFill>
                  <a:srgbClr val="8EBBF3"/>
                </a:solidFill>
                <a:latin typeface="Noto Sans KR"/>
                <a:ea typeface="Noto Sans KR"/>
                <a:cs typeface="Noto Sans KR"/>
              </a:defRPr>
            </a:lvl4pPr>
            <a:lvl5pPr>
              <a:buNone/>
              <a:defRPr sz="1275" b="1">
                <a:solidFill>
                  <a:srgbClr val="8EBBF3"/>
                </a:solidFill>
                <a:latin typeface="Noto Sans KR"/>
                <a:ea typeface="Noto Sans KR"/>
                <a:cs typeface="Noto Sans KR"/>
              </a:defRPr>
            </a:lvl5pPr>
            <a:lvl6pPr>
              <a:buNone/>
              <a:defRPr sz="1275" b="1">
                <a:solidFill>
                  <a:srgbClr val="8EBBF3"/>
                </a:solidFill>
                <a:latin typeface="Noto Sans KR"/>
                <a:ea typeface="Noto Sans KR"/>
                <a:cs typeface="Noto Sans KR"/>
              </a:defRPr>
            </a:lvl6pPr>
            <a:lvl7pPr>
              <a:buNone/>
              <a:defRPr sz="1275" b="1">
                <a:solidFill>
                  <a:srgbClr val="8EBBF3"/>
                </a:solidFill>
                <a:latin typeface="Noto Sans KR"/>
                <a:ea typeface="Noto Sans KR"/>
                <a:cs typeface="Noto Sans KR"/>
              </a:defRPr>
            </a:lvl7pPr>
            <a:lvl8pPr>
              <a:buNone/>
              <a:defRPr sz="1275" b="1">
                <a:solidFill>
                  <a:srgbClr val="8EBBF3"/>
                </a:solidFill>
                <a:latin typeface="Noto Sans KR"/>
                <a:ea typeface="Noto Sans KR"/>
                <a:cs typeface="Noto Sans KR"/>
              </a:defRPr>
            </a:lvl8pPr>
            <a:lvl9pPr>
              <a:buNone/>
              <a:defRPr sz="1275" b="1">
                <a:solidFill>
                  <a:srgbClr val="8EBBF3"/>
                </a:solidFill>
                <a:latin typeface="Noto Sans KR"/>
                <a:ea typeface="Noto Sans KR"/>
                <a:cs typeface="Noto Sans KR"/>
              </a:defRPr>
            </a:lvl9pPr>
          </a:lstStyle>
          <a:p xmlns:a="http://schemas.openxmlformats.org/drawingml/2006/main">
            <a:pPr>
              <a:buNone/>
              <a:defRPr sz="1275" b="1">
                <a:solidFill>
                  <a:srgbClr val="8EBBF3"/>
                </a:solidFill>
                <a:latin typeface="Noto Sans KR"/>
                <a:ea typeface="Noto Sans KR"/>
                <a:cs typeface="Noto Sans KR"/>
              </a:defRPr>
            </a:pPr>
            <a:r>
              <a:rPr sz="1275" b="1">
                <a:solidFill>
                  <a:srgbClr val="8EBBF3"/>
                </a:solidFill>
                <a:latin typeface="Noto Sans KR"/>
                <a:ea typeface="Noto Sans KR"/>
                <a:cs typeface="Noto Sans KR"/>
              </a:rPr>
              <a:t>문서가 들어오면 미리 준비</a:t>
            </a:r>
          </a:p>
        </p:txBody>
      </p:sp>
      <p:sp>
        <p:nvSpPr>
          <p:cNvPr id="5" name="">
            <a:extLst xmlns:a="http://schemas.openxmlformats.org/drawingml/2006/main">
              <a:ext uri="{FF2B5EF4-FFF2-40B4-BE49-F238E27FC236}">
                <a16:creationId xmlns:a16="http://schemas.microsoft.com/office/drawing/2014/main" id="{89DBF0B6-60A4-4BBF-96E6-F58A2192FEEC}"/>
              </a:ext>
            </a:extLst>
          </p:cNvPr>
          <p:cNvSpPr>
            <a:spLocks xmlns:a="http://schemas.openxmlformats.org/drawingml/2006/main" noGrp="1"/>
          </p:cNvSpPr>
          <p:nvPr/>
        </p:nvSpPr>
        <p:spPr>
          <a:xfrm xmlns:a="http://schemas.openxmlformats.org/drawingml/2006/main">
            <a:off x="571500"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원문을 문단과 문장으로 나누기</a:t>
            </a:r>
          </a:p>
        </p:txBody>
      </p:sp>
      <p:sp>
        <p:nvSpPr>
          <p:cNvPr id="6" name="">
            <a:extLst xmlns:a="http://schemas.openxmlformats.org/drawingml/2006/main">
              <a:ext uri="{FF2B5EF4-FFF2-40B4-BE49-F238E27FC236}">
                <a16:creationId xmlns:a16="http://schemas.microsoft.com/office/drawing/2014/main" id="{2970776C-966E-40C2-9DEE-63C5F1E974CC}"/>
              </a:ext>
            </a:extLst>
          </p:cNvPr>
          <p:cNvSpPr>
            <a:spLocks xmlns:a="http://schemas.openxmlformats.org/drawingml/2006/main" noGrp="1"/>
          </p:cNvSpPr>
          <p:nvPr/>
        </p:nvSpPr>
        <p:spPr>
          <a:xfrm xmlns:a="http://schemas.openxmlformats.org/drawingml/2006/main">
            <a:off x="571500"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등장 개체 찾기</a:t>
            </a:r>
          </a:p>
        </p:txBody>
      </p:sp>
      <p:sp>
        <p:nvSpPr>
          <p:cNvPr id="8" name="">
            <a:extLst xmlns:a="http://schemas.openxmlformats.org/drawingml/2006/main">
              <a:ext uri="{FF2B5EF4-FFF2-40B4-BE49-F238E27FC236}">
                <a16:creationId xmlns:a16="http://schemas.microsoft.com/office/drawing/2014/main" id="{0F6639F8-2DF1-41B2-892B-A3D58C97A47F}"/>
              </a:ext>
            </a:extLst>
          </p:cNvPr>
          <p:cNvSpPr>
            <a:spLocks xmlns:a="http://schemas.openxmlformats.org/drawingml/2006/main" noGrp="1"/>
          </p:cNvSpPr>
          <p:nvPr/>
        </p:nvSpPr>
        <p:spPr>
          <a:xfrm xmlns:a="http://schemas.openxmlformats.org/drawingml/2006/main">
            <a:off x="571500"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개체·문장·문단 연결</a:t>
            </a:r>
          </a:p>
        </p:txBody>
      </p:sp>
      <p:sp>
        <p:nvSpPr>
          <p:cNvPr id="10" name="">
            <a:extLst xmlns:a="http://schemas.openxmlformats.org/drawingml/2006/main">
              <a:ext uri="{FF2B5EF4-FFF2-40B4-BE49-F238E27FC236}">
                <a16:creationId xmlns:a16="http://schemas.microsoft.com/office/drawing/2014/main" id="{48DFA5FD-3130-4EE7-B5DE-948788296713}"/>
              </a:ext>
            </a:extLst>
          </p:cNvPr>
          <p:cNvSpPr>
            <a:spLocks xmlns:a="http://schemas.openxmlformats.org/drawingml/2006/main" noGrp="1"/>
          </p:cNvSpPr>
          <p:nvPr/>
        </p:nvSpPr>
        <p:spPr>
          <a:xfrm xmlns:a="http://schemas.openxmlformats.org/drawingml/2006/main">
            <a:off x="571500"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함께 나온 위치와 소속 연결</a:t>
            </a:r>
          </a:p>
        </p:txBody>
      </p:sp>
      <p:sp>
        <p:nvSpPr>
          <p:cNvPr id="12" name="">
            <a:extLst xmlns:a="http://schemas.openxmlformats.org/drawingml/2006/main">
              <a:ext uri="{FF2B5EF4-FFF2-40B4-BE49-F238E27FC236}">
                <a16:creationId xmlns:a16="http://schemas.microsoft.com/office/drawing/2014/main" id="{7EC153B7-1DAD-4EDF-9166-4E397992FE86}"/>
              </a:ext>
            </a:extLst>
          </p:cNvPr>
          <p:cNvSpPr>
            <a:spLocks xmlns:a="http://schemas.openxmlformats.org/drawingml/2006/main" noGrp="1"/>
          </p:cNvSpPr>
          <p:nvPr/>
        </p:nvSpPr>
        <p:spPr>
          <a:xfrm xmlns:a="http://schemas.openxmlformats.org/drawingml/2006/main">
            <a:off x="571500"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관계 이름 없이 그래프 저장</a:t>
            </a:r>
          </a:p>
        </p:txBody>
      </p:sp>
      <p:sp>
        <p:nvSpPr>
          <p:cNvPr id="14" name="">
            <a:extLst xmlns:a="http://schemas.openxmlformats.org/drawingml/2006/main">
              <a:ext uri="{FF2B5EF4-FFF2-40B4-BE49-F238E27FC236}">
                <a16:creationId xmlns:a16="http://schemas.microsoft.com/office/drawing/2014/main" id="{7F53ED69-EF05-4FDC-8535-C9C309CB0E5A}"/>
              </a:ext>
            </a:extLst>
          </p:cNvPr>
          <p:cNvSpPr>
            <a:spLocks xmlns:a="http://schemas.openxmlformats.org/drawingml/2006/main" noGrp="1"/>
          </p:cNvSpPr>
          <p:nvPr/>
        </p:nvSpPr>
        <p:spPr>
          <a:xfrm xmlns:a="http://schemas.openxmlformats.org/drawingml/2006/main">
            <a:off x="6524625"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DE5CA"/>
                </a:solidFill>
                <a:latin typeface="Noto Sans KR"/>
                <a:ea typeface="Noto Sans KR"/>
                <a:cs typeface="Noto Sans KR"/>
              </a:defRPr>
            </a:defPPr>
            <a:lvl1pPr>
              <a:buNone/>
              <a:defRPr sz="1275" b="1">
                <a:solidFill>
                  <a:srgbClr val="8DE5CA"/>
                </a:solidFill>
                <a:latin typeface="Noto Sans KR"/>
                <a:ea typeface="Noto Sans KR"/>
                <a:cs typeface="Noto Sans KR"/>
              </a:defRPr>
            </a:lvl1pPr>
            <a:lvl2pPr>
              <a:buNone/>
              <a:defRPr sz="1275" b="1">
                <a:solidFill>
                  <a:srgbClr val="8DE5CA"/>
                </a:solidFill>
                <a:latin typeface="Noto Sans KR"/>
                <a:ea typeface="Noto Sans KR"/>
                <a:cs typeface="Noto Sans KR"/>
              </a:defRPr>
            </a:lvl2pPr>
            <a:lvl3pPr>
              <a:buNone/>
              <a:defRPr sz="1275" b="1">
                <a:solidFill>
                  <a:srgbClr val="8DE5CA"/>
                </a:solidFill>
                <a:latin typeface="Noto Sans KR"/>
                <a:ea typeface="Noto Sans KR"/>
                <a:cs typeface="Noto Sans KR"/>
              </a:defRPr>
            </a:lvl3pPr>
            <a:lvl4pPr>
              <a:buNone/>
              <a:defRPr sz="1275" b="1">
                <a:solidFill>
                  <a:srgbClr val="8DE5CA"/>
                </a:solidFill>
                <a:latin typeface="Noto Sans KR"/>
                <a:ea typeface="Noto Sans KR"/>
                <a:cs typeface="Noto Sans KR"/>
              </a:defRPr>
            </a:lvl4pPr>
            <a:lvl5pPr>
              <a:buNone/>
              <a:defRPr sz="1275" b="1">
                <a:solidFill>
                  <a:srgbClr val="8DE5CA"/>
                </a:solidFill>
                <a:latin typeface="Noto Sans KR"/>
                <a:ea typeface="Noto Sans KR"/>
                <a:cs typeface="Noto Sans KR"/>
              </a:defRPr>
            </a:lvl5pPr>
            <a:lvl6pPr>
              <a:buNone/>
              <a:defRPr sz="1275" b="1">
                <a:solidFill>
                  <a:srgbClr val="8DE5CA"/>
                </a:solidFill>
                <a:latin typeface="Noto Sans KR"/>
                <a:ea typeface="Noto Sans KR"/>
                <a:cs typeface="Noto Sans KR"/>
              </a:defRPr>
            </a:lvl6pPr>
            <a:lvl7pPr>
              <a:buNone/>
              <a:defRPr sz="1275" b="1">
                <a:solidFill>
                  <a:srgbClr val="8DE5CA"/>
                </a:solidFill>
                <a:latin typeface="Noto Sans KR"/>
                <a:ea typeface="Noto Sans KR"/>
                <a:cs typeface="Noto Sans KR"/>
              </a:defRPr>
            </a:lvl7pPr>
            <a:lvl8pPr>
              <a:buNone/>
              <a:defRPr sz="1275" b="1">
                <a:solidFill>
                  <a:srgbClr val="8DE5CA"/>
                </a:solidFill>
                <a:latin typeface="Noto Sans KR"/>
                <a:ea typeface="Noto Sans KR"/>
                <a:cs typeface="Noto Sans KR"/>
              </a:defRPr>
            </a:lvl8pPr>
            <a:lvl9pPr>
              <a:buNone/>
              <a:defRPr sz="1275" b="1">
                <a:solidFill>
                  <a:srgbClr val="8DE5CA"/>
                </a:solidFill>
                <a:latin typeface="Noto Sans KR"/>
                <a:ea typeface="Noto Sans KR"/>
                <a:cs typeface="Noto Sans KR"/>
              </a:defRPr>
            </a:lvl9pPr>
          </a:lstStyle>
          <a:p xmlns:a="http://schemas.openxmlformats.org/drawingml/2006/main">
            <a:pPr>
              <a:buNone/>
              <a:defRPr sz="1275" b="1">
                <a:solidFill>
                  <a:srgbClr val="8DE5CA"/>
                </a:solidFill>
                <a:latin typeface="Noto Sans KR"/>
                <a:ea typeface="Noto Sans KR"/>
                <a:cs typeface="Noto Sans KR"/>
              </a:defRPr>
            </a:pPr>
            <a:r>
              <a:rPr sz="1275" b="1">
                <a:solidFill>
                  <a:srgbClr val="8DE5CA"/>
                </a:solidFill>
                <a:latin typeface="Noto Sans KR"/>
                <a:ea typeface="Noto Sans KR"/>
                <a:cs typeface="Noto Sans KR"/>
              </a:rPr>
              <a:t>질문이 오면 검색하고 답변</a:t>
            </a:r>
          </a:p>
        </p:txBody>
      </p:sp>
      <p:sp>
        <p:nvSpPr>
          <p:cNvPr id="15" name="">
            <a:extLst xmlns:a="http://schemas.openxmlformats.org/drawingml/2006/main">
              <a:ext uri="{FF2B5EF4-FFF2-40B4-BE49-F238E27FC236}">
                <a16:creationId xmlns:a16="http://schemas.microsoft.com/office/drawing/2014/main" id="{4CCAA8FF-E1CB-4621-83E1-717309037C42}"/>
              </a:ext>
            </a:extLst>
          </p:cNvPr>
          <p:cNvSpPr>
            <a:spLocks xmlns:a="http://schemas.openxmlformats.org/drawingml/2006/main" noGrp="1"/>
          </p:cNvSpPr>
          <p:nvPr/>
        </p:nvSpPr>
        <p:spPr>
          <a:xfrm xmlns:a="http://schemas.openxmlformats.org/drawingml/2006/main">
            <a:off x="6524625"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질문 속 개체 맞추기</a:t>
            </a:r>
          </a:p>
        </p:txBody>
      </p:sp>
      <p:sp>
        <p:nvSpPr>
          <p:cNvPr id="16" name="">
            <a:extLst xmlns:a="http://schemas.openxmlformats.org/drawingml/2006/main">
              <a:ext uri="{FF2B5EF4-FFF2-40B4-BE49-F238E27FC236}">
                <a16:creationId xmlns:a16="http://schemas.microsoft.com/office/drawing/2014/main" id="{31EAD40A-2211-4A58-BF94-81C0287FC13D}"/>
              </a:ext>
            </a:extLst>
          </p:cNvPr>
          <p:cNvSpPr>
            <a:spLocks xmlns:a="http://schemas.openxmlformats.org/drawingml/2006/main" noGrp="1"/>
          </p:cNvSpPr>
          <p:nvPr/>
        </p:nvSpPr>
        <p:spPr>
          <a:xfrm xmlns:a="http://schemas.openxmlformats.org/drawingml/2006/main">
            <a:off x="6524625"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비슷한 문장을 찾기</a:t>
            </a:r>
          </a:p>
        </p:txBody>
      </p:sp>
      <p:sp>
        <p:nvSpPr>
          <p:cNvPr id="18" name="">
            <a:extLst xmlns:a="http://schemas.openxmlformats.org/drawingml/2006/main">
              <a:ext uri="{FF2B5EF4-FFF2-40B4-BE49-F238E27FC236}">
                <a16:creationId xmlns:a16="http://schemas.microsoft.com/office/drawing/2014/main" id="{1AF6384D-C4A9-4321-8185-BD8AA7CDDF2D}"/>
              </a:ext>
            </a:extLst>
          </p:cNvPr>
          <p:cNvSpPr>
            <a:spLocks xmlns:a="http://schemas.openxmlformats.org/drawingml/2006/main" noGrp="1"/>
          </p:cNvSpPr>
          <p:nvPr/>
        </p:nvSpPr>
        <p:spPr>
          <a:xfrm xmlns:a="http://schemas.openxmlformats.org/drawingml/2006/main">
            <a:off x="6524625"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문장과 개체로 단서 보강</a:t>
            </a:r>
          </a:p>
        </p:txBody>
      </p:sp>
      <p:sp>
        <p:nvSpPr>
          <p:cNvPr id="20" name="">
            <a:extLst xmlns:a="http://schemas.openxmlformats.org/drawingml/2006/main">
              <a:ext uri="{FF2B5EF4-FFF2-40B4-BE49-F238E27FC236}">
                <a16:creationId xmlns:a16="http://schemas.microsoft.com/office/drawing/2014/main" id="{D2CFACE4-BA2A-45B7-8D65-E0BD191537FD}"/>
              </a:ext>
            </a:extLst>
          </p:cNvPr>
          <p:cNvSpPr>
            <a:spLocks xmlns:a="http://schemas.openxmlformats.org/drawingml/2006/main" noGrp="1"/>
          </p:cNvSpPr>
          <p:nvPr/>
        </p:nvSpPr>
        <p:spPr>
          <a:xfrm xmlns:a="http://schemas.openxmlformats.org/drawingml/2006/main">
            <a:off x="6524625"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그래프 확산으로 문단 정렬</a:t>
            </a:r>
          </a:p>
        </p:txBody>
      </p:sp>
      <p:sp>
        <p:nvSpPr>
          <p:cNvPr id="22" name="">
            <a:extLst xmlns:a="http://schemas.openxmlformats.org/drawingml/2006/main">
              <a:ext uri="{FF2B5EF4-FFF2-40B4-BE49-F238E27FC236}">
                <a16:creationId xmlns:a16="http://schemas.microsoft.com/office/drawing/2014/main" id="{81A9C144-A97A-47A0-86A0-42F02F508F92}"/>
              </a:ext>
            </a:extLst>
          </p:cNvPr>
          <p:cNvSpPr>
            <a:spLocks xmlns:a="http://schemas.openxmlformats.org/drawingml/2006/main" noGrp="1"/>
          </p:cNvSpPr>
          <p:nvPr/>
        </p:nvSpPr>
        <p:spPr>
          <a:xfrm xmlns:a="http://schemas.openxmlformats.org/drawingml/2006/main">
            <a:off x="6524625"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상위 원문으로 답변 작성</a:t>
            </a:r>
          </a:p>
        </p:txBody>
      </p:sp>
      <p:sp>
        <p:nvSpPr>
          <p:cNvPr id="24" name="">
            <a:extLst xmlns:a="http://schemas.openxmlformats.org/drawingml/2006/main">
              <a:ext uri="{FF2B5EF4-FFF2-40B4-BE49-F238E27FC236}">
                <a16:creationId xmlns:a16="http://schemas.microsoft.com/office/drawing/2014/main" id="{A4EBF470-3FCA-4DB6-99BC-EAF608F0D9A8}"/>
              </a:ext>
            </a:extLst>
          </p:cNvPr>
          <p:cNvSpPr>
            <a:spLocks xmlns:a="http://schemas.openxmlformats.org/drawingml/2006/main" noGrp="1"/>
          </p:cNvSpPr>
          <p:nvPr/>
        </p:nvSpPr>
        <p:spPr>
          <a:xfrm xmlns:a="http://schemas.openxmlformats.org/drawingml/2006/main">
            <a:off x="571500" y="5734050"/>
            <a:ext cx="1095375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9BB4C0"/>
                </a:solidFill>
                <a:latin typeface="Noto Sans KR"/>
                <a:ea typeface="Noto Sans KR"/>
                <a:cs typeface="Noto Sans KR"/>
              </a:defRPr>
            </a:defPPr>
            <a:lvl1pPr>
              <a:buNone/>
              <a:defRPr sz="1200" b="0">
                <a:solidFill>
                  <a:srgbClr val="9BB4C0"/>
                </a:solidFill>
                <a:latin typeface="Noto Sans KR"/>
                <a:ea typeface="Noto Sans KR"/>
                <a:cs typeface="Noto Sans KR"/>
              </a:defRPr>
            </a:lvl1pPr>
            <a:lvl2pPr>
              <a:buNone/>
              <a:defRPr sz="1200" b="0">
                <a:solidFill>
                  <a:srgbClr val="9BB4C0"/>
                </a:solidFill>
                <a:latin typeface="Noto Sans KR"/>
                <a:ea typeface="Noto Sans KR"/>
                <a:cs typeface="Noto Sans KR"/>
              </a:defRPr>
            </a:lvl2pPr>
            <a:lvl3pPr>
              <a:buNone/>
              <a:defRPr sz="1200" b="0">
                <a:solidFill>
                  <a:srgbClr val="9BB4C0"/>
                </a:solidFill>
                <a:latin typeface="Noto Sans KR"/>
                <a:ea typeface="Noto Sans KR"/>
                <a:cs typeface="Noto Sans KR"/>
              </a:defRPr>
            </a:lvl3pPr>
            <a:lvl4pPr>
              <a:buNone/>
              <a:defRPr sz="1200" b="0">
                <a:solidFill>
                  <a:srgbClr val="9BB4C0"/>
                </a:solidFill>
                <a:latin typeface="Noto Sans KR"/>
                <a:ea typeface="Noto Sans KR"/>
                <a:cs typeface="Noto Sans KR"/>
              </a:defRPr>
            </a:lvl4pPr>
            <a:lvl5pPr>
              <a:buNone/>
              <a:defRPr sz="1200" b="0">
                <a:solidFill>
                  <a:srgbClr val="9BB4C0"/>
                </a:solidFill>
                <a:latin typeface="Noto Sans KR"/>
                <a:ea typeface="Noto Sans KR"/>
                <a:cs typeface="Noto Sans KR"/>
              </a:defRPr>
            </a:lvl5pPr>
            <a:lvl6pPr>
              <a:buNone/>
              <a:defRPr sz="1200" b="0">
                <a:solidFill>
                  <a:srgbClr val="9BB4C0"/>
                </a:solidFill>
                <a:latin typeface="Noto Sans KR"/>
                <a:ea typeface="Noto Sans KR"/>
                <a:cs typeface="Noto Sans KR"/>
              </a:defRPr>
            </a:lvl6pPr>
            <a:lvl7pPr>
              <a:buNone/>
              <a:defRPr sz="1200" b="0">
                <a:solidFill>
                  <a:srgbClr val="9BB4C0"/>
                </a:solidFill>
                <a:latin typeface="Noto Sans KR"/>
                <a:ea typeface="Noto Sans KR"/>
                <a:cs typeface="Noto Sans KR"/>
              </a:defRPr>
            </a:lvl7pPr>
            <a:lvl8pPr>
              <a:buNone/>
              <a:defRPr sz="1200" b="0">
                <a:solidFill>
                  <a:srgbClr val="9BB4C0"/>
                </a:solidFill>
                <a:latin typeface="Noto Sans KR"/>
                <a:ea typeface="Noto Sans KR"/>
                <a:cs typeface="Noto Sans KR"/>
              </a:defRPr>
            </a:lvl8pPr>
            <a:lvl9pPr>
              <a:buNone/>
              <a:defRPr sz="1200" b="0">
                <a:solidFill>
                  <a:srgbClr val="9BB4C0"/>
                </a:solidFill>
                <a:latin typeface="Noto Sans KR"/>
                <a:ea typeface="Noto Sans KR"/>
                <a:cs typeface="Noto Sans KR"/>
              </a:defRPr>
            </a:lvl9pPr>
          </a:lstStyle>
          <a:p xmlns:a="http://schemas.openxmlformats.org/drawingml/2006/main">
            <a:pPr>
              <a:buNone/>
              <a:defRPr sz="1200" b="0">
                <a:solidFill>
                  <a:srgbClr val="9BB4C0"/>
                </a:solidFill>
                <a:latin typeface="Noto Sans KR"/>
                <a:ea typeface="Noto Sans KR"/>
                <a:cs typeface="Noto Sans KR"/>
              </a:defRPr>
            </a:pPr>
            <a:r>
              <a:rPr sz="1200" b="0">
                <a:solidFill>
                  <a:srgbClr val="9BB4C0"/>
                </a:solidFill>
                <a:latin typeface="Noto Sans KR"/>
                <a:ea typeface="Noto Sans KR"/>
                <a:cs typeface="Noto Sans KR"/>
              </a:rPr>
              <a:t>웹 실습은 핵심 흐름을 보여 주는 축소 예제입니다. 원 논문과의 차이는 발표자 노트를 참고해 주세요.</a:t>
            </a:r>
          </a:p>
        </p:txBody>
      </p:sp>
    </p:spTree>
    <p:extLst>
      <p:ext uri="{BB962C8B-B14F-4D97-AF65-F5344CB8AC3E}">
        <p14:creationId xmlns:p14="http://schemas.microsoft.com/office/powerpoint/2010/main" val="804489385"/>
      </p:ext>
    </p:extLst>
  </p:cSld>
</p:sld>
</file>

<file path=ppt/slides/slide55.xml><?xml version="1.0" encoding="utf-8"?>
<p:sld xmlns:p="http://schemas.openxmlformats.org/presentationml/2006/main">
  <p:cSld>
    <p:bg>
      <p:bgPr>
        <a:solidFill xmlns:a="http://schemas.openxmlformats.org/drawingml/2006/main">
          <a:srgbClr val="071824"/>
        </a:solidFill>
      </p:bgPr>
    </p:bg>
    <p:spTree>
      <p:nvGrpSpPr>
        <p:cNvPr id="1" name=""/>
        <p:cNvGrpSpPr/>
        <p:nvPr/>
      </p:nvGrpSpPr>
      <p:grpSpPr>
        <a:xfrm xmlns:a="http://schemas.openxmlformats.org/drawingml/2006/main"/>
      </p:grpSpPr>
      <p:cxnSp>
        <p:nvCxnSpPr>
          <p:cNvPr id="23" name="">
            <a:extLst xmlns:a="http://schemas.openxmlformats.org/drawingml/2006/main">
              <a:ext uri="{FF2B5EF4-FFF2-40B4-BE49-F238E27FC236}">
                <a16:creationId xmlns:a16="http://schemas.microsoft.com/office/drawing/2014/main" id="{FE861FF9-A143-43C3-8607-80D0248E0E1D}"/>
              </a:ext>
            </a:extLst>
          </p:cNvPr>
          <p:cNvCxnSpPr>
            <a:stCxn xmlns:a="http://schemas.openxmlformats.org/drawingml/2006/main" id="20" idx="2"/>
            <a:endCxn xmlns:a="http://schemas.openxmlformats.org/drawingml/2006/main" id="22" idx="0"/>
          </p:cNvCxnSpPr>
          <p:nvPr/>
        </p:nvCxnSpPr>
        <p:spPr>
          <a:xfrm xmlns:a="http://schemas.openxmlformats.org/drawingml/2006/main">
            <a:off x="9072563" y="463867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21" name="">
            <a:extLst xmlns:a="http://schemas.openxmlformats.org/drawingml/2006/main">
              <a:ext uri="{FF2B5EF4-FFF2-40B4-BE49-F238E27FC236}">
                <a16:creationId xmlns:a16="http://schemas.microsoft.com/office/drawing/2014/main" id="{CDAF4591-024B-46A6-B8EB-D84D5FF53496}"/>
              </a:ext>
            </a:extLst>
          </p:cNvPr>
          <p:cNvCxnSpPr>
            <a:stCxn xmlns:a="http://schemas.openxmlformats.org/drawingml/2006/main" id="18" idx="2"/>
            <a:endCxn xmlns:a="http://schemas.openxmlformats.org/drawingml/2006/main" id="20" idx="0"/>
          </p:cNvCxnSpPr>
          <p:nvPr/>
        </p:nvCxnSpPr>
        <p:spPr>
          <a:xfrm xmlns:a="http://schemas.openxmlformats.org/drawingml/2006/main">
            <a:off x="9072563" y="398145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9" name="">
            <a:extLst xmlns:a="http://schemas.openxmlformats.org/drawingml/2006/main">
              <a:ext uri="{FF2B5EF4-FFF2-40B4-BE49-F238E27FC236}">
                <a16:creationId xmlns:a16="http://schemas.microsoft.com/office/drawing/2014/main" id="{7143B087-F4C9-4348-899E-AFAF4451E453}"/>
              </a:ext>
            </a:extLst>
          </p:cNvPr>
          <p:cNvCxnSpPr>
            <a:stCxn xmlns:a="http://schemas.openxmlformats.org/drawingml/2006/main" id="16" idx="2"/>
            <a:endCxn xmlns:a="http://schemas.openxmlformats.org/drawingml/2006/main" id="18" idx="0"/>
          </p:cNvCxnSpPr>
          <p:nvPr/>
        </p:nvCxnSpPr>
        <p:spPr>
          <a:xfrm xmlns:a="http://schemas.openxmlformats.org/drawingml/2006/main">
            <a:off x="9072563" y="332422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7" name="">
            <a:extLst xmlns:a="http://schemas.openxmlformats.org/drawingml/2006/main">
              <a:ext uri="{FF2B5EF4-FFF2-40B4-BE49-F238E27FC236}">
                <a16:creationId xmlns:a16="http://schemas.microsoft.com/office/drawing/2014/main" id="{D946E2CF-DFE0-4798-9304-0CAE93F9BDA3}"/>
              </a:ext>
            </a:extLst>
          </p:cNvPr>
          <p:cNvCxnSpPr>
            <a:stCxn xmlns:a="http://schemas.openxmlformats.org/drawingml/2006/main" id="15" idx="2"/>
            <a:endCxn xmlns:a="http://schemas.openxmlformats.org/drawingml/2006/main" id="16" idx="0"/>
          </p:cNvCxnSpPr>
          <p:nvPr/>
        </p:nvCxnSpPr>
        <p:spPr>
          <a:xfrm xmlns:a="http://schemas.openxmlformats.org/drawingml/2006/main">
            <a:off x="9072563" y="266700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3" name="">
            <a:extLst xmlns:a="http://schemas.openxmlformats.org/drawingml/2006/main">
              <a:ext uri="{FF2B5EF4-FFF2-40B4-BE49-F238E27FC236}">
                <a16:creationId xmlns:a16="http://schemas.microsoft.com/office/drawing/2014/main" id="{2017E6A3-5972-48AA-8872-EDFB7C716861}"/>
              </a:ext>
            </a:extLst>
          </p:cNvPr>
          <p:cNvCxnSpPr>
            <a:stCxn xmlns:a="http://schemas.openxmlformats.org/drawingml/2006/main" id="10" idx="2"/>
            <a:endCxn xmlns:a="http://schemas.openxmlformats.org/drawingml/2006/main" id="12" idx="0"/>
          </p:cNvCxnSpPr>
          <p:nvPr/>
        </p:nvCxnSpPr>
        <p:spPr>
          <a:xfrm xmlns:a="http://schemas.openxmlformats.org/drawingml/2006/main">
            <a:off x="3119438" y="463867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11" name="">
            <a:extLst xmlns:a="http://schemas.openxmlformats.org/drawingml/2006/main">
              <a:ext uri="{FF2B5EF4-FFF2-40B4-BE49-F238E27FC236}">
                <a16:creationId xmlns:a16="http://schemas.microsoft.com/office/drawing/2014/main" id="{615FD348-6E2F-4E70-8C84-D61F10D728F5}"/>
              </a:ext>
            </a:extLst>
          </p:cNvPr>
          <p:cNvCxnSpPr>
            <a:stCxn xmlns:a="http://schemas.openxmlformats.org/drawingml/2006/main" id="8" idx="2"/>
            <a:endCxn xmlns:a="http://schemas.openxmlformats.org/drawingml/2006/main" id="10" idx="0"/>
          </p:cNvCxnSpPr>
          <p:nvPr/>
        </p:nvCxnSpPr>
        <p:spPr>
          <a:xfrm xmlns:a="http://schemas.openxmlformats.org/drawingml/2006/main">
            <a:off x="3119438" y="398145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9" name="">
            <a:extLst xmlns:a="http://schemas.openxmlformats.org/drawingml/2006/main">
              <a:ext uri="{FF2B5EF4-FFF2-40B4-BE49-F238E27FC236}">
                <a16:creationId xmlns:a16="http://schemas.microsoft.com/office/drawing/2014/main" id="{C8D82AE9-B3F2-43B7-8496-48FA1829249C}"/>
              </a:ext>
            </a:extLst>
          </p:cNvPr>
          <p:cNvCxnSpPr>
            <a:stCxn xmlns:a="http://schemas.openxmlformats.org/drawingml/2006/main" id="6" idx="2"/>
            <a:endCxn xmlns:a="http://schemas.openxmlformats.org/drawingml/2006/main" id="8" idx="0"/>
          </p:cNvCxnSpPr>
          <p:nvPr/>
        </p:nvCxnSpPr>
        <p:spPr>
          <a:xfrm xmlns:a="http://schemas.openxmlformats.org/drawingml/2006/main">
            <a:off x="3119438" y="332422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7" name="">
            <a:extLst xmlns:a="http://schemas.openxmlformats.org/drawingml/2006/main">
              <a:ext uri="{FF2B5EF4-FFF2-40B4-BE49-F238E27FC236}">
                <a16:creationId xmlns:a16="http://schemas.microsoft.com/office/drawing/2014/main" id="{91818E76-BB04-4F24-84AB-6ED8022E7991}"/>
              </a:ext>
            </a:extLst>
          </p:cNvPr>
          <p:cNvCxnSpPr>
            <a:stCxn xmlns:a="http://schemas.openxmlformats.org/drawingml/2006/main" id="5" idx="2"/>
            <a:endCxn xmlns:a="http://schemas.openxmlformats.org/drawingml/2006/main" id="6" idx="0"/>
          </p:cNvCxnSpPr>
          <p:nvPr/>
        </p:nvCxnSpPr>
        <p:spPr>
          <a:xfrm xmlns:a="http://schemas.openxmlformats.org/drawingml/2006/main">
            <a:off x="3119438" y="266700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sp>
        <p:nvSpPr>
          <p:cNvPr id="25" name="">
            <a:extLst xmlns:a="http://schemas.openxmlformats.org/drawingml/2006/main">
              <a:ext uri="{FF2B5EF4-FFF2-40B4-BE49-F238E27FC236}">
                <a16:creationId xmlns:a16="http://schemas.microsoft.com/office/drawing/2014/main" id="{82585325-80C3-4273-A61B-65617D1CAD6D}"/>
              </a:ext>
            </a:extLst>
          </p:cNvPr>
          <p:cNvSpPr>
            <a:spLocks xmlns:a="http://schemas.openxmlformats.org/drawingml/2006/main" noGrp="1"/>
          </p:cNvSpPr>
          <p:nvPr/>
        </p:nvSpPr>
        <p:spPr>
          <a:xfrm xmlns:a="http://schemas.openxmlformats.org/drawingml/2006/main">
            <a:off x="571500" y="285750"/>
            <a:ext cx="10858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00" b="1">
                <a:solidFill>
                  <a:srgbClr val="8DE5CA"/>
                </a:solidFill>
                <a:latin typeface="Noto Sans KR"/>
                <a:ea typeface="Noto Sans KR"/>
                <a:cs typeface="Noto Sans KR"/>
              </a:defRPr>
            </a:defPPr>
            <a:lvl1pPr>
              <a:buNone/>
              <a:defRPr sz="900" b="1">
                <a:solidFill>
                  <a:srgbClr val="8DE5CA"/>
                </a:solidFill>
                <a:latin typeface="Noto Sans KR"/>
                <a:ea typeface="Noto Sans KR"/>
                <a:cs typeface="Noto Sans KR"/>
              </a:defRPr>
            </a:lvl1pPr>
            <a:lvl2pPr>
              <a:buNone/>
              <a:defRPr sz="900" b="1">
                <a:solidFill>
                  <a:srgbClr val="8DE5CA"/>
                </a:solidFill>
                <a:latin typeface="Noto Sans KR"/>
                <a:ea typeface="Noto Sans KR"/>
                <a:cs typeface="Noto Sans KR"/>
              </a:defRPr>
            </a:lvl2pPr>
            <a:lvl3pPr>
              <a:buNone/>
              <a:defRPr sz="900" b="1">
                <a:solidFill>
                  <a:srgbClr val="8DE5CA"/>
                </a:solidFill>
                <a:latin typeface="Noto Sans KR"/>
                <a:ea typeface="Noto Sans KR"/>
                <a:cs typeface="Noto Sans KR"/>
              </a:defRPr>
            </a:lvl3pPr>
            <a:lvl4pPr>
              <a:buNone/>
              <a:defRPr sz="900" b="1">
                <a:solidFill>
                  <a:srgbClr val="8DE5CA"/>
                </a:solidFill>
                <a:latin typeface="Noto Sans KR"/>
                <a:ea typeface="Noto Sans KR"/>
                <a:cs typeface="Noto Sans KR"/>
              </a:defRPr>
            </a:lvl4pPr>
            <a:lvl5pPr>
              <a:buNone/>
              <a:defRPr sz="900" b="1">
                <a:solidFill>
                  <a:srgbClr val="8DE5CA"/>
                </a:solidFill>
                <a:latin typeface="Noto Sans KR"/>
                <a:ea typeface="Noto Sans KR"/>
                <a:cs typeface="Noto Sans KR"/>
              </a:defRPr>
            </a:lvl5pPr>
            <a:lvl6pPr>
              <a:buNone/>
              <a:defRPr sz="900" b="1">
                <a:solidFill>
                  <a:srgbClr val="8DE5CA"/>
                </a:solidFill>
                <a:latin typeface="Noto Sans KR"/>
                <a:ea typeface="Noto Sans KR"/>
                <a:cs typeface="Noto Sans KR"/>
              </a:defRPr>
            </a:lvl6pPr>
            <a:lvl7pPr>
              <a:buNone/>
              <a:defRPr sz="900" b="1">
                <a:solidFill>
                  <a:srgbClr val="8DE5CA"/>
                </a:solidFill>
                <a:latin typeface="Noto Sans KR"/>
                <a:ea typeface="Noto Sans KR"/>
                <a:cs typeface="Noto Sans KR"/>
              </a:defRPr>
            </a:lvl7pPr>
            <a:lvl8pPr>
              <a:buNone/>
              <a:defRPr sz="900" b="1">
                <a:solidFill>
                  <a:srgbClr val="8DE5CA"/>
                </a:solidFill>
                <a:latin typeface="Noto Sans KR"/>
                <a:ea typeface="Noto Sans KR"/>
                <a:cs typeface="Noto Sans KR"/>
              </a:defRPr>
            </a:lvl8pPr>
            <a:lvl9pPr>
              <a:buNone/>
              <a:defRPr sz="900" b="1">
                <a:solidFill>
                  <a:srgbClr val="8DE5CA"/>
                </a:solidFill>
                <a:latin typeface="Noto Sans KR"/>
                <a:ea typeface="Noto Sans KR"/>
                <a:cs typeface="Noto Sans KR"/>
              </a:defRPr>
            </a:lvl9pPr>
          </a:lstStyle>
          <a:p xmlns:a="http://schemas.openxmlformats.org/drawingml/2006/main">
            <a:pPr>
              <a:buNone/>
              <a:defRPr sz="900" b="1">
                <a:solidFill>
                  <a:srgbClr val="8DE5CA"/>
                </a:solidFill>
                <a:latin typeface="Noto Sans KR"/>
                <a:ea typeface="Noto Sans KR"/>
                <a:cs typeface="Noto Sans KR"/>
              </a:defRPr>
            </a:pPr>
            <a:r>
              <a:rPr sz="900" b="1">
                <a:solidFill>
                  <a:srgbClr val="8DE5CA"/>
                </a:solidFill>
                <a:latin typeface="Noto Sans KR"/>
                <a:ea typeface="Noto Sans KR"/>
                <a:cs typeface="Noto Sans KR"/>
              </a:rPr>
              <a:t>PAPER ARCHITECTURE / ATOMICRAG</a:t>
            </a:r>
          </a:p>
        </p:txBody>
      </p:sp>
      <p:sp>
        <p:nvSpPr>
          <p:cNvPr id="2" name="">
            <a:extLst xmlns:a="http://schemas.openxmlformats.org/drawingml/2006/main">
              <a:ext uri="{FF2B5EF4-FFF2-40B4-BE49-F238E27FC236}">
                <a16:creationId xmlns:a16="http://schemas.microsoft.com/office/drawing/2014/main" id="{4647E3E3-D834-4839-A33C-73665780ECA2}"/>
              </a:ext>
            </a:extLst>
          </p:cNvPr>
          <p:cNvSpPr>
            <a:spLocks xmlns:a="http://schemas.openxmlformats.org/drawingml/2006/main" noGrp="1"/>
          </p:cNvSpPr>
          <p:nvPr/>
        </p:nvSpPr>
        <p:spPr>
          <a:xfrm xmlns:a="http://schemas.openxmlformats.org/drawingml/2006/main">
            <a:off x="571500" y="762000"/>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850" b="1">
                <a:solidFill>
                  <a:srgbClr val="EAF5F3"/>
                </a:solidFill>
                <a:latin typeface="Noto Sans KR"/>
                <a:ea typeface="Noto Sans KR"/>
                <a:cs typeface="Noto Sans KR"/>
              </a:defRPr>
            </a:defPPr>
            <a:lvl1pPr>
              <a:buNone/>
              <a:defRPr sz="2850" b="1">
                <a:solidFill>
                  <a:srgbClr val="EAF5F3"/>
                </a:solidFill>
                <a:latin typeface="Noto Sans KR"/>
                <a:ea typeface="Noto Sans KR"/>
                <a:cs typeface="Noto Sans KR"/>
              </a:defRPr>
            </a:lvl1pPr>
            <a:lvl2pPr>
              <a:buNone/>
              <a:defRPr sz="2850" b="1">
                <a:solidFill>
                  <a:srgbClr val="EAF5F3"/>
                </a:solidFill>
                <a:latin typeface="Noto Sans KR"/>
                <a:ea typeface="Noto Sans KR"/>
                <a:cs typeface="Noto Sans KR"/>
              </a:defRPr>
            </a:lvl2pPr>
            <a:lvl3pPr>
              <a:buNone/>
              <a:defRPr sz="2850" b="1">
                <a:solidFill>
                  <a:srgbClr val="EAF5F3"/>
                </a:solidFill>
                <a:latin typeface="Noto Sans KR"/>
                <a:ea typeface="Noto Sans KR"/>
                <a:cs typeface="Noto Sans KR"/>
              </a:defRPr>
            </a:lvl3pPr>
            <a:lvl4pPr>
              <a:buNone/>
              <a:defRPr sz="2850" b="1">
                <a:solidFill>
                  <a:srgbClr val="EAF5F3"/>
                </a:solidFill>
                <a:latin typeface="Noto Sans KR"/>
                <a:ea typeface="Noto Sans KR"/>
                <a:cs typeface="Noto Sans KR"/>
              </a:defRPr>
            </a:lvl4pPr>
            <a:lvl5pPr>
              <a:buNone/>
              <a:defRPr sz="2850" b="1">
                <a:solidFill>
                  <a:srgbClr val="EAF5F3"/>
                </a:solidFill>
                <a:latin typeface="Noto Sans KR"/>
                <a:ea typeface="Noto Sans KR"/>
                <a:cs typeface="Noto Sans KR"/>
              </a:defRPr>
            </a:lvl5pPr>
            <a:lvl6pPr>
              <a:buNone/>
              <a:defRPr sz="2850" b="1">
                <a:solidFill>
                  <a:srgbClr val="EAF5F3"/>
                </a:solidFill>
                <a:latin typeface="Noto Sans KR"/>
                <a:ea typeface="Noto Sans KR"/>
                <a:cs typeface="Noto Sans KR"/>
              </a:defRPr>
            </a:lvl6pPr>
            <a:lvl7pPr>
              <a:buNone/>
              <a:defRPr sz="2850" b="1">
                <a:solidFill>
                  <a:srgbClr val="EAF5F3"/>
                </a:solidFill>
                <a:latin typeface="Noto Sans KR"/>
                <a:ea typeface="Noto Sans KR"/>
                <a:cs typeface="Noto Sans KR"/>
              </a:defRPr>
            </a:lvl7pPr>
            <a:lvl8pPr>
              <a:buNone/>
              <a:defRPr sz="2850" b="1">
                <a:solidFill>
                  <a:srgbClr val="EAF5F3"/>
                </a:solidFill>
                <a:latin typeface="Noto Sans KR"/>
                <a:ea typeface="Noto Sans KR"/>
                <a:cs typeface="Noto Sans KR"/>
              </a:defRPr>
            </a:lvl8pPr>
            <a:lvl9pPr>
              <a:buNone/>
              <a:defRPr sz="2850" b="1">
                <a:solidFill>
                  <a:srgbClr val="EAF5F3"/>
                </a:solidFill>
                <a:latin typeface="Noto Sans KR"/>
                <a:ea typeface="Noto Sans KR"/>
                <a:cs typeface="Noto Sans KR"/>
              </a:defRPr>
            </a:lvl9pPr>
          </a:lstStyle>
          <a:p xmlns:a="http://schemas.openxmlformats.org/drawingml/2006/main">
            <a:pPr>
              <a:buNone/>
              <a:defRPr sz="2850" b="1">
                <a:solidFill>
                  <a:srgbClr val="EAF5F3"/>
                </a:solidFill>
                <a:latin typeface="Noto Sans KR"/>
                <a:ea typeface="Noto Sans KR"/>
                <a:cs typeface="Noto Sans KR"/>
              </a:defRPr>
            </a:pPr>
            <a:r>
              <a:rPr sz="2850" b="1">
                <a:solidFill>
                  <a:srgbClr val="EAF5F3"/>
                </a:solidFill>
                <a:latin typeface="Noto Sans KR"/>
                <a:ea typeface="Noto Sans KR"/>
                <a:cs typeface="Noto Sans KR"/>
              </a:rPr>
              <a:t>AtomicRAG의 전체 처리 순서</a:t>
            </a:r>
          </a:p>
        </p:txBody>
      </p:sp>
      <p:sp>
        <p:nvSpPr>
          <p:cNvPr id="3" name="">
            <a:extLst xmlns:a="http://schemas.openxmlformats.org/drawingml/2006/main">
              <a:ext uri="{FF2B5EF4-FFF2-40B4-BE49-F238E27FC236}">
                <a16:creationId xmlns:a16="http://schemas.microsoft.com/office/drawing/2014/main" id="{0E089FD0-3BC1-4DC5-B702-B0EBF4849F6C}"/>
              </a:ext>
            </a:extLst>
          </p:cNvPr>
          <p:cNvSpPr>
            <a:spLocks xmlns:a="http://schemas.openxmlformats.org/drawingml/2006/main" noGrp="1"/>
          </p:cNvSpPr>
          <p:nvPr/>
        </p:nvSpPr>
        <p:spPr>
          <a:xfrm xmlns:a="http://schemas.openxmlformats.org/drawingml/2006/main">
            <a:off x="11144250" y="6429375"/>
            <a:ext cx="52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b="0">
                <a:solidFill>
                  <a:srgbClr val="8DE5CA"/>
                </a:solidFill>
                <a:latin typeface="Noto Sans KR"/>
                <a:ea typeface="Noto Sans KR"/>
                <a:cs typeface="Noto Sans KR"/>
              </a:defRPr>
            </a:defPPr>
            <a:lvl1pPr>
              <a:buNone/>
              <a:defRPr sz="1050" b="0">
                <a:solidFill>
                  <a:srgbClr val="8DE5CA"/>
                </a:solidFill>
                <a:latin typeface="Noto Sans KR"/>
                <a:ea typeface="Noto Sans KR"/>
                <a:cs typeface="Noto Sans KR"/>
              </a:defRPr>
            </a:lvl1pPr>
            <a:lvl2pPr>
              <a:buNone/>
              <a:defRPr sz="1050" b="0">
                <a:solidFill>
                  <a:srgbClr val="8DE5CA"/>
                </a:solidFill>
                <a:latin typeface="Noto Sans KR"/>
                <a:ea typeface="Noto Sans KR"/>
                <a:cs typeface="Noto Sans KR"/>
              </a:defRPr>
            </a:lvl2pPr>
            <a:lvl3pPr>
              <a:buNone/>
              <a:defRPr sz="1050" b="0">
                <a:solidFill>
                  <a:srgbClr val="8DE5CA"/>
                </a:solidFill>
                <a:latin typeface="Noto Sans KR"/>
                <a:ea typeface="Noto Sans KR"/>
                <a:cs typeface="Noto Sans KR"/>
              </a:defRPr>
            </a:lvl3pPr>
            <a:lvl4pPr>
              <a:buNone/>
              <a:defRPr sz="1050" b="0">
                <a:solidFill>
                  <a:srgbClr val="8DE5CA"/>
                </a:solidFill>
                <a:latin typeface="Noto Sans KR"/>
                <a:ea typeface="Noto Sans KR"/>
                <a:cs typeface="Noto Sans KR"/>
              </a:defRPr>
            </a:lvl4pPr>
            <a:lvl5pPr>
              <a:buNone/>
              <a:defRPr sz="1050" b="0">
                <a:solidFill>
                  <a:srgbClr val="8DE5CA"/>
                </a:solidFill>
                <a:latin typeface="Noto Sans KR"/>
                <a:ea typeface="Noto Sans KR"/>
                <a:cs typeface="Noto Sans KR"/>
              </a:defRPr>
            </a:lvl5pPr>
            <a:lvl6pPr>
              <a:buNone/>
              <a:defRPr sz="1050" b="0">
                <a:solidFill>
                  <a:srgbClr val="8DE5CA"/>
                </a:solidFill>
                <a:latin typeface="Noto Sans KR"/>
                <a:ea typeface="Noto Sans KR"/>
                <a:cs typeface="Noto Sans KR"/>
              </a:defRPr>
            </a:lvl6pPr>
            <a:lvl7pPr>
              <a:buNone/>
              <a:defRPr sz="1050" b="0">
                <a:solidFill>
                  <a:srgbClr val="8DE5CA"/>
                </a:solidFill>
                <a:latin typeface="Noto Sans KR"/>
                <a:ea typeface="Noto Sans KR"/>
                <a:cs typeface="Noto Sans KR"/>
              </a:defRPr>
            </a:lvl7pPr>
            <a:lvl8pPr>
              <a:buNone/>
              <a:defRPr sz="1050" b="0">
                <a:solidFill>
                  <a:srgbClr val="8DE5CA"/>
                </a:solidFill>
                <a:latin typeface="Noto Sans KR"/>
                <a:ea typeface="Noto Sans KR"/>
                <a:cs typeface="Noto Sans KR"/>
              </a:defRPr>
            </a:lvl8pPr>
            <a:lvl9pPr>
              <a:buNone/>
              <a:defRPr sz="1050" b="0">
                <a:solidFill>
                  <a:srgbClr val="8DE5CA"/>
                </a:solidFill>
                <a:latin typeface="Noto Sans KR"/>
                <a:ea typeface="Noto Sans KR"/>
                <a:cs typeface="Noto Sans KR"/>
              </a:defRPr>
            </a:lvl9pPr>
          </a:lstStyle>
          <a:p xmlns:a="http://schemas.openxmlformats.org/drawingml/2006/main">
            <a:pPr>
              <a:buNone/>
              <a:defRPr sz="1050" b="0">
                <a:solidFill>
                  <a:srgbClr val="8DE5CA"/>
                </a:solidFill>
                <a:latin typeface="Noto Sans KR"/>
                <a:ea typeface="Noto Sans KR"/>
                <a:cs typeface="Noto Sans KR"/>
              </a:defRPr>
            </a:pPr>
            <a:r>
              <a:rPr sz="1050" b="0">
                <a:solidFill>
                  <a:srgbClr val="8DE5CA"/>
                </a:solidFill>
                <a:latin typeface="Noto Sans KR"/>
                <a:ea typeface="Noto Sans KR"/>
                <a:cs typeface="Noto Sans KR"/>
              </a:rPr>
              <a:t>55</a:t>
            </a:r>
          </a:p>
        </p:txBody>
      </p:sp>
      <p:sp>
        <p:nvSpPr>
          <p:cNvPr id="4" name="">
            <a:extLst xmlns:a="http://schemas.openxmlformats.org/drawingml/2006/main">
              <a:ext uri="{FF2B5EF4-FFF2-40B4-BE49-F238E27FC236}">
                <a16:creationId xmlns:a16="http://schemas.microsoft.com/office/drawing/2014/main" id="{18F26791-6586-4E18-9CD7-84CE8DCA80EC}"/>
              </a:ext>
            </a:extLst>
          </p:cNvPr>
          <p:cNvSpPr>
            <a:spLocks xmlns:a="http://schemas.openxmlformats.org/drawingml/2006/main" noGrp="1"/>
          </p:cNvSpPr>
          <p:nvPr/>
        </p:nvSpPr>
        <p:spPr>
          <a:xfrm xmlns:a="http://schemas.openxmlformats.org/drawingml/2006/main">
            <a:off x="571500"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EBBF3"/>
                </a:solidFill>
                <a:latin typeface="Noto Sans KR"/>
                <a:ea typeface="Noto Sans KR"/>
                <a:cs typeface="Noto Sans KR"/>
              </a:defRPr>
            </a:defPPr>
            <a:lvl1pPr>
              <a:buNone/>
              <a:defRPr sz="1275" b="1">
                <a:solidFill>
                  <a:srgbClr val="8EBBF3"/>
                </a:solidFill>
                <a:latin typeface="Noto Sans KR"/>
                <a:ea typeface="Noto Sans KR"/>
                <a:cs typeface="Noto Sans KR"/>
              </a:defRPr>
            </a:lvl1pPr>
            <a:lvl2pPr>
              <a:buNone/>
              <a:defRPr sz="1275" b="1">
                <a:solidFill>
                  <a:srgbClr val="8EBBF3"/>
                </a:solidFill>
                <a:latin typeface="Noto Sans KR"/>
                <a:ea typeface="Noto Sans KR"/>
                <a:cs typeface="Noto Sans KR"/>
              </a:defRPr>
            </a:lvl2pPr>
            <a:lvl3pPr>
              <a:buNone/>
              <a:defRPr sz="1275" b="1">
                <a:solidFill>
                  <a:srgbClr val="8EBBF3"/>
                </a:solidFill>
                <a:latin typeface="Noto Sans KR"/>
                <a:ea typeface="Noto Sans KR"/>
                <a:cs typeface="Noto Sans KR"/>
              </a:defRPr>
            </a:lvl3pPr>
            <a:lvl4pPr>
              <a:buNone/>
              <a:defRPr sz="1275" b="1">
                <a:solidFill>
                  <a:srgbClr val="8EBBF3"/>
                </a:solidFill>
                <a:latin typeface="Noto Sans KR"/>
                <a:ea typeface="Noto Sans KR"/>
                <a:cs typeface="Noto Sans KR"/>
              </a:defRPr>
            </a:lvl4pPr>
            <a:lvl5pPr>
              <a:buNone/>
              <a:defRPr sz="1275" b="1">
                <a:solidFill>
                  <a:srgbClr val="8EBBF3"/>
                </a:solidFill>
                <a:latin typeface="Noto Sans KR"/>
                <a:ea typeface="Noto Sans KR"/>
                <a:cs typeface="Noto Sans KR"/>
              </a:defRPr>
            </a:lvl5pPr>
            <a:lvl6pPr>
              <a:buNone/>
              <a:defRPr sz="1275" b="1">
                <a:solidFill>
                  <a:srgbClr val="8EBBF3"/>
                </a:solidFill>
                <a:latin typeface="Noto Sans KR"/>
                <a:ea typeface="Noto Sans KR"/>
                <a:cs typeface="Noto Sans KR"/>
              </a:defRPr>
            </a:lvl6pPr>
            <a:lvl7pPr>
              <a:buNone/>
              <a:defRPr sz="1275" b="1">
                <a:solidFill>
                  <a:srgbClr val="8EBBF3"/>
                </a:solidFill>
                <a:latin typeface="Noto Sans KR"/>
                <a:ea typeface="Noto Sans KR"/>
                <a:cs typeface="Noto Sans KR"/>
              </a:defRPr>
            </a:lvl7pPr>
            <a:lvl8pPr>
              <a:buNone/>
              <a:defRPr sz="1275" b="1">
                <a:solidFill>
                  <a:srgbClr val="8EBBF3"/>
                </a:solidFill>
                <a:latin typeface="Noto Sans KR"/>
                <a:ea typeface="Noto Sans KR"/>
                <a:cs typeface="Noto Sans KR"/>
              </a:defRPr>
            </a:lvl8pPr>
            <a:lvl9pPr>
              <a:buNone/>
              <a:defRPr sz="1275" b="1">
                <a:solidFill>
                  <a:srgbClr val="8EBBF3"/>
                </a:solidFill>
                <a:latin typeface="Noto Sans KR"/>
                <a:ea typeface="Noto Sans KR"/>
                <a:cs typeface="Noto Sans KR"/>
              </a:defRPr>
            </a:lvl9pPr>
          </a:lstStyle>
          <a:p xmlns:a="http://schemas.openxmlformats.org/drawingml/2006/main">
            <a:pPr>
              <a:buNone/>
              <a:defRPr sz="1275" b="1">
                <a:solidFill>
                  <a:srgbClr val="8EBBF3"/>
                </a:solidFill>
                <a:latin typeface="Noto Sans KR"/>
                <a:ea typeface="Noto Sans KR"/>
                <a:cs typeface="Noto Sans KR"/>
              </a:defRPr>
            </a:pPr>
            <a:r>
              <a:rPr sz="1275" b="1">
                <a:solidFill>
                  <a:srgbClr val="8EBBF3"/>
                </a:solidFill>
                <a:latin typeface="Noto Sans KR"/>
                <a:ea typeface="Noto Sans KR"/>
                <a:cs typeface="Noto Sans KR"/>
              </a:rPr>
              <a:t>문서가 들어오면 미리 준비</a:t>
            </a:r>
          </a:p>
        </p:txBody>
      </p:sp>
      <p:sp>
        <p:nvSpPr>
          <p:cNvPr id="5" name="">
            <a:extLst xmlns:a="http://schemas.openxmlformats.org/drawingml/2006/main">
              <a:ext uri="{FF2B5EF4-FFF2-40B4-BE49-F238E27FC236}">
                <a16:creationId xmlns:a16="http://schemas.microsoft.com/office/drawing/2014/main" id="{9101A62E-6271-4CD3-9A1E-EF046DDCA1E1}"/>
              </a:ext>
            </a:extLst>
          </p:cNvPr>
          <p:cNvSpPr>
            <a:spLocks xmlns:a="http://schemas.openxmlformats.org/drawingml/2006/main" noGrp="1"/>
          </p:cNvSpPr>
          <p:nvPr/>
        </p:nvSpPr>
        <p:spPr>
          <a:xfrm xmlns:a="http://schemas.openxmlformats.org/drawingml/2006/main">
            <a:off x="571500"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문서를 독립적인 사실로 나누기</a:t>
            </a:r>
          </a:p>
        </p:txBody>
      </p:sp>
      <p:sp>
        <p:nvSpPr>
          <p:cNvPr id="6" name="">
            <a:extLst xmlns:a="http://schemas.openxmlformats.org/drawingml/2006/main">
              <a:ext uri="{FF2B5EF4-FFF2-40B4-BE49-F238E27FC236}">
                <a16:creationId xmlns:a16="http://schemas.microsoft.com/office/drawing/2014/main" id="{413E7CC1-645B-497B-8BEF-2FDEFDA34664}"/>
              </a:ext>
            </a:extLst>
          </p:cNvPr>
          <p:cNvSpPr>
            <a:spLocks xmlns:a="http://schemas.openxmlformats.org/drawingml/2006/main" noGrp="1"/>
          </p:cNvSpPr>
          <p:nvPr/>
        </p:nvSpPr>
        <p:spPr>
          <a:xfrm xmlns:a="http://schemas.openxmlformats.org/drawingml/2006/main">
            <a:off x="571500"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각 사실에 나온 개체 찾기</a:t>
            </a:r>
          </a:p>
        </p:txBody>
      </p:sp>
      <p:sp>
        <p:nvSpPr>
          <p:cNvPr id="8" name="">
            <a:extLst xmlns:a="http://schemas.openxmlformats.org/drawingml/2006/main">
              <a:ext uri="{FF2B5EF4-FFF2-40B4-BE49-F238E27FC236}">
                <a16:creationId xmlns:a16="http://schemas.microsoft.com/office/drawing/2014/main" id="{F81E772C-E4E6-419B-8927-43A2DAF7AB88}"/>
              </a:ext>
            </a:extLst>
          </p:cNvPr>
          <p:cNvSpPr>
            <a:spLocks xmlns:a="http://schemas.openxmlformats.org/drawingml/2006/main" noGrp="1"/>
          </p:cNvSpPr>
          <p:nvPr/>
        </p:nvSpPr>
        <p:spPr>
          <a:xfrm xmlns:a="http://schemas.openxmlformats.org/drawingml/2006/main">
            <a:off x="571500"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사실과 개체 연결</a:t>
            </a:r>
          </a:p>
        </p:txBody>
      </p:sp>
      <p:sp>
        <p:nvSpPr>
          <p:cNvPr id="10" name="">
            <a:extLst xmlns:a="http://schemas.openxmlformats.org/drawingml/2006/main">
              <a:ext uri="{FF2B5EF4-FFF2-40B4-BE49-F238E27FC236}">
                <a16:creationId xmlns:a16="http://schemas.microsoft.com/office/drawing/2014/main" id="{908DB875-D53A-44A4-A188-899E8AADD3B7}"/>
              </a:ext>
            </a:extLst>
          </p:cNvPr>
          <p:cNvSpPr>
            <a:spLocks xmlns:a="http://schemas.openxmlformats.org/drawingml/2006/main" noGrp="1"/>
          </p:cNvSpPr>
          <p:nvPr/>
        </p:nvSpPr>
        <p:spPr>
          <a:xfrm xmlns:a="http://schemas.openxmlformats.org/drawingml/2006/main">
            <a:off x="571500"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관련 개체들의 연결 구성</a:t>
            </a:r>
          </a:p>
        </p:txBody>
      </p:sp>
      <p:sp>
        <p:nvSpPr>
          <p:cNvPr id="12" name="">
            <a:extLst xmlns:a="http://schemas.openxmlformats.org/drawingml/2006/main">
              <a:ext uri="{FF2B5EF4-FFF2-40B4-BE49-F238E27FC236}">
                <a16:creationId xmlns:a16="http://schemas.microsoft.com/office/drawing/2014/main" id="{89F9ECAC-50CC-4BC3-AA1B-5982BCA64A41}"/>
              </a:ext>
            </a:extLst>
          </p:cNvPr>
          <p:cNvSpPr>
            <a:spLocks xmlns:a="http://schemas.openxmlformats.org/drawingml/2006/main" noGrp="1"/>
          </p:cNvSpPr>
          <p:nvPr/>
        </p:nvSpPr>
        <p:spPr>
          <a:xfrm xmlns:a="http://schemas.openxmlformats.org/drawingml/2006/main">
            <a:off x="571500"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각 사실의 원문 출처 저장</a:t>
            </a:r>
          </a:p>
        </p:txBody>
      </p:sp>
      <p:sp>
        <p:nvSpPr>
          <p:cNvPr id="14" name="">
            <a:extLst xmlns:a="http://schemas.openxmlformats.org/drawingml/2006/main">
              <a:ext uri="{FF2B5EF4-FFF2-40B4-BE49-F238E27FC236}">
                <a16:creationId xmlns:a16="http://schemas.microsoft.com/office/drawing/2014/main" id="{A97D9BAB-C172-4114-BB27-5E6D073C7791}"/>
              </a:ext>
            </a:extLst>
          </p:cNvPr>
          <p:cNvSpPr>
            <a:spLocks xmlns:a="http://schemas.openxmlformats.org/drawingml/2006/main" noGrp="1"/>
          </p:cNvSpPr>
          <p:nvPr/>
        </p:nvSpPr>
        <p:spPr>
          <a:xfrm xmlns:a="http://schemas.openxmlformats.org/drawingml/2006/main">
            <a:off x="6524625"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DE5CA"/>
                </a:solidFill>
                <a:latin typeface="Noto Sans KR"/>
                <a:ea typeface="Noto Sans KR"/>
                <a:cs typeface="Noto Sans KR"/>
              </a:defRPr>
            </a:defPPr>
            <a:lvl1pPr>
              <a:buNone/>
              <a:defRPr sz="1275" b="1">
                <a:solidFill>
                  <a:srgbClr val="8DE5CA"/>
                </a:solidFill>
                <a:latin typeface="Noto Sans KR"/>
                <a:ea typeface="Noto Sans KR"/>
                <a:cs typeface="Noto Sans KR"/>
              </a:defRPr>
            </a:lvl1pPr>
            <a:lvl2pPr>
              <a:buNone/>
              <a:defRPr sz="1275" b="1">
                <a:solidFill>
                  <a:srgbClr val="8DE5CA"/>
                </a:solidFill>
                <a:latin typeface="Noto Sans KR"/>
                <a:ea typeface="Noto Sans KR"/>
                <a:cs typeface="Noto Sans KR"/>
              </a:defRPr>
            </a:lvl2pPr>
            <a:lvl3pPr>
              <a:buNone/>
              <a:defRPr sz="1275" b="1">
                <a:solidFill>
                  <a:srgbClr val="8DE5CA"/>
                </a:solidFill>
                <a:latin typeface="Noto Sans KR"/>
                <a:ea typeface="Noto Sans KR"/>
                <a:cs typeface="Noto Sans KR"/>
              </a:defRPr>
            </a:lvl3pPr>
            <a:lvl4pPr>
              <a:buNone/>
              <a:defRPr sz="1275" b="1">
                <a:solidFill>
                  <a:srgbClr val="8DE5CA"/>
                </a:solidFill>
                <a:latin typeface="Noto Sans KR"/>
                <a:ea typeface="Noto Sans KR"/>
                <a:cs typeface="Noto Sans KR"/>
              </a:defRPr>
            </a:lvl4pPr>
            <a:lvl5pPr>
              <a:buNone/>
              <a:defRPr sz="1275" b="1">
                <a:solidFill>
                  <a:srgbClr val="8DE5CA"/>
                </a:solidFill>
                <a:latin typeface="Noto Sans KR"/>
                <a:ea typeface="Noto Sans KR"/>
                <a:cs typeface="Noto Sans KR"/>
              </a:defRPr>
            </a:lvl5pPr>
            <a:lvl6pPr>
              <a:buNone/>
              <a:defRPr sz="1275" b="1">
                <a:solidFill>
                  <a:srgbClr val="8DE5CA"/>
                </a:solidFill>
                <a:latin typeface="Noto Sans KR"/>
                <a:ea typeface="Noto Sans KR"/>
                <a:cs typeface="Noto Sans KR"/>
              </a:defRPr>
            </a:lvl6pPr>
            <a:lvl7pPr>
              <a:buNone/>
              <a:defRPr sz="1275" b="1">
                <a:solidFill>
                  <a:srgbClr val="8DE5CA"/>
                </a:solidFill>
                <a:latin typeface="Noto Sans KR"/>
                <a:ea typeface="Noto Sans KR"/>
                <a:cs typeface="Noto Sans KR"/>
              </a:defRPr>
            </a:lvl7pPr>
            <a:lvl8pPr>
              <a:buNone/>
              <a:defRPr sz="1275" b="1">
                <a:solidFill>
                  <a:srgbClr val="8DE5CA"/>
                </a:solidFill>
                <a:latin typeface="Noto Sans KR"/>
                <a:ea typeface="Noto Sans KR"/>
                <a:cs typeface="Noto Sans KR"/>
              </a:defRPr>
            </a:lvl8pPr>
            <a:lvl9pPr>
              <a:buNone/>
              <a:defRPr sz="1275" b="1">
                <a:solidFill>
                  <a:srgbClr val="8DE5CA"/>
                </a:solidFill>
                <a:latin typeface="Noto Sans KR"/>
                <a:ea typeface="Noto Sans KR"/>
                <a:cs typeface="Noto Sans KR"/>
              </a:defRPr>
            </a:lvl9pPr>
          </a:lstStyle>
          <a:p xmlns:a="http://schemas.openxmlformats.org/drawingml/2006/main">
            <a:pPr>
              <a:buNone/>
              <a:defRPr sz="1275" b="1">
                <a:solidFill>
                  <a:srgbClr val="8DE5CA"/>
                </a:solidFill>
                <a:latin typeface="Noto Sans KR"/>
                <a:ea typeface="Noto Sans KR"/>
                <a:cs typeface="Noto Sans KR"/>
              </a:defRPr>
            </a:pPr>
            <a:r>
              <a:rPr sz="1275" b="1">
                <a:solidFill>
                  <a:srgbClr val="8DE5CA"/>
                </a:solidFill>
                <a:latin typeface="Noto Sans KR"/>
                <a:ea typeface="Noto Sans KR"/>
                <a:cs typeface="Noto Sans KR"/>
              </a:rPr>
              <a:t>질문이 오면 검색하고 답변</a:t>
            </a:r>
          </a:p>
        </p:txBody>
      </p:sp>
      <p:sp>
        <p:nvSpPr>
          <p:cNvPr id="15" name="">
            <a:extLst xmlns:a="http://schemas.openxmlformats.org/drawingml/2006/main">
              <a:ext uri="{FF2B5EF4-FFF2-40B4-BE49-F238E27FC236}">
                <a16:creationId xmlns:a16="http://schemas.microsoft.com/office/drawing/2014/main" id="{9E5A116B-4E78-4C0E-A100-934020437BFF}"/>
              </a:ext>
            </a:extLst>
          </p:cNvPr>
          <p:cNvSpPr>
            <a:spLocks xmlns:a="http://schemas.openxmlformats.org/drawingml/2006/main" noGrp="1"/>
          </p:cNvSpPr>
          <p:nvPr/>
        </p:nvSpPr>
        <p:spPr>
          <a:xfrm xmlns:a="http://schemas.openxmlformats.org/drawingml/2006/main">
            <a:off x="6524625"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필요하면 질문을 작게 나누기</a:t>
            </a:r>
          </a:p>
        </p:txBody>
      </p:sp>
      <p:sp>
        <p:nvSpPr>
          <p:cNvPr id="16" name="">
            <a:extLst xmlns:a="http://schemas.openxmlformats.org/drawingml/2006/main">
              <a:ext uri="{FF2B5EF4-FFF2-40B4-BE49-F238E27FC236}">
                <a16:creationId xmlns:a16="http://schemas.microsoft.com/office/drawing/2014/main" id="{E31902A6-CAAB-459D-9C00-376B6082BFD8}"/>
              </a:ext>
            </a:extLst>
          </p:cNvPr>
          <p:cNvSpPr>
            <a:spLocks xmlns:a="http://schemas.openxmlformats.org/drawingml/2006/main" noGrp="1"/>
          </p:cNvSpPr>
          <p:nvPr/>
        </p:nvSpPr>
        <p:spPr>
          <a:xfrm xmlns:a="http://schemas.openxmlformats.org/drawingml/2006/main">
            <a:off x="6524625"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관련 사실과 개체 찾기</a:t>
            </a:r>
          </a:p>
        </p:txBody>
      </p:sp>
      <p:sp>
        <p:nvSpPr>
          <p:cNvPr id="18" name="">
            <a:extLst xmlns:a="http://schemas.openxmlformats.org/drawingml/2006/main">
              <a:ext uri="{FF2B5EF4-FFF2-40B4-BE49-F238E27FC236}">
                <a16:creationId xmlns:a16="http://schemas.microsoft.com/office/drawing/2014/main" id="{12B20774-74E9-4E6B-866C-DEC6F1F64B89}"/>
              </a:ext>
            </a:extLst>
          </p:cNvPr>
          <p:cNvSpPr>
            <a:spLocks xmlns:a="http://schemas.openxmlformats.org/drawingml/2006/main" noGrp="1"/>
          </p:cNvSpPr>
          <p:nvPr/>
        </p:nvSpPr>
        <p:spPr>
          <a:xfrm xmlns:a="http://schemas.openxmlformats.org/drawingml/2006/main">
            <a:off x="6524625"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PPR로 관련 사실 범위 넓히기</a:t>
            </a:r>
          </a:p>
        </p:txBody>
      </p:sp>
      <p:sp>
        <p:nvSpPr>
          <p:cNvPr id="20" name="">
            <a:extLst xmlns:a="http://schemas.openxmlformats.org/drawingml/2006/main">
              <a:ext uri="{FF2B5EF4-FFF2-40B4-BE49-F238E27FC236}">
                <a16:creationId xmlns:a16="http://schemas.microsoft.com/office/drawing/2014/main" id="{7602FC9F-8B8A-465F-8073-49785A74CD17}"/>
              </a:ext>
            </a:extLst>
          </p:cNvPr>
          <p:cNvSpPr>
            <a:spLocks xmlns:a="http://schemas.openxmlformats.org/drawingml/2006/main" noGrp="1"/>
          </p:cNvSpPr>
          <p:nvPr/>
        </p:nvSpPr>
        <p:spPr>
          <a:xfrm xmlns:a="http://schemas.openxmlformats.org/drawingml/2006/main">
            <a:off x="6524625"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중복·무관한 사실 걸러내기</a:t>
            </a:r>
          </a:p>
        </p:txBody>
      </p:sp>
      <p:sp>
        <p:nvSpPr>
          <p:cNvPr id="22" name="">
            <a:extLst xmlns:a="http://schemas.openxmlformats.org/drawingml/2006/main">
              <a:ext uri="{FF2B5EF4-FFF2-40B4-BE49-F238E27FC236}">
                <a16:creationId xmlns:a16="http://schemas.microsoft.com/office/drawing/2014/main" id="{5BD27641-7488-4700-9C2B-D56729DE079F}"/>
              </a:ext>
            </a:extLst>
          </p:cNvPr>
          <p:cNvSpPr>
            <a:spLocks xmlns:a="http://schemas.openxmlformats.org/drawingml/2006/main" noGrp="1"/>
          </p:cNvSpPr>
          <p:nvPr/>
        </p:nvSpPr>
        <p:spPr>
          <a:xfrm xmlns:a="http://schemas.openxmlformats.org/drawingml/2006/main">
            <a:off x="6524625"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남긴 사실과 원문으로 답변</a:t>
            </a:r>
          </a:p>
        </p:txBody>
      </p:sp>
      <p:sp>
        <p:nvSpPr>
          <p:cNvPr id="24" name="">
            <a:extLst xmlns:a="http://schemas.openxmlformats.org/drawingml/2006/main">
              <a:ext uri="{FF2B5EF4-FFF2-40B4-BE49-F238E27FC236}">
                <a16:creationId xmlns:a16="http://schemas.microsoft.com/office/drawing/2014/main" id="{7372FECA-3831-407A-ABFC-81C3C8AD526E}"/>
              </a:ext>
            </a:extLst>
          </p:cNvPr>
          <p:cNvSpPr>
            <a:spLocks xmlns:a="http://schemas.openxmlformats.org/drawingml/2006/main" noGrp="1"/>
          </p:cNvSpPr>
          <p:nvPr/>
        </p:nvSpPr>
        <p:spPr>
          <a:xfrm xmlns:a="http://schemas.openxmlformats.org/drawingml/2006/main">
            <a:off x="571500" y="5734050"/>
            <a:ext cx="1095375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9BB4C0"/>
                </a:solidFill>
                <a:latin typeface="Noto Sans KR"/>
                <a:ea typeface="Noto Sans KR"/>
                <a:cs typeface="Noto Sans KR"/>
              </a:defRPr>
            </a:defPPr>
            <a:lvl1pPr>
              <a:buNone/>
              <a:defRPr sz="1200" b="0">
                <a:solidFill>
                  <a:srgbClr val="9BB4C0"/>
                </a:solidFill>
                <a:latin typeface="Noto Sans KR"/>
                <a:ea typeface="Noto Sans KR"/>
                <a:cs typeface="Noto Sans KR"/>
              </a:defRPr>
            </a:lvl1pPr>
            <a:lvl2pPr>
              <a:buNone/>
              <a:defRPr sz="1200" b="0">
                <a:solidFill>
                  <a:srgbClr val="9BB4C0"/>
                </a:solidFill>
                <a:latin typeface="Noto Sans KR"/>
                <a:ea typeface="Noto Sans KR"/>
                <a:cs typeface="Noto Sans KR"/>
              </a:defRPr>
            </a:lvl2pPr>
            <a:lvl3pPr>
              <a:buNone/>
              <a:defRPr sz="1200" b="0">
                <a:solidFill>
                  <a:srgbClr val="9BB4C0"/>
                </a:solidFill>
                <a:latin typeface="Noto Sans KR"/>
                <a:ea typeface="Noto Sans KR"/>
                <a:cs typeface="Noto Sans KR"/>
              </a:defRPr>
            </a:lvl3pPr>
            <a:lvl4pPr>
              <a:buNone/>
              <a:defRPr sz="1200" b="0">
                <a:solidFill>
                  <a:srgbClr val="9BB4C0"/>
                </a:solidFill>
                <a:latin typeface="Noto Sans KR"/>
                <a:ea typeface="Noto Sans KR"/>
                <a:cs typeface="Noto Sans KR"/>
              </a:defRPr>
            </a:lvl4pPr>
            <a:lvl5pPr>
              <a:buNone/>
              <a:defRPr sz="1200" b="0">
                <a:solidFill>
                  <a:srgbClr val="9BB4C0"/>
                </a:solidFill>
                <a:latin typeface="Noto Sans KR"/>
                <a:ea typeface="Noto Sans KR"/>
                <a:cs typeface="Noto Sans KR"/>
              </a:defRPr>
            </a:lvl5pPr>
            <a:lvl6pPr>
              <a:buNone/>
              <a:defRPr sz="1200" b="0">
                <a:solidFill>
                  <a:srgbClr val="9BB4C0"/>
                </a:solidFill>
                <a:latin typeface="Noto Sans KR"/>
                <a:ea typeface="Noto Sans KR"/>
                <a:cs typeface="Noto Sans KR"/>
              </a:defRPr>
            </a:lvl6pPr>
            <a:lvl7pPr>
              <a:buNone/>
              <a:defRPr sz="1200" b="0">
                <a:solidFill>
                  <a:srgbClr val="9BB4C0"/>
                </a:solidFill>
                <a:latin typeface="Noto Sans KR"/>
                <a:ea typeface="Noto Sans KR"/>
                <a:cs typeface="Noto Sans KR"/>
              </a:defRPr>
            </a:lvl7pPr>
            <a:lvl8pPr>
              <a:buNone/>
              <a:defRPr sz="1200" b="0">
                <a:solidFill>
                  <a:srgbClr val="9BB4C0"/>
                </a:solidFill>
                <a:latin typeface="Noto Sans KR"/>
                <a:ea typeface="Noto Sans KR"/>
                <a:cs typeface="Noto Sans KR"/>
              </a:defRPr>
            </a:lvl8pPr>
            <a:lvl9pPr>
              <a:buNone/>
              <a:defRPr sz="1200" b="0">
                <a:solidFill>
                  <a:srgbClr val="9BB4C0"/>
                </a:solidFill>
                <a:latin typeface="Noto Sans KR"/>
                <a:ea typeface="Noto Sans KR"/>
                <a:cs typeface="Noto Sans KR"/>
              </a:defRPr>
            </a:lvl9pPr>
          </a:lstStyle>
          <a:p xmlns:a="http://schemas.openxmlformats.org/drawingml/2006/main">
            <a:pPr>
              <a:buNone/>
              <a:defRPr sz="1200" b="0">
                <a:solidFill>
                  <a:srgbClr val="9BB4C0"/>
                </a:solidFill>
                <a:latin typeface="Noto Sans KR"/>
                <a:ea typeface="Noto Sans KR"/>
                <a:cs typeface="Noto Sans KR"/>
              </a:defRPr>
            </a:pPr>
            <a:r>
              <a:rPr sz="1200" b="0">
                <a:solidFill>
                  <a:srgbClr val="9BB4C0"/>
                </a:solidFill>
                <a:latin typeface="Noto Sans KR"/>
                <a:ea typeface="Noto Sans KR"/>
                <a:cs typeface="Noto Sans KR"/>
              </a:rPr>
              <a:t>웹 실습은 핵심 흐름을 보여 주는 축소 예제입니다. 원 논문과의 차이는 발표자 노트를 참고해 주세요.</a:t>
            </a:r>
          </a:p>
        </p:txBody>
      </p:sp>
    </p:spTree>
    <p:extLst>
      <p:ext uri="{BB962C8B-B14F-4D97-AF65-F5344CB8AC3E}">
        <p14:creationId xmlns:p14="http://schemas.microsoft.com/office/powerpoint/2010/main" val="572326041"/>
      </p:ext>
    </p:extLst>
  </p:cSld>
</p:sld>
</file>

<file path=ppt/slides/slide56.xml><?xml version="1.0" encoding="utf-8"?>
<p:sld xmlns:p="http://schemas.openxmlformats.org/presentationml/2006/main">
  <p:cSld>
    <p:bg>
      <p:bgPr>
        <a:solidFill xmlns:a="http://schemas.openxmlformats.org/drawingml/2006/main">
          <a:srgbClr val="071824"/>
        </a:solidFill>
      </p:bgPr>
    </p:bg>
    <p:spTree>
      <p:nvGrpSpPr>
        <p:cNvPr id="1" name=""/>
        <p:cNvGrpSpPr/>
        <p:nvPr/>
      </p:nvGrpSpPr>
      <p:grpSpPr>
        <a:xfrm xmlns:a="http://schemas.openxmlformats.org/drawingml/2006/main"/>
      </p:grpSpPr>
      <p:cxnSp>
        <p:nvCxnSpPr>
          <p:cNvPr id="23" name="">
            <a:extLst xmlns:a="http://schemas.openxmlformats.org/drawingml/2006/main">
              <a:ext uri="{FF2B5EF4-FFF2-40B4-BE49-F238E27FC236}">
                <a16:creationId xmlns:a16="http://schemas.microsoft.com/office/drawing/2014/main" id="{E082D939-8762-4C91-BE83-CD098824A529}"/>
              </a:ext>
            </a:extLst>
          </p:cNvPr>
          <p:cNvCxnSpPr>
            <a:stCxn xmlns:a="http://schemas.openxmlformats.org/drawingml/2006/main" id="20" idx="2"/>
            <a:endCxn xmlns:a="http://schemas.openxmlformats.org/drawingml/2006/main" id="22" idx="0"/>
          </p:cNvCxnSpPr>
          <p:nvPr/>
        </p:nvCxnSpPr>
        <p:spPr>
          <a:xfrm xmlns:a="http://schemas.openxmlformats.org/drawingml/2006/main">
            <a:off x="9072563" y="463867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21" name="">
            <a:extLst xmlns:a="http://schemas.openxmlformats.org/drawingml/2006/main">
              <a:ext uri="{FF2B5EF4-FFF2-40B4-BE49-F238E27FC236}">
                <a16:creationId xmlns:a16="http://schemas.microsoft.com/office/drawing/2014/main" id="{3FF163F6-808C-454B-80CB-83021B206D9A}"/>
              </a:ext>
            </a:extLst>
          </p:cNvPr>
          <p:cNvCxnSpPr>
            <a:stCxn xmlns:a="http://schemas.openxmlformats.org/drawingml/2006/main" id="18" idx="2"/>
            <a:endCxn xmlns:a="http://schemas.openxmlformats.org/drawingml/2006/main" id="20" idx="0"/>
          </p:cNvCxnSpPr>
          <p:nvPr/>
        </p:nvCxnSpPr>
        <p:spPr>
          <a:xfrm xmlns:a="http://schemas.openxmlformats.org/drawingml/2006/main">
            <a:off x="9072563" y="398145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9" name="">
            <a:extLst xmlns:a="http://schemas.openxmlformats.org/drawingml/2006/main">
              <a:ext uri="{FF2B5EF4-FFF2-40B4-BE49-F238E27FC236}">
                <a16:creationId xmlns:a16="http://schemas.microsoft.com/office/drawing/2014/main" id="{43B5F2B8-88AB-4E9A-AD6E-2361F8463499}"/>
              </a:ext>
            </a:extLst>
          </p:cNvPr>
          <p:cNvCxnSpPr>
            <a:stCxn xmlns:a="http://schemas.openxmlformats.org/drawingml/2006/main" id="16" idx="2"/>
            <a:endCxn xmlns:a="http://schemas.openxmlformats.org/drawingml/2006/main" id="18" idx="0"/>
          </p:cNvCxnSpPr>
          <p:nvPr/>
        </p:nvCxnSpPr>
        <p:spPr>
          <a:xfrm xmlns:a="http://schemas.openxmlformats.org/drawingml/2006/main">
            <a:off x="9072563" y="332422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7" name="">
            <a:extLst xmlns:a="http://schemas.openxmlformats.org/drawingml/2006/main">
              <a:ext uri="{FF2B5EF4-FFF2-40B4-BE49-F238E27FC236}">
                <a16:creationId xmlns:a16="http://schemas.microsoft.com/office/drawing/2014/main" id="{2460C690-4F73-44C7-8C81-9C6C052799CF}"/>
              </a:ext>
            </a:extLst>
          </p:cNvPr>
          <p:cNvCxnSpPr>
            <a:stCxn xmlns:a="http://schemas.openxmlformats.org/drawingml/2006/main" id="15" idx="2"/>
            <a:endCxn xmlns:a="http://schemas.openxmlformats.org/drawingml/2006/main" id="16" idx="0"/>
          </p:cNvCxnSpPr>
          <p:nvPr/>
        </p:nvCxnSpPr>
        <p:spPr>
          <a:xfrm xmlns:a="http://schemas.openxmlformats.org/drawingml/2006/main">
            <a:off x="9072563" y="266700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3" name="">
            <a:extLst xmlns:a="http://schemas.openxmlformats.org/drawingml/2006/main">
              <a:ext uri="{FF2B5EF4-FFF2-40B4-BE49-F238E27FC236}">
                <a16:creationId xmlns:a16="http://schemas.microsoft.com/office/drawing/2014/main" id="{95EDD9B6-835D-4F18-BE41-423DC42FD4C2}"/>
              </a:ext>
            </a:extLst>
          </p:cNvPr>
          <p:cNvCxnSpPr>
            <a:stCxn xmlns:a="http://schemas.openxmlformats.org/drawingml/2006/main" id="10" idx="2"/>
            <a:endCxn xmlns:a="http://schemas.openxmlformats.org/drawingml/2006/main" id="12" idx="0"/>
          </p:cNvCxnSpPr>
          <p:nvPr/>
        </p:nvCxnSpPr>
        <p:spPr>
          <a:xfrm xmlns:a="http://schemas.openxmlformats.org/drawingml/2006/main">
            <a:off x="3119438" y="463867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11" name="">
            <a:extLst xmlns:a="http://schemas.openxmlformats.org/drawingml/2006/main">
              <a:ext uri="{FF2B5EF4-FFF2-40B4-BE49-F238E27FC236}">
                <a16:creationId xmlns:a16="http://schemas.microsoft.com/office/drawing/2014/main" id="{1FB8FC6E-5241-41DA-9AEF-6DB21A957292}"/>
              </a:ext>
            </a:extLst>
          </p:cNvPr>
          <p:cNvCxnSpPr>
            <a:stCxn xmlns:a="http://schemas.openxmlformats.org/drawingml/2006/main" id="8" idx="2"/>
            <a:endCxn xmlns:a="http://schemas.openxmlformats.org/drawingml/2006/main" id="10" idx="0"/>
          </p:cNvCxnSpPr>
          <p:nvPr/>
        </p:nvCxnSpPr>
        <p:spPr>
          <a:xfrm xmlns:a="http://schemas.openxmlformats.org/drawingml/2006/main">
            <a:off x="3119438" y="398145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9" name="">
            <a:extLst xmlns:a="http://schemas.openxmlformats.org/drawingml/2006/main">
              <a:ext uri="{FF2B5EF4-FFF2-40B4-BE49-F238E27FC236}">
                <a16:creationId xmlns:a16="http://schemas.microsoft.com/office/drawing/2014/main" id="{F7426120-B2DE-4F82-9535-638ED3CC04C6}"/>
              </a:ext>
            </a:extLst>
          </p:cNvPr>
          <p:cNvCxnSpPr>
            <a:stCxn xmlns:a="http://schemas.openxmlformats.org/drawingml/2006/main" id="6" idx="2"/>
            <a:endCxn xmlns:a="http://schemas.openxmlformats.org/drawingml/2006/main" id="8" idx="0"/>
          </p:cNvCxnSpPr>
          <p:nvPr/>
        </p:nvCxnSpPr>
        <p:spPr>
          <a:xfrm xmlns:a="http://schemas.openxmlformats.org/drawingml/2006/main">
            <a:off x="3119438" y="332422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7" name="">
            <a:extLst xmlns:a="http://schemas.openxmlformats.org/drawingml/2006/main">
              <a:ext uri="{FF2B5EF4-FFF2-40B4-BE49-F238E27FC236}">
                <a16:creationId xmlns:a16="http://schemas.microsoft.com/office/drawing/2014/main" id="{37F6399A-997F-43EB-9BEA-30CD9A966991}"/>
              </a:ext>
            </a:extLst>
          </p:cNvPr>
          <p:cNvCxnSpPr>
            <a:stCxn xmlns:a="http://schemas.openxmlformats.org/drawingml/2006/main" id="5" idx="2"/>
            <a:endCxn xmlns:a="http://schemas.openxmlformats.org/drawingml/2006/main" id="6" idx="0"/>
          </p:cNvCxnSpPr>
          <p:nvPr/>
        </p:nvCxnSpPr>
        <p:spPr>
          <a:xfrm xmlns:a="http://schemas.openxmlformats.org/drawingml/2006/main">
            <a:off x="3119438" y="266700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sp>
        <p:nvSpPr>
          <p:cNvPr id="25" name="">
            <a:extLst xmlns:a="http://schemas.openxmlformats.org/drawingml/2006/main">
              <a:ext uri="{FF2B5EF4-FFF2-40B4-BE49-F238E27FC236}">
                <a16:creationId xmlns:a16="http://schemas.microsoft.com/office/drawing/2014/main" id="{B784FBD2-E462-4480-A641-25C8C99917B6}"/>
              </a:ext>
            </a:extLst>
          </p:cNvPr>
          <p:cNvSpPr>
            <a:spLocks xmlns:a="http://schemas.openxmlformats.org/drawingml/2006/main" noGrp="1"/>
          </p:cNvSpPr>
          <p:nvPr/>
        </p:nvSpPr>
        <p:spPr>
          <a:xfrm xmlns:a="http://schemas.openxmlformats.org/drawingml/2006/main">
            <a:off x="571500" y="285750"/>
            <a:ext cx="10858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00" b="1">
                <a:solidFill>
                  <a:srgbClr val="8DE5CA"/>
                </a:solidFill>
                <a:latin typeface="Noto Sans KR"/>
                <a:ea typeface="Noto Sans KR"/>
                <a:cs typeface="Noto Sans KR"/>
              </a:defRPr>
            </a:defPPr>
            <a:lvl1pPr>
              <a:buNone/>
              <a:defRPr sz="900" b="1">
                <a:solidFill>
                  <a:srgbClr val="8DE5CA"/>
                </a:solidFill>
                <a:latin typeface="Noto Sans KR"/>
                <a:ea typeface="Noto Sans KR"/>
                <a:cs typeface="Noto Sans KR"/>
              </a:defRPr>
            </a:lvl1pPr>
            <a:lvl2pPr>
              <a:buNone/>
              <a:defRPr sz="900" b="1">
                <a:solidFill>
                  <a:srgbClr val="8DE5CA"/>
                </a:solidFill>
                <a:latin typeface="Noto Sans KR"/>
                <a:ea typeface="Noto Sans KR"/>
                <a:cs typeface="Noto Sans KR"/>
              </a:defRPr>
            </a:lvl2pPr>
            <a:lvl3pPr>
              <a:buNone/>
              <a:defRPr sz="900" b="1">
                <a:solidFill>
                  <a:srgbClr val="8DE5CA"/>
                </a:solidFill>
                <a:latin typeface="Noto Sans KR"/>
                <a:ea typeface="Noto Sans KR"/>
                <a:cs typeface="Noto Sans KR"/>
              </a:defRPr>
            </a:lvl3pPr>
            <a:lvl4pPr>
              <a:buNone/>
              <a:defRPr sz="900" b="1">
                <a:solidFill>
                  <a:srgbClr val="8DE5CA"/>
                </a:solidFill>
                <a:latin typeface="Noto Sans KR"/>
                <a:ea typeface="Noto Sans KR"/>
                <a:cs typeface="Noto Sans KR"/>
              </a:defRPr>
            </a:lvl4pPr>
            <a:lvl5pPr>
              <a:buNone/>
              <a:defRPr sz="900" b="1">
                <a:solidFill>
                  <a:srgbClr val="8DE5CA"/>
                </a:solidFill>
                <a:latin typeface="Noto Sans KR"/>
                <a:ea typeface="Noto Sans KR"/>
                <a:cs typeface="Noto Sans KR"/>
              </a:defRPr>
            </a:lvl5pPr>
            <a:lvl6pPr>
              <a:buNone/>
              <a:defRPr sz="900" b="1">
                <a:solidFill>
                  <a:srgbClr val="8DE5CA"/>
                </a:solidFill>
                <a:latin typeface="Noto Sans KR"/>
                <a:ea typeface="Noto Sans KR"/>
                <a:cs typeface="Noto Sans KR"/>
              </a:defRPr>
            </a:lvl6pPr>
            <a:lvl7pPr>
              <a:buNone/>
              <a:defRPr sz="900" b="1">
                <a:solidFill>
                  <a:srgbClr val="8DE5CA"/>
                </a:solidFill>
                <a:latin typeface="Noto Sans KR"/>
                <a:ea typeface="Noto Sans KR"/>
                <a:cs typeface="Noto Sans KR"/>
              </a:defRPr>
            </a:lvl7pPr>
            <a:lvl8pPr>
              <a:buNone/>
              <a:defRPr sz="900" b="1">
                <a:solidFill>
                  <a:srgbClr val="8DE5CA"/>
                </a:solidFill>
                <a:latin typeface="Noto Sans KR"/>
                <a:ea typeface="Noto Sans KR"/>
                <a:cs typeface="Noto Sans KR"/>
              </a:defRPr>
            </a:lvl8pPr>
            <a:lvl9pPr>
              <a:buNone/>
              <a:defRPr sz="900" b="1">
                <a:solidFill>
                  <a:srgbClr val="8DE5CA"/>
                </a:solidFill>
                <a:latin typeface="Noto Sans KR"/>
                <a:ea typeface="Noto Sans KR"/>
                <a:cs typeface="Noto Sans KR"/>
              </a:defRPr>
            </a:lvl9pPr>
          </a:lstStyle>
          <a:p xmlns:a="http://schemas.openxmlformats.org/drawingml/2006/main">
            <a:pPr>
              <a:buNone/>
              <a:defRPr sz="900" b="1">
                <a:solidFill>
                  <a:srgbClr val="8DE5CA"/>
                </a:solidFill>
                <a:latin typeface="Noto Sans KR"/>
                <a:ea typeface="Noto Sans KR"/>
                <a:cs typeface="Noto Sans KR"/>
              </a:defRPr>
            </a:pPr>
            <a:r>
              <a:rPr sz="900" b="1">
                <a:solidFill>
                  <a:srgbClr val="8DE5CA"/>
                </a:solidFill>
                <a:latin typeface="Noto Sans KR"/>
                <a:ea typeface="Noto Sans KR"/>
                <a:cs typeface="Noto Sans KR"/>
              </a:rPr>
              <a:t>PAPER ARCHITECTURE / MINIRAG</a:t>
            </a:r>
          </a:p>
        </p:txBody>
      </p:sp>
      <p:sp>
        <p:nvSpPr>
          <p:cNvPr id="2" name="">
            <a:extLst xmlns:a="http://schemas.openxmlformats.org/drawingml/2006/main">
              <a:ext uri="{FF2B5EF4-FFF2-40B4-BE49-F238E27FC236}">
                <a16:creationId xmlns:a16="http://schemas.microsoft.com/office/drawing/2014/main" id="{0E54D800-5D3E-4407-8B8B-A1821C413C23}"/>
              </a:ext>
            </a:extLst>
          </p:cNvPr>
          <p:cNvSpPr>
            <a:spLocks xmlns:a="http://schemas.openxmlformats.org/drawingml/2006/main" noGrp="1"/>
          </p:cNvSpPr>
          <p:nvPr/>
        </p:nvSpPr>
        <p:spPr>
          <a:xfrm xmlns:a="http://schemas.openxmlformats.org/drawingml/2006/main">
            <a:off x="571500" y="762000"/>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850" b="1">
                <a:solidFill>
                  <a:srgbClr val="EAF5F3"/>
                </a:solidFill>
                <a:latin typeface="Noto Sans KR"/>
                <a:ea typeface="Noto Sans KR"/>
                <a:cs typeface="Noto Sans KR"/>
              </a:defRPr>
            </a:defPPr>
            <a:lvl1pPr>
              <a:buNone/>
              <a:defRPr sz="2850" b="1">
                <a:solidFill>
                  <a:srgbClr val="EAF5F3"/>
                </a:solidFill>
                <a:latin typeface="Noto Sans KR"/>
                <a:ea typeface="Noto Sans KR"/>
                <a:cs typeface="Noto Sans KR"/>
              </a:defRPr>
            </a:lvl1pPr>
            <a:lvl2pPr>
              <a:buNone/>
              <a:defRPr sz="2850" b="1">
                <a:solidFill>
                  <a:srgbClr val="EAF5F3"/>
                </a:solidFill>
                <a:latin typeface="Noto Sans KR"/>
                <a:ea typeface="Noto Sans KR"/>
                <a:cs typeface="Noto Sans KR"/>
              </a:defRPr>
            </a:lvl2pPr>
            <a:lvl3pPr>
              <a:buNone/>
              <a:defRPr sz="2850" b="1">
                <a:solidFill>
                  <a:srgbClr val="EAF5F3"/>
                </a:solidFill>
                <a:latin typeface="Noto Sans KR"/>
                <a:ea typeface="Noto Sans KR"/>
                <a:cs typeface="Noto Sans KR"/>
              </a:defRPr>
            </a:lvl3pPr>
            <a:lvl4pPr>
              <a:buNone/>
              <a:defRPr sz="2850" b="1">
                <a:solidFill>
                  <a:srgbClr val="EAF5F3"/>
                </a:solidFill>
                <a:latin typeface="Noto Sans KR"/>
                <a:ea typeface="Noto Sans KR"/>
                <a:cs typeface="Noto Sans KR"/>
              </a:defRPr>
            </a:lvl4pPr>
            <a:lvl5pPr>
              <a:buNone/>
              <a:defRPr sz="2850" b="1">
                <a:solidFill>
                  <a:srgbClr val="EAF5F3"/>
                </a:solidFill>
                <a:latin typeface="Noto Sans KR"/>
                <a:ea typeface="Noto Sans KR"/>
                <a:cs typeface="Noto Sans KR"/>
              </a:defRPr>
            </a:lvl5pPr>
            <a:lvl6pPr>
              <a:buNone/>
              <a:defRPr sz="2850" b="1">
                <a:solidFill>
                  <a:srgbClr val="EAF5F3"/>
                </a:solidFill>
                <a:latin typeface="Noto Sans KR"/>
                <a:ea typeface="Noto Sans KR"/>
                <a:cs typeface="Noto Sans KR"/>
              </a:defRPr>
            </a:lvl6pPr>
            <a:lvl7pPr>
              <a:buNone/>
              <a:defRPr sz="2850" b="1">
                <a:solidFill>
                  <a:srgbClr val="EAF5F3"/>
                </a:solidFill>
                <a:latin typeface="Noto Sans KR"/>
                <a:ea typeface="Noto Sans KR"/>
                <a:cs typeface="Noto Sans KR"/>
              </a:defRPr>
            </a:lvl7pPr>
            <a:lvl8pPr>
              <a:buNone/>
              <a:defRPr sz="2850" b="1">
                <a:solidFill>
                  <a:srgbClr val="EAF5F3"/>
                </a:solidFill>
                <a:latin typeface="Noto Sans KR"/>
                <a:ea typeface="Noto Sans KR"/>
                <a:cs typeface="Noto Sans KR"/>
              </a:defRPr>
            </a:lvl8pPr>
            <a:lvl9pPr>
              <a:buNone/>
              <a:defRPr sz="2850" b="1">
                <a:solidFill>
                  <a:srgbClr val="EAF5F3"/>
                </a:solidFill>
                <a:latin typeface="Noto Sans KR"/>
                <a:ea typeface="Noto Sans KR"/>
                <a:cs typeface="Noto Sans KR"/>
              </a:defRPr>
            </a:lvl9pPr>
          </a:lstStyle>
          <a:p xmlns:a="http://schemas.openxmlformats.org/drawingml/2006/main">
            <a:pPr>
              <a:buNone/>
              <a:defRPr sz="2850" b="1">
                <a:solidFill>
                  <a:srgbClr val="EAF5F3"/>
                </a:solidFill>
                <a:latin typeface="Noto Sans KR"/>
                <a:ea typeface="Noto Sans KR"/>
                <a:cs typeface="Noto Sans KR"/>
              </a:defRPr>
            </a:pPr>
            <a:r>
              <a:rPr sz="2850" b="1">
                <a:solidFill>
                  <a:srgbClr val="EAF5F3"/>
                </a:solidFill>
                <a:latin typeface="Noto Sans KR"/>
                <a:ea typeface="Noto Sans KR"/>
                <a:cs typeface="Noto Sans KR"/>
              </a:rPr>
              <a:t>MiniRAG의 전체 처리 순서</a:t>
            </a:r>
          </a:p>
        </p:txBody>
      </p:sp>
      <p:sp>
        <p:nvSpPr>
          <p:cNvPr id="3" name="">
            <a:extLst xmlns:a="http://schemas.openxmlformats.org/drawingml/2006/main">
              <a:ext uri="{FF2B5EF4-FFF2-40B4-BE49-F238E27FC236}">
                <a16:creationId xmlns:a16="http://schemas.microsoft.com/office/drawing/2014/main" id="{5560DC70-096A-4013-99E5-6106FD71AE5E}"/>
              </a:ext>
            </a:extLst>
          </p:cNvPr>
          <p:cNvSpPr>
            <a:spLocks xmlns:a="http://schemas.openxmlformats.org/drawingml/2006/main" noGrp="1"/>
          </p:cNvSpPr>
          <p:nvPr/>
        </p:nvSpPr>
        <p:spPr>
          <a:xfrm xmlns:a="http://schemas.openxmlformats.org/drawingml/2006/main">
            <a:off x="11144250" y="6429375"/>
            <a:ext cx="52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b="0">
                <a:solidFill>
                  <a:srgbClr val="8DE5CA"/>
                </a:solidFill>
                <a:latin typeface="Noto Sans KR"/>
                <a:ea typeface="Noto Sans KR"/>
                <a:cs typeface="Noto Sans KR"/>
              </a:defRPr>
            </a:defPPr>
            <a:lvl1pPr>
              <a:buNone/>
              <a:defRPr sz="1050" b="0">
                <a:solidFill>
                  <a:srgbClr val="8DE5CA"/>
                </a:solidFill>
                <a:latin typeface="Noto Sans KR"/>
                <a:ea typeface="Noto Sans KR"/>
                <a:cs typeface="Noto Sans KR"/>
              </a:defRPr>
            </a:lvl1pPr>
            <a:lvl2pPr>
              <a:buNone/>
              <a:defRPr sz="1050" b="0">
                <a:solidFill>
                  <a:srgbClr val="8DE5CA"/>
                </a:solidFill>
                <a:latin typeface="Noto Sans KR"/>
                <a:ea typeface="Noto Sans KR"/>
                <a:cs typeface="Noto Sans KR"/>
              </a:defRPr>
            </a:lvl2pPr>
            <a:lvl3pPr>
              <a:buNone/>
              <a:defRPr sz="1050" b="0">
                <a:solidFill>
                  <a:srgbClr val="8DE5CA"/>
                </a:solidFill>
                <a:latin typeface="Noto Sans KR"/>
                <a:ea typeface="Noto Sans KR"/>
                <a:cs typeface="Noto Sans KR"/>
              </a:defRPr>
            </a:lvl3pPr>
            <a:lvl4pPr>
              <a:buNone/>
              <a:defRPr sz="1050" b="0">
                <a:solidFill>
                  <a:srgbClr val="8DE5CA"/>
                </a:solidFill>
                <a:latin typeface="Noto Sans KR"/>
                <a:ea typeface="Noto Sans KR"/>
                <a:cs typeface="Noto Sans KR"/>
              </a:defRPr>
            </a:lvl4pPr>
            <a:lvl5pPr>
              <a:buNone/>
              <a:defRPr sz="1050" b="0">
                <a:solidFill>
                  <a:srgbClr val="8DE5CA"/>
                </a:solidFill>
                <a:latin typeface="Noto Sans KR"/>
                <a:ea typeface="Noto Sans KR"/>
                <a:cs typeface="Noto Sans KR"/>
              </a:defRPr>
            </a:lvl5pPr>
            <a:lvl6pPr>
              <a:buNone/>
              <a:defRPr sz="1050" b="0">
                <a:solidFill>
                  <a:srgbClr val="8DE5CA"/>
                </a:solidFill>
                <a:latin typeface="Noto Sans KR"/>
                <a:ea typeface="Noto Sans KR"/>
                <a:cs typeface="Noto Sans KR"/>
              </a:defRPr>
            </a:lvl6pPr>
            <a:lvl7pPr>
              <a:buNone/>
              <a:defRPr sz="1050" b="0">
                <a:solidFill>
                  <a:srgbClr val="8DE5CA"/>
                </a:solidFill>
                <a:latin typeface="Noto Sans KR"/>
                <a:ea typeface="Noto Sans KR"/>
                <a:cs typeface="Noto Sans KR"/>
              </a:defRPr>
            </a:lvl7pPr>
            <a:lvl8pPr>
              <a:buNone/>
              <a:defRPr sz="1050" b="0">
                <a:solidFill>
                  <a:srgbClr val="8DE5CA"/>
                </a:solidFill>
                <a:latin typeface="Noto Sans KR"/>
                <a:ea typeface="Noto Sans KR"/>
                <a:cs typeface="Noto Sans KR"/>
              </a:defRPr>
            </a:lvl8pPr>
            <a:lvl9pPr>
              <a:buNone/>
              <a:defRPr sz="1050" b="0">
                <a:solidFill>
                  <a:srgbClr val="8DE5CA"/>
                </a:solidFill>
                <a:latin typeface="Noto Sans KR"/>
                <a:ea typeface="Noto Sans KR"/>
                <a:cs typeface="Noto Sans KR"/>
              </a:defRPr>
            </a:lvl9pPr>
          </a:lstStyle>
          <a:p xmlns:a="http://schemas.openxmlformats.org/drawingml/2006/main">
            <a:pPr>
              <a:buNone/>
              <a:defRPr sz="1050" b="0">
                <a:solidFill>
                  <a:srgbClr val="8DE5CA"/>
                </a:solidFill>
                <a:latin typeface="Noto Sans KR"/>
                <a:ea typeface="Noto Sans KR"/>
                <a:cs typeface="Noto Sans KR"/>
              </a:defRPr>
            </a:pPr>
            <a:r>
              <a:rPr sz="1050" b="0">
                <a:solidFill>
                  <a:srgbClr val="8DE5CA"/>
                </a:solidFill>
                <a:latin typeface="Noto Sans KR"/>
                <a:ea typeface="Noto Sans KR"/>
                <a:cs typeface="Noto Sans KR"/>
              </a:rPr>
              <a:t>56</a:t>
            </a:r>
          </a:p>
        </p:txBody>
      </p:sp>
      <p:sp>
        <p:nvSpPr>
          <p:cNvPr id="4" name="">
            <a:extLst xmlns:a="http://schemas.openxmlformats.org/drawingml/2006/main">
              <a:ext uri="{FF2B5EF4-FFF2-40B4-BE49-F238E27FC236}">
                <a16:creationId xmlns:a16="http://schemas.microsoft.com/office/drawing/2014/main" id="{26DDE4C9-B567-4378-8626-4F521149D357}"/>
              </a:ext>
            </a:extLst>
          </p:cNvPr>
          <p:cNvSpPr>
            <a:spLocks xmlns:a="http://schemas.openxmlformats.org/drawingml/2006/main" noGrp="1"/>
          </p:cNvSpPr>
          <p:nvPr/>
        </p:nvSpPr>
        <p:spPr>
          <a:xfrm xmlns:a="http://schemas.openxmlformats.org/drawingml/2006/main">
            <a:off x="571500"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EBBF3"/>
                </a:solidFill>
                <a:latin typeface="Noto Sans KR"/>
                <a:ea typeface="Noto Sans KR"/>
                <a:cs typeface="Noto Sans KR"/>
              </a:defRPr>
            </a:defPPr>
            <a:lvl1pPr>
              <a:buNone/>
              <a:defRPr sz="1275" b="1">
                <a:solidFill>
                  <a:srgbClr val="8EBBF3"/>
                </a:solidFill>
                <a:latin typeface="Noto Sans KR"/>
                <a:ea typeface="Noto Sans KR"/>
                <a:cs typeface="Noto Sans KR"/>
              </a:defRPr>
            </a:lvl1pPr>
            <a:lvl2pPr>
              <a:buNone/>
              <a:defRPr sz="1275" b="1">
                <a:solidFill>
                  <a:srgbClr val="8EBBF3"/>
                </a:solidFill>
                <a:latin typeface="Noto Sans KR"/>
                <a:ea typeface="Noto Sans KR"/>
                <a:cs typeface="Noto Sans KR"/>
              </a:defRPr>
            </a:lvl2pPr>
            <a:lvl3pPr>
              <a:buNone/>
              <a:defRPr sz="1275" b="1">
                <a:solidFill>
                  <a:srgbClr val="8EBBF3"/>
                </a:solidFill>
                <a:latin typeface="Noto Sans KR"/>
                <a:ea typeface="Noto Sans KR"/>
                <a:cs typeface="Noto Sans KR"/>
              </a:defRPr>
            </a:lvl3pPr>
            <a:lvl4pPr>
              <a:buNone/>
              <a:defRPr sz="1275" b="1">
                <a:solidFill>
                  <a:srgbClr val="8EBBF3"/>
                </a:solidFill>
                <a:latin typeface="Noto Sans KR"/>
                <a:ea typeface="Noto Sans KR"/>
                <a:cs typeface="Noto Sans KR"/>
              </a:defRPr>
            </a:lvl4pPr>
            <a:lvl5pPr>
              <a:buNone/>
              <a:defRPr sz="1275" b="1">
                <a:solidFill>
                  <a:srgbClr val="8EBBF3"/>
                </a:solidFill>
                <a:latin typeface="Noto Sans KR"/>
                <a:ea typeface="Noto Sans KR"/>
                <a:cs typeface="Noto Sans KR"/>
              </a:defRPr>
            </a:lvl5pPr>
            <a:lvl6pPr>
              <a:buNone/>
              <a:defRPr sz="1275" b="1">
                <a:solidFill>
                  <a:srgbClr val="8EBBF3"/>
                </a:solidFill>
                <a:latin typeface="Noto Sans KR"/>
                <a:ea typeface="Noto Sans KR"/>
                <a:cs typeface="Noto Sans KR"/>
              </a:defRPr>
            </a:lvl6pPr>
            <a:lvl7pPr>
              <a:buNone/>
              <a:defRPr sz="1275" b="1">
                <a:solidFill>
                  <a:srgbClr val="8EBBF3"/>
                </a:solidFill>
                <a:latin typeface="Noto Sans KR"/>
                <a:ea typeface="Noto Sans KR"/>
                <a:cs typeface="Noto Sans KR"/>
              </a:defRPr>
            </a:lvl7pPr>
            <a:lvl8pPr>
              <a:buNone/>
              <a:defRPr sz="1275" b="1">
                <a:solidFill>
                  <a:srgbClr val="8EBBF3"/>
                </a:solidFill>
                <a:latin typeface="Noto Sans KR"/>
                <a:ea typeface="Noto Sans KR"/>
                <a:cs typeface="Noto Sans KR"/>
              </a:defRPr>
            </a:lvl8pPr>
            <a:lvl9pPr>
              <a:buNone/>
              <a:defRPr sz="1275" b="1">
                <a:solidFill>
                  <a:srgbClr val="8EBBF3"/>
                </a:solidFill>
                <a:latin typeface="Noto Sans KR"/>
                <a:ea typeface="Noto Sans KR"/>
                <a:cs typeface="Noto Sans KR"/>
              </a:defRPr>
            </a:lvl9pPr>
          </a:lstStyle>
          <a:p xmlns:a="http://schemas.openxmlformats.org/drawingml/2006/main">
            <a:pPr>
              <a:buNone/>
              <a:defRPr sz="1275" b="1">
                <a:solidFill>
                  <a:srgbClr val="8EBBF3"/>
                </a:solidFill>
                <a:latin typeface="Noto Sans KR"/>
                <a:ea typeface="Noto Sans KR"/>
                <a:cs typeface="Noto Sans KR"/>
              </a:defRPr>
            </a:pPr>
            <a:r>
              <a:rPr sz="1275" b="1">
                <a:solidFill>
                  <a:srgbClr val="8EBBF3"/>
                </a:solidFill>
                <a:latin typeface="Noto Sans KR"/>
                <a:ea typeface="Noto Sans KR"/>
                <a:cs typeface="Noto Sans KR"/>
              </a:rPr>
              <a:t>문서가 들어오면 미리 준비</a:t>
            </a:r>
          </a:p>
        </p:txBody>
      </p:sp>
      <p:sp>
        <p:nvSpPr>
          <p:cNvPr id="5" name="">
            <a:extLst xmlns:a="http://schemas.openxmlformats.org/drawingml/2006/main">
              <a:ext uri="{FF2B5EF4-FFF2-40B4-BE49-F238E27FC236}">
                <a16:creationId xmlns:a16="http://schemas.microsoft.com/office/drawing/2014/main" id="{7B7995DD-C3B3-4235-84A8-6387A816E6E5}"/>
              </a:ext>
            </a:extLst>
          </p:cNvPr>
          <p:cNvSpPr>
            <a:spLocks xmlns:a="http://schemas.openxmlformats.org/drawingml/2006/main" noGrp="1"/>
          </p:cNvSpPr>
          <p:nvPr/>
        </p:nvSpPr>
        <p:spPr>
          <a:xfrm xmlns:a="http://schemas.openxmlformats.org/drawingml/2006/main">
            <a:off x="571500"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문서에서 원문 조각 준비</a:t>
            </a:r>
          </a:p>
        </p:txBody>
      </p:sp>
      <p:sp>
        <p:nvSpPr>
          <p:cNvPr id="6" name="">
            <a:extLst xmlns:a="http://schemas.openxmlformats.org/drawingml/2006/main">
              <a:ext uri="{FF2B5EF4-FFF2-40B4-BE49-F238E27FC236}">
                <a16:creationId xmlns:a16="http://schemas.microsoft.com/office/drawing/2014/main" id="{EB126013-C648-4751-8CFD-E9D18E3DF626}"/>
              </a:ext>
            </a:extLst>
          </p:cNvPr>
          <p:cNvSpPr>
            <a:spLocks xmlns:a="http://schemas.openxmlformats.org/drawingml/2006/main" noGrp="1"/>
          </p:cNvSpPr>
          <p:nvPr/>
        </p:nvSpPr>
        <p:spPr>
          <a:xfrm xmlns:a="http://schemas.openxmlformats.org/drawingml/2006/main">
            <a:off x="571500"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가벼운 개체 추출</a:t>
            </a:r>
          </a:p>
        </p:txBody>
      </p:sp>
      <p:sp>
        <p:nvSpPr>
          <p:cNvPr id="8" name="">
            <a:extLst xmlns:a="http://schemas.openxmlformats.org/drawingml/2006/main">
              <a:ext uri="{FF2B5EF4-FFF2-40B4-BE49-F238E27FC236}">
                <a16:creationId xmlns:a16="http://schemas.microsoft.com/office/drawing/2014/main" id="{0B18B186-7A1B-4101-9602-5B07CD7E7954}"/>
              </a:ext>
            </a:extLst>
          </p:cNvPr>
          <p:cNvSpPr>
            <a:spLocks xmlns:a="http://schemas.openxmlformats.org/drawingml/2006/main" noGrp="1"/>
          </p:cNvSpPr>
          <p:nvPr/>
        </p:nvSpPr>
        <p:spPr>
          <a:xfrm xmlns:a="http://schemas.openxmlformats.org/drawingml/2006/main">
            <a:off x="571500"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개체와 원문을 함께 연결</a:t>
            </a:r>
          </a:p>
        </p:txBody>
      </p:sp>
      <p:sp>
        <p:nvSpPr>
          <p:cNvPr id="10" name="">
            <a:extLst xmlns:a="http://schemas.openxmlformats.org/drawingml/2006/main">
              <a:ext uri="{FF2B5EF4-FFF2-40B4-BE49-F238E27FC236}">
                <a16:creationId xmlns:a16="http://schemas.microsoft.com/office/drawing/2014/main" id="{83A8A865-E269-4645-85ED-F7703140485A}"/>
              </a:ext>
            </a:extLst>
          </p:cNvPr>
          <p:cNvSpPr>
            <a:spLocks xmlns:a="http://schemas.openxmlformats.org/drawingml/2006/main" noGrp="1"/>
          </p:cNvSpPr>
          <p:nvPr/>
        </p:nvSpPr>
        <p:spPr>
          <a:xfrm xmlns:a="http://schemas.openxmlformats.org/drawingml/2006/main">
            <a:off x="571500"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내용과 연결 구조 저장</a:t>
            </a:r>
          </a:p>
        </p:txBody>
      </p:sp>
      <p:sp>
        <p:nvSpPr>
          <p:cNvPr id="12" name="">
            <a:extLst xmlns:a="http://schemas.openxmlformats.org/drawingml/2006/main">
              <a:ext uri="{FF2B5EF4-FFF2-40B4-BE49-F238E27FC236}">
                <a16:creationId xmlns:a16="http://schemas.microsoft.com/office/drawing/2014/main" id="{5FBDD634-9D47-409B-8442-864C3947E025}"/>
              </a:ext>
            </a:extLst>
          </p:cNvPr>
          <p:cNvSpPr>
            <a:spLocks xmlns:a="http://schemas.openxmlformats.org/drawingml/2006/main" noGrp="1"/>
          </p:cNvSpPr>
          <p:nvPr/>
        </p:nvSpPr>
        <p:spPr>
          <a:xfrm xmlns:a="http://schemas.openxmlformats.org/drawingml/2006/main">
            <a:off x="571500"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작은 모델용 검색 구조 준비</a:t>
            </a:r>
          </a:p>
        </p:txBody>
      </p:sp>
      <p:sp>
        <p:nvSpPr>
          <p:cNvPr id="14" name="">
            <a:extLst xmlns:a="http://schemas.openxmlformats.org/drawingml/2006/main">
              <a:ext uri="{FF2B5EF4-FFF2-40B4-BE49-F238E27FC236}">
                <a16:creationId xmlns:a16="http://schemas.microsoft.com/office/drawing/2014/main" id="{DCBABF9A-1AC9-4DB5-94AC-7AA7C4078429}"/>
              </a:ext>
            </a:extLst>
          </p:cNvPr>
          <p:cNvSpPr>
            <a:spLocks xmlns:a="http://schemas.openxmlformats.org/drawingml/2006/main" noGrp="1"/>
          </p:cNvSpPr>
          <p:nvPr/>
        </p:nvSpPr>
        <p:spPr>
          <a:xfrm xmlns:a="http://schemas.openxmlformats.org/drawingml/2006/main">
            <a:off x="6524625"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DE5CA"/>
                </a:solidFill>
                <a:latin typeface="Noto Sans KR"/>
                <a:ea typeface="Noto Sans KR"/>
                <a:cs typeface="Noto Sans KR"/>
              </a:defRPr>
            </a:defPPr>
            <a:lvl1pPr>
              <a:buNone/>
              <a:defRPr sz="1275" b="1">
                <a:solidFill>
                  <a:srgbClr val="8DE5CA"/>
                </a:solidFill>
                <a:latin typeface="Noto Sans KR"/>
                <a:ea typeface="Noto Sans KR"/>
                <a:cs typeface="Noto Sans KR"/>
              </a:defRPr>
            </a:lvl1pPr>
            <a:lvl2pPr>
              <a:buNone/>
              <a:defRPr sz="1275" b="1">
                <a:solidFill>
                  <a:srgbClr val="8DE5CA"/>
                </a:solidFill>
                <a:latin typeface="Noto Sans KR"/>
                <a:ea typeface="Noto Sans KR"/>
                <a:cs typeface="Noto Sans KR"/>
              </a:defRPr>
            </a:lvl2pPr>
            <a:lvl3pPr>
              <a:buNone/>
              <a:defRPr sz="1275" b="1">
                <a:solidFill>
                  <a:srgbClr val="8DE5CA"/>
                </a:solidFill>
                <a:latin typeface="Noto Sans KR"/>
                <a:ea typeface="Noto Sans KR"/>
                <a:cs typeface="Noto Sans KR"/>
              </a:defRPr>
            </a:lvl3pPr>
            <a:lvl4pPr>
              <a:buNone/>
              <a:defRPr sz="1275" b="1">
                <a:solidFill>
                  <a:srgbClr val="8DE5CA"/>
                </a:solidFill>
                <a:latin typeface="Noto Sans KR"/>
                <a:ea typeface="Noto Sans KR"/>
                <a:cs typeface="Noto Sans KR"/>
              </a:defRPr>
            </a:lvl4pPr>
            <a:lvl5pPr>
              <a:buNone/>
              <a:defRPr sz="1275" b="1">
                <a:solidFill>
                  <a:srgbClr val="8DE5CA"/>
                </a:solidFill>
                <a:latin typeface="Noto Sans KR"/>
                <a:ea typeface="Noto Sans KR"/>
                <a:cs typeface="Noto Sans KR"/>
              </a:defRPr>
            </a:lvl5pPr>
            <a:lvl6pPr>
              <a:buNone/>
              <a:defRPr sz="1275" b="1">
                <a:solidFill>
                  <a:srgbClr val="8DE5CA"/>
                </a:solidFill>
                <a:latin typeface="Noto Sans KR"/>
                <a:ea typeface="Noto Sans KR"/>
                <a:cs typeface="Noto Sans KR"/>
              </a:defRPr>
            </a:lvl6pPr>
            <a:lvl7pPr>
              <a:buNone/>
              <a:defRPr sz="1275" b="1">
                <a:solidFill>
                  <a:srgbClr val="8DE5CA"/>
                </a:solidFill>
                <a:latin typeface="Noto Sans KR"/>
                <a:ea typeface="Noto Sans KR"/>
                <a:cs typeface="Noto Sans KR"/>
              </a:defRPr>
            </a:lvl7pPr>
            <a:lvl8pPr>
              <a:buNone/>
              <a:defRPr sz="1275" b="1">
                <a:solidFill>
                  <a:srgbClr val="8DE5CA"/>
                </a:solidFill>
                <a:latin typeface="Noto Sans KR"/>
                <a:ea typeface="Noto Sans KR"/>
                <a:cs typeface="Noto Sans KR"/>
              </a:defRPr>
            </a:lvl8pPr>
            <a:lvl9pPr>
              <a:buNone/>
              <a:defRPr sz="1275" b="1">
                <a:solidFill>
                  <a:srgbClr val="8DE5CA"/>
                </a:solidFill>
                <a:latin typeface="Noto Sans KR"/>
                <a:ea typeface="Noto Sans KR"/>
                <a:cs typeface="Noto Sans KR"/>
              </a:defRPr>
            </a:lvl9pPr>
          </a:lstStyle>
          <a:p xmlns:a="http://schemas.openxmlformats.org/drawingml/2006/main">
            <a:pPr>
              <a:buNone/>
              <a:defRPr sz="1275" b="1">
                <a:solidFill>
                  <a:srgbClr val="8DE5CA"/>
                </a:solidFill>
                <a:latin typeface="Noto Sans KR"/>
                <a:ea typeface="Noto Sans KR"/>
                <a:cs typeface="Noto Sans KR"/>
              </a:defRPr>
            </a:pPr>
            <a:r>
              <a:rPr sz="1275" b="1">
                <a:solidFill>
                  <a:srgbClr val="8DE5CA"/>
                </a:solidFill>
                <a:latin typeface="Noto Sans KR"/>
                <a:ea typeface="Noto Sans KR"/>
                <a:cs typeface="Noto Sans KR"/>
              </a:rPr>
              <a:t>질문이 오면 검색하고 답변</a:t>
            </a:r>
          </a:p>
        </p:txBody>
      </p:sp>
      <p:sp>
        <p:nvSpPr>
          <p:cNvPr id="15" name="">
            <a:extLst xmlns:a="http://schemas.openxmlformats.org/drawingml/2006/main">
              <a:ext uri="{FF2B5EF4-FFF2-40B4-BE49-F238E27FC236}">
                <a16:creationId xmlns:a16="http://schemas.microsoft.com/office/drawing/2014/main" id="{E822FADD-9A96-4458-B0FB-00CA686DB158}"/>
              </a:ext>
            </a:extLst>
          </p:cNvPr>
          <p:cNvSpPr>
            <a:spLocks xmlns:a="http://schemas.openxmlformats.org/drawingml/2006/main" noGrp="1"/>
          </p:cNvSpPr>
          <p:nvPr/>
        </p:nvSpPr>
        <p:spPr>
          <a:xfrm xmlns:a="http://schemas.openxmlformats.org/drawingml/2006/main">
            <a:off x="6524625"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질문 속 개체와 답 종류 파악</a:t>
            </a:r>
          </a:p>
        </p:txBody>
      </p:sp>
      <p:sp>
        <p:nvSpPr>
          <p:cNvPr id="16" name="">
            <a:extLst xmlns:a="http://schemas.openxmlformats.org/drawingml/2006/main">
              <a:ext uri="{FF2B5EF4-FFF2-40B4-BE49-F238E27FC236}">
                <a16:creationId xmlns:a16="http://schemas.microsoft.com/office/drawing/2014/main" id="{7993A553-79DD-4978-BBA2-769DF965DF19}"/>
              </a:ext>
            </a:extLst>
          </p:cNvPr>
          <p:cNvSpPr>
            <a:spLocks xmlns:a="http://schemas.openxmlformats.org/drawingml/2006/main" noGrp="1"/>
          </p:cNvSpPr>
          <p:nvPr/>
        </p:nvSpPr>
        <p:spPr>
          <a:xfrm xmlns:a="http://schemas.openxmlformats.org/drawingml/2006/main">
            <a:off x="6524625"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관련 개체·원문 후보 찾기</a:t>
            </a:r>
          </a:p>
        </p:txBody>
      </p:sp>
      <p:sp>
        <p:nvSpPr>
          <p:cNvPr id="18" name="">
            <a:extLst xmlns:a="http://schemas.openxmlformats.org/drawingml/2006/main">
              <a:ext uri="{FF2B5EF4-FFF2-40B4-BE49-F238E27FC236}">
                <a16:creationId xmlns:a16="http://schemas.microsoft.com/office/drawing/2014/main" id="{23BDFD2D-FE4A-4B32-A784-35314577C4E1}"/>
              </a:ext>
            </a:extLst>
          </p:cNvPr>
          <p:cNvSpPr>
            <a:spLocks xmlns:a="http://schemas.openxmlformats.org/drawingml/2006/main" noGrp="1"/>
          </p:cNvSpPr>
          <p:nvPr/>
        </p:nvSpPr>
        <p:spPr>
          <a:xfrm xmlns:a="http://schemas.openxmlformats.org/drawingml/2006/main">
            <a:off x="6524625"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연결 구조로 경로 탐색</a:t>
            </a:r>
          </a:p>
        </p:txBody>
      </p:sp>
      <p:sp>
        <p:nvSpPr>
          <p:cNvPr id="20" name="">
            <a:extLst xmlns:a="http://schemas.openxmlformats.org/drawingml/2006/main">
              <a:ext uri="{FF2B5EF4-FFF2-40B4-BE49-F238E27FC236}">
                <a16:creationId xmlns:a16="http://schemas.microsoft.com/office/drawing/2014/main" id="{7E5DFF7E-D1BF-48D5-A05D-243E7A6486E4}"/>
              </a:ext>
            </a:extLst>
          </p:cNvPr>
          <p:cNvSpPr>
            <a:spLocks xmlns:a="http://schemas.openxmlformats.org/drawingml/2006/main" noGrp="1"/>
          </p:cNvSpPr>
          <p:nvPr/>
        </p:nvSpPr>
        <p:spPr>
          <a:xfrm xmlns:a="http://schemas.openxmlformats.org/drawingml/2006/main">
            <a:off x="6524625"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짧은 경로와 원문 선택</a:t>
            </a:r>
          </a:p>
        </p:txBody>
      </p:sp>
      <p:sp>
        <p:nvSpPr>
          <p:cNvPr id="22" name="">
            <a:extLst xmlns:a="http://schemas.openxmlformats.org/drawingml/2006/main">
              <a:ext uri="{FF2B5EF4-FFF2-40B4-BE49-F238E27FC236}">
                <a16:creationId xmlns:a16="http://schemas.microsoft.com/office/drawing/2014/main" id="{DF500CD9-731A-43CB-B7AB-86EDA8867B9B}"/>
              </a:ext>
            </a:extLst>
          </p:cNvPr>
          <p:cNvSpPr>
            <a:spLocks xmlns:a="http://schemas.openxmlformats.org/drawingml/2006/main" noGrp="1"/>
          </p:cNvSpPr>
          <p:nvPr/>
        </p:nvSpPr>
        <p:spPr>
          <a:xfrm xmlns:a="http://schemas.openxmlformats.org/drawingml/2006/main">
            <a:off x="6524625"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선택한 근거로 답변 작성</a:t>
            </a:r>
          </a:p>
        </p:txBody>
      </p:sp>
      <p:sp>
        <p:nvSpPr>
          <p:cNvPr id="24" name="">
            <a:extLst xmlns:a="http://schemas.openxmlformats.org/drawingml/2006/main">
              <a:ext uri="{FF2B5EF4-FFF2-40B4-BE49-F238E27FC236}">
                <a16:creationId xmlns:a16="http://schemas.microsoft.com/office/drawing/2014/main" id="{093E9D26-787C-4DF6-BA58-46E566AF4FCD}"/>
              </a:ext>
            </a:extLst>
          </p:cNvPr>
          <p:cNvSpPr>
            <a:spLocks xmlns:a="http://schemas.openxmlformats.org/drawingml/2006/main" noGrp="1"/>
          </p:cNvSpPr>
          <p:nvPr/>
        </p:nvSpPr>
        <p:spPr>
          <a:xfrm xmlns:a="http://schemas.openxmlformats.org/drawingml/2006/main">
            <a:off x="571500" y="5734050"/>
            <a:ext cx="1095375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9BB4C0"/>
                </a:solidFill>
                <a:latin typeface="Noto Sans KR"/>
                <a:ea typeface="Noto Sans KR"/>
                <a:cs typeface="Noto Sans KR"/>
              </a:defRPr>
            </a:defPPr>
            <a:lvl1pPr>
              <a:buNone/>
              <a:defRPr sz="1200" b="0">
                <a:solidFill>
                  <a:srgbClr val="9BB4C0"/>
                </a:solidFill>
                <a:latin typeface="Noto Sans KR"/>
                <a:ea typeface="Noto Sans KR"/>
                <a:cs typeface="Noto Sans KR"/>
              </a:defRPr>
            </a:lvl1pPr>
            <a:lvl2pPr>
              <a:buNone/>
              <a:defRPr sz="1200" b="0">
                <a:solidFill>
                  <a:srgbClr val="9BB4C0"/>
                </a:solidFill>
                <a:latin typeface="Noto Sans KR"/>
                <a:ea typeface="Noto Sans KR"/>
                <a:cs typeface="Noto Sans KR"/>
              </a:defRPr>
            </a:lvl2pPr>
            <a:lvl3pPr>
              <a:buNone/>
              <a:defRPr sz="1200" b="0">
                <a:solidFill>
                  <a:srgbClr val="9BB4C0"/>
                </a:solidFill>
                <a:latin typeface="Noto Sans KR"/>
                <a:ea typeface="Noto Sans KR"/>
                <a:cs typeface="Noto Sans KR"/>
              </a:defRPr>
            </a:lvl3pPr>
            <a:lvl4pPr>
              <a:buNone/>
              <a:defRPr sz="1200" b="0">
                <a:solidFill>
                  <a:srgbClr val="9BB4C0"/>
                </a:solidFill>
                <a:latin typeface="Noto Sans KR"/>
                <a:ea typeface="Noto Sans KR"/>
                <a:cs typeface="Noto Sans KR"/>
              </a:defRPr>
            </a:lvl4pPr>
            <a:lvl5pPr>
              <a:buNone/>
              <a:defRPr sz="1200" b="0">
                <a:solidFill>
                  <a:srgbClr val="9BB4C0"/>
                </a:solidFill>
                <a:latin typeface="Noto Sans KR"/>
                <a:ea typeface="Noto Sans KR"/>
                <a:cs typeface="Noto Sans KR"/>
              </a:defRPr>
            </a:lvl5pPr>
            <a:lvl6pPr>
              <a:buNone/>
              <a:defRPr sz="1200" b="0">
                <a:solidFill>
                  <a:srgbClr val="9BB4C0"/>
                </a:solidFill>
                <a:latin typeface="Noto Sans KR"/>
                <a:ea typeface="Noto Sans KR"/>
                <a:cs typeface="Noto Sans KR"/>
              </a:defRPr>
            </a:lvl6pPr>
            <a:lvl7pPr>
              <a:buNone/>
              <a:defRPr sz="1200" b="0">
                <a:solidFill>
                  <a:srgbClr val="9BB4C0"/>
                </a:solidFill>
                <a:latin typeface="Noto Sans KR"/>
                <a:ea typeface="Noto Sans KR"/>
                <a:cs typeface="Noto Sans KR"/>
              </a:defRPr>
            </a:lvl7pPr>
            <a:lvl8pPr>
              <a:buNone/>
              <a:defRPr sz="1200" b="0">
                <a:solidFill>
                  <a:srgbClr val="9BB4C0"/>
                </a:solidFill>
                <a:latin typeface="Noto Sans KR"/>
                <a:ea typeface="Noto Sans KR"/>
                <a:cs typeface="Noto Sans KR"/>
              </a:defRPr>
            </a:lvl8pPr>
            <a:lvl9pPr>
              <a:buNone/>
              <a:defRPr sz="1200" b="0">
                <a:solidFill>
                  <a:srgbClr val="9BB4C0"/>
                </a:solidFill>
                <a:latin typeface="Noto Sans KR"/>
                <a:ea typeface="Noto Sans KR"/>
                <a:cs typeface="Noto Sans KR"/>
              </a:defRPr>
            </a:lvl9pPr>
          </a:lstStyle>
          <a:p xmlns:a="http://schemas.openxmlformats.org/drawingml/2006/main">
            <a:pPr>
              <a:buNone/>
              <a:defRPr sz="1200" b="0">
                <a:solidFill>
                  <a:srgbClr val="9BB4C0"/>
                </a:solidFill>
                <a:latin typeface="Noto Sans KR"/>
                <a:ea typeface="Noto Sans KR"/>
                <a:cs typeface="Noto Sans KR"/>
              </a:defRPr>
            </a:pPr>
            <a:r>
              <a:rPr sz="1200" b="0">
                <a:solidFill>
                  <a:srgbClr val="9BB4C0"/>
                </a:solidFill>
                <a:latin typeface="Noto Sans KR"/>
                <a:ea typeface="Noto Sans KR"/>
                <a:cs typeface="Noto Sans KR"/>
              </a:rPr>
              <a:t>웹 실습은 핵심 흐름을 보여 주는 축소 예제입니다. 원 논문과의 차이는 발표자 노트를 참고해 주세요.</a:t>
            </a:r>
          </a:p>
        </p:txBody>
      </p:sp>
    </p:spTree>
    <p:extLst>
      <p:ext uri="{BB962C8B-B14F-4D97-AF65-F5344CB8AC3E}">
        <p14:creationId xmlns:p14="http://schemas.microsoft.com/office/powerpoint/2010/main" val="500867872"/>
      </p:ext>
    </p:extLst>
  </p:cSld>
</p:sld>
</file>

<file path=ppt/slides/slide57.xml><?xml version="1.0" encoding="utf-8"?>
<p:sld xmlns:p="http://schemas.openxmlformats.org/presentationml/2006/main">
  <p:cSld>
    <p:bg>
      <p:bgPr>
        <a:solidFill xmlns:a="http://schemas.openxmlformats.org/drawingml/2006/main">
          <a:srgbClr val="071824"/>
        </a:solidFill>
      </p:bgPr>
    </p:bg>
    <p:spTree>
      <p:nvGrpSpPr>
        <p:cNvPr id="1" name=""/>
        <p:cNvGrpSpPr/>
        <p:nvPr/>
      </p:nvGrpSpPr>
      <p:grpSpPr>
        <a:xfrm xmlns:a="http://schemas.openxmlformats.org/drawingml/2006/main"/>
      </p:grpSpPr>
      <p:cxnSp>
        <p:nvCxnSpPr>
          <p:cNvPr id="23" name="">
            <a:extLst xmlns:a="http://schemas.openxmlformats.org/drawingml/2006/main">
              <a:ext uri="{FF2B5EF4-FFF2-40B4-BE49-F238E27FC236}">
                <a16:creationId xmlns:a16="http://schemas.microsoft.com/office/drawing/2014/main" id="{0DCD0AD8-2D28-4B7C-83BC-CC69CD52B88A}"/>
              </a:ext>
            </a:extLst>
          </p:cNvPr>
          <p:cNvCxnSpPr>
            <a:stCxn xmlns:a="http://schemas.openxmlformats.org/drawingml/2006/main" id="20" idx="2"/>
            <a:endCxn xmlns:a="http://schemas.openxmlformats.org/drawingml/2006/main" id="22" idx="0"/>
          </p:cNvCxnSpPr>
          <p:nvPr/>
        </p:nvCxnSpPr>
        <p:spPr>
          <a:xfrm xmlns:a="http://schemas.openxmlformats.org/drawingml/2006/main">
            <a:off x="9072563" y="463867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21" name="">
            <a:extLst xmlns:a="http://schemas.openxmlformats.org/drawingml/2006/main">
              <a:ext uri="{FF2B5EF4-FFF2-40B4-BE49-F238E27FC236}">
                <a16:creationId xmlns:a16="http://schemas.microsoft.com/office/drawing/2014/main" id="{7AC6955E-40F3-4B5E-9897-7052C891B424}"/>
              </a:ext>
            </a:extLst>
          </p:cNvPr>
          <p:cNvCxnSpPr>
            <a:stCxn xmlns:a="http://schemas.openxmlformats.org/drawingml/2006/main" id="18" idx="2"/>
            <a:endCxn xmlns:a="http://schemas.openxmlformats.org/drawingml/2006/main" id="20" idx="0"/>
          </p:cNvCxnSpPr>
          <p:nvPr/>
        </p:nvCxnSpPr>
        <p:spPr>
          <a:xfrm xmlns:a="http://schemas.openxmlformats.org/drawingml/2006/main">
            <a:off x="9072563" y="398145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9" name="">
            <a:extLst xmlns:a="http://schemas.openxmlformats.org/drawingml/2006/main">
              <a:ext uri="{FF2B5EF4-FFF2-40B4-BE49-F238E27FC236}">
                <a16:creationId xmlns:a16="http://schemas.microsoft.com/office/drawing/2014/main" id="{88E93281-14BF-4974-B2A9-C35E6880A889}"/>
              </a:ext>
            </a:extLst>
          </p:cNvPr>
          <p:cNvCxnSpPr>
            <a:stCxn xmlns:a="http://schemas.openxmlformats.org/drawingml/2006/main" id="16" idx="2"/>
            <a:endCxn xmlns:a="http://schemas.openxmlformats.org/drawingml/2006/main" id="18" idx="0"/>
          </p:cNvCxnSpPr>
          <p:nvPr/>
        </p:nvCxnSpPr>
        <p:spPr>
          <a:xfrm xmlns:a="http://schemas.openxmlformats.org/drawingml/2006/main">
            <a:off x="9072563" y="332422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7" name="">
            <a:extLst xmlns:a="http://schemas.openxmlformats.org/drawingml/2006/main">
              <a:ext uri="{FF2B5EF4-FFF2-40B4-BE49-F238E27FC236}">
                <a16:creationId xmlns:a16="http://schemas.microsoft.com/office/drawing/2014/main" id="{1D5FE0F5-8E39-48E2-919E-A196165D6B94}"/>
              </a:ext>
            </a:extLst>
          </p:cNvPr>
          <p:cNvCxnSpPr>
            <a:stCxn xmlns:a="http://schemas.openxmlformats.org/drawingml/2006/main" id="15" idx="2"/>
            <a:endCxn xmlns:a="http://schemas.openxmlformats.org/drawingml/2006/main" id="16" idx="0"/>
          </p:cNvCxnSpPr>
          <p:nvPr/>
        </p:nvCxnSpPr>
        <p:spPr>
          <a:xfrm xmlns:a="http://schemas.openxmlformats.org/drawingml/2006/main">
            <a:off x="9072563" y="266700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3" name="">
            <a:extLst xmlns:a="http://schemas.openxmlformats.org/drawingml/2006/main">
              <a:ext uri="{FF2B5EF4-FFF2-40B4-BE49-F238E27FC236}">
                <a16:creationId xmlns:a16="http://schemas.microsoft.com/office/drawing/2014/main" id="{FB19AE33-2D29-4617-8D8E-3595F884D88C}"/>
              </a:ext>
            </a:extLst>
          </p:cNvPr>
          <p:cNvCxnSpPr>
            <a:stCxn xmlns:a="http://schemas.openxmlformats.org/drawingml/2006/main" id="10" idx="2"/>
            <a:endCxn xmlns:a="http://schemas.openxmlformats.org/drawingml/2006/main" id="12" idx="0"/>
          </p:cNvCxnSpPr>
          <p:nvPr/>
        </p:nvCxnSpPr>
        <p:spPr>
          <a:xfrm xmlns:a="http://schemas.openxmlformats.org/drawingml/2006/main">
            <a:off x="3119438" y="463867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11" name="">
            <a:extLst xmlns:a="http://schemas.openxmlformats.org/drawingml/2006/main">
              <a:ext uri="{FF2B5EF4-FFF2-40B4-BE49-F238E27FC236}">
                <a16:creationId xmlns:a16="http://schemas.microsoft.com/office/drawing/2014/main" id="{BDBDB1AF-5AA4-4F37-81EF-9D7B45B2E6CD}"/>
              </a:ext>
            </a:extLst>
          </p:cNvPr>
          <p:cNvCxnSpPr>
            <a:stCxn xmlns:a="http://schemas.openxmlformats.org/drawingml/2006/main" id="8" idx="2"/>
            <a:endCxn xmlns:a="http://schemas.openxmlformats.org/drawingml/2006/main" id="10" idx="0"/>
          </p:cNvCxnSpPr>
          <p:nvPr/>
        </p:nvCxnSpPr>
        <p:spPr>
          <a:xfrm xmlns:a="http://schemas.openxmlformats.org/drawingml/2006/main">
            <a:off x="3119438" y="398145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9" name="">
            <a:extLst xmlns:a="http://schemas.openxmlformats.org/drawingml/2006/main">
              <a:ext uri="{FF2B5EF4-FFF2-40B4-BE49-F238E27FC236}">
                <a16:creationId xmlns:a16="http://schemas.microsoft.com/office/drawing/2014/main" id="{692BE6F1-3B34-4AA0-BF85-8CC65557152E}"/>
              </a:ext>
            </a:extLst>
          </p:cNvPr>
          <p:cNvCxnSpPr>
            <a:stCxn xmlns:a="http://schemas.openxmlformats.org/drawingml/2006/main" id="6" idx="2"/>
            <a:endCxn xmlns:a="http://schemas.openxmlformats.org/drawingml/2006/main" id="8" idx="0"/>
          </p:cNvCxnSpPr>
          <p:nvPr/>
        </p:nvCxnSpPr>
        <p:spPr>
          <a:xfrm xmlns:a="http://schemas.openxmlformats.org/drawingml/2006/main">
            <a:off x="3119438" y="332422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7" name="">
            <a:extLst xmlns:a="http://schemas.openxmlformats.org/drawingml/2006/main">
              <a:ext uri="{FF2B5EF4-FFF2-40B4-BE49-F238E27FC236}">
                <a16:creationId xmlns:a16="http://schemas.microsoft.com/office/drawing/2014/main" id="{C85FCC52-3A8B-4BAA-B687-439E6392F7CA}"/>
              </a:ext>
            </a:extLst>
          </p:cNvPr>
          <p:cNvCxnSpPr>
            <a:stCxn xmlns:a="http://schemas.openxmlformats.org/drawingml/2006/main" id="5" idx="2"/>
            <a:endCxn xmlns:a="http://schemas.openxmlformats.org/drawingml/2006/main" id="6" idx="0"/>
          </p:cNvCxnSpPr>
          <p:nvPr/>
        </p:nvCxnSpPr>
        <p:spPr>
          <a:xfrm xmlns:a="http://schemas.openxmlformats.org/drawingml/2006/main">
            <a:off x="3119438" y="266700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sp>
        <p:nvSpPr>
          <p:cNvPr id="25" name="">
            <a:extLst xmlns:a="http://schemas.openxmlformats.org/drawingml/2006/main">
              <a:ext uri="{FF2B5EF4-FFF2-40B4-BE49-F238E27FC236}">
                <a16:creationId xmlns:a16="http://schemas.microsoft.com/office/drawing/2014/main" id="{771FD4F3-60A7-4DD9-92CA-A6D2EB5C4645}"/>
              </a:ext>
            </a:extLst>
          </p:cNvPr>
          <p:cNvSpPr>
            <a:spLocks xmlns:a="http://schemas.openxmlformats.org/drawingml/2006/main" noGrp="1"/>
          </p:cNvSpPr>
          <p:nvPr/>
        </p:nvSpPr>
        <p:spPr>
          <a:xfrm xmlns:a="http://schemas.openxmlformats.org/drawingml/2006/main">
            <a:off x="571500" y="285750"/>
            <a:ext cx="10858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00" b="1">
                <a:solidFill>
                  <a:srgbClr val="8DE5CA"/>
                </a:solidFill>
                <a:latin typeface="Noto Sans KR"/>
                <a:ea typeface="Noto Sans KR"/>
                <a:cs typeface="Noto Sans KR"/>
              </a:defRPr>
            </a:defPPr>
            <a:lvl1pPr>
              <a:buNone/>
              <a:defRPr sz="900" b="1">
                <a:solidFill>
                  <a:srgbClr val="8DE5CA"/>
                </a:solidFill>
                <a:latin typeface="Noto Sans KR"/>
                <a:ea typeface="Noto Sans KR"/>
                <a:cs typeface="Noto Sans KR"/>
              </a:defRPr>
            </a:lvl1pPr>
            <a:lvl2pPr>
              <a:buNone/>
              <a:defRPr sz="900" b="1">
                <a:solidFill>
                  <a:srgbClr val="8DE5CA"/>
                </a:solidFill>
                <a:latin typeface="Noto Sans KR"/>
                <a:ea typeface="Noto Sans KR"/>
                <a:cs typeface="Noto Sans KR"/>
              </a:defRPr>
            </a:lvl2pPr>
            <a:lvl3pPr>
              <a:buNone/>
              <a:defRPr sz="900" b="1">
                <a:solidFill>
                  <a:srgbClr val="8DE5CA"/>
                </a:solidFill>
                <a:latin typeface="Noto Sans KR"/>
                <a:ea typeface="Noto Sans KR"/>
                <a:cs typeface="Noto Sans KR"/>
              </a:defRPr>
            </a:lvl3pPr>
            <a:lvl4pPr>
              <a:buNone/>
              <a:defRPr sz="900" b="1">
                <a:solidFill>
                  <a:srgbClr val="8DE5CA"/>
                </a:solidFill>
                <a:latin typeface="Noto Sans KR"/>
                <a:ea typeface="Noto Sans KR"/>
                <a:cs typeface="Noto Sans KR"/>
              </a:defRPr>
            </a:lvl4pPr>
            <a:lvl5pPr>
              <a:buNone/>
              <a:defRPr sz="900" b="1">
                <a:solidFill>
                  <a:srgbClr val="8DE5CA"/>
                </a:solidFill>
                <a:latin typeface="Noto Sans KR"/>
                <a:ea typeface="Noto Sans KR"/>
                <a:cs typeface="Noto Sans KR"/>
              </a:defRPr>
            </a:lvl5pPr>
            <a:lvl6pPr>
              <a:buNone/>
              <a:defRPr sz="900" b="1">
                <a:solidFill>
                  <a:srgbClr val="8DE5CA"/>
                </a:solidFill>
                <a:latin typeface="Noto Sans KR"/>
                <a:ea typeface="Noto Sans KR"/>
                <a:cs typeface="Noto Sans KR"/>
              </a:defRPr>
            </a:lvl6pPr>
            <a:lvl7pPr>
              <a:buNone/>
              <a:defRPr sz="900" b="1">
                <a:solidFill>
                  <a:srgbClr val="8DE5CA"/>
                </a:solidFill>
                <a:latin typeface="Noto Sans KR"/>
                <a:ea typeface="Noto Sans KR"/>
                <a:cs typeface="Noto Sans KR"/>
              </a:defRPr>
            </a:lvl7pPr>
            <a:lvl8pPr>
              <a:buNone/>
              <a:defRPr sz="900" b="1">
                <a:solidFill>
                  <a:srgbClr val="8DE5CA"/>
                </a:solidFill>
                <a:latin typeface="Noto Sans KR"/>
                <a:ea typeface="Noto Sans KR"/>
                <a:cs typeface="Noto Sans KR"/>
              </a:defRPr>
            </a:lvl8pPr>
            <a:lvl9pPr>
              <a:buNone/>
              <a:defRPr sz="900" b="1">
                <a:solidFill>
                  <a:srgbClr val="8DE5CA"/>
                </a:solidFill>
                <a:latin typeface="Noto Sans KR"/>
                <a:ea typeface="Noto Sans KR"/>
                <a:cs typeface="Noto Sans KR"/>
              </a:defRPr>
            </a:lvl9pPr>
          </a:lstStyle>
          <a:p xmlns:a="http://schemas.openxmlformats.org/drawingml/2006/main">
            <a:pPr>
              <a:buNone/>
              <a:defRPr sz="900" b="1">
                <a:solidFill>
                  <a:srgbClr val="8DE5CA"/>
                </a:solidFill>
                <a:latin typeface="Noto Sans KR"/>
                <a:ea typeface="Noto Sans KR"/>
                <a:cs typeface="Noto Sans KR"/>
              </a:defRPr>
            </a:pPr>
            <a:r>
              <a:rPr sz="900" b="1">
                <a:solidFill>
                  <a:srgbClr val="8DE5CA"/>
                </a:solidFill>
                <a:latin typeface="Noto Sans KR"/>
                <a:ea typeface="Noto Sans KR"/>
                <a:cs typeface="Noto Sans KR"/>
              </a:rPr>
              <a:t>PAPER ARCHITECTURE / GFMRAG</a:t>
            </a:r>
          </a:p>
        </p:txBody>
      </p:sp>
      <p:sp>
        <p:nvSpPr>
          <p:cNvPr id="2" name="">
            <a:extLst xmlns:a="http://schemas.openxmlformats.org/drawingml/2006/main">
              <a:ext uri="{FF2B5EF4-FFF2-40B4-BE49-F238E27FC236}">
                <a16:creationId xmlns:a16="http://schemas.microsoft.com/office/drawing/2014/main" id="{6AD8EDA3-BA8B-4F8E-A026-91FCB9AB265A}"/>
              </a:ext>
            </a:extLst>
          </p:cNvPr>
          <p:cNvSpPr>
            <a:spLocks xmlns:a="http://schemas.openxmlformats.org/drawingml/2006/main" noGrp="1"/>
          </p:cNvSpPr>
          <p:nvPr/>
        </p:nvSpPr>
        <p:spPr>
          <a:xfrm xmlns:a="http://schemas.openxmlformats.org/drawingml/2006/main">
            <a:off x="571500" y="762000"/>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850" b="1">
                <a:solidFill>
                  <a:srgbClr val="EAF5F3"/>
                </a:solidFill>
                <a:latin typeface="Noto Sans KR"/>
                <a:ea typeface="Noto Sans KR"/>
                <a:cs typeface="Noto Sans KR"/>
              </a:defRPr>
            </a:defPPr>
            <a:lvl1pPr>
              <a:buNone/>
              <a:defRPr sz="2850" b="1">
                <a:solidFill>
                  <a:srgbClr val="EAF5F3"/>
                </a:solidFill>
                <a:latin typeface="Noto Sans KR"/>
                <a:ea typeface="Noto Sans KR"/>
                <a:cs typeface="Noto Sans KR"/>
              </a:defRPr>
            </a:lvl1pPr>
            <a:lvl2pPr>
              <a:buNone/>
              <a:defRPr sz="2850" b="1">
                <a:solidFill>
                  <a:srgbClr val="EAF5F3"/>
                </a:solidFill>
                <a:latin typeface="Noto Sans KR"/>
                <a:ea typeface="Noto Sans KR"/>
                <a:cs typeface="Noto Sans KR"/>
              </a:defRPr>
            </a:lvl2pPr>
            <a:lvl3pPr>
              <a:buNone/>
              <a:defRPr sz="2850" b="1">
                <a:solidFill>
                  <a:srgbClr val="EAF5F3"/>
                </a:solidFill>
                <a:latin typeface="Noto Sans KR"/>
                <a:ea typeface="Noto Sans KR"/>
                <a:cs typeface="Noto Sans KR"/>
              </a:defRPr>
            </a:lvl3pPr>
            <a:lvl4pPr>
              <a:buNone/>
              <a:defRPr sz="2850" b="1">
                <a:solidFill>
                  <a:srgbClr val="EAF5F3"/>
                </a:solidFill>
                <a:latin typeface="Noto Sans KR"/>
                <a:ea typeface="Noto Sans KR"/>
                <a:cs typeface="Noto Sans KR"/>
              </a:defRPr>
            </a:lvl4pPr>
            <a:lvl5pPr>
              <a:buNone/>
              <a:defRPr sz="2850" b="1">
                <a:solidFill>
                  <a:srgbClr val="EAF5F3"/>
                </a:solidFill>
                <a:latin typeface="Noto Sans KR"/>
                <a:ea typeface="Noto Sans KR"/>
                <a:cs typeface="Noto Sans KR"/>
              </a:defRPr>
            </a:lvl5pPr>
            <a:lvl6pPr>
              <a:buNone/>
              <a:defRPr sz="2850" b="1">
                <a:solidFill>
                  <a:srgbClr val="EAF5F3"/>
                </a:solidFill>
                <a:latin typeface="Noto Sans KR"/>
                <a:ea typeface="Noto Sans KR"/>
                <a:cs typeface="Noto Sans KR"/>
              </a:defRPr>
            </a:lvl6pPr>
            <a:lvl7pPr>
              <a:buNone/>
              <a:defRPr sz="2850" b="1">
                <a:solidFill>
                  <a:srgbClr val="EAF5F3"/>
                </a:solidFill>
                <a:latin typeface="Noto Sans KR"/>
                <a:ea typeface="Noto Sans KR"/>
                <a:cs typeface="Noto Sans KR"/>
              </a:defRPr>
            </a:lvl7pPr>
            <a:lvl8pPr>
              <a:buNone/>
              <a:defRPr sz="2850" b="1">
                <a:solidFill>
                  <a:srgbClr val="EAF5F3"/>
                </a:solidFill>
                <a:latin typeface="Noto Sans KR"/>
                <a:ea typeface="Noto Sans KR"/>
                <a:cs typeface="Noto Sans KR"/>
              </a:defRPr>
            </a:lvl8pPr>
            <a:lvl9pPr>
              <a:buNone/>
              <a:defRPr sz="2850" b="1">
                <a:solidFill>
                  <a:srgbClr val="EAF5F3"/>
                </a:solidFill>
                <a:latin typeface="Noto Sans KR"/>
                <a:ea typeface="Noto Sans KR"/>
                <a:cs typeface="Noto Sans KR"/>
              </a:defRPr>
            </a:lvl9pPr>
          </a:lstStyle>
          <a:p xmlns:a="http://schemas.openxmlformats.org/drawingml/2006/main">
            <a:pPr>
              <a:buNone/>
              <a:defRPr sz="2850" b="1">
                <a:solidFill>
                  <a:srgbClr val="EAF5F3"/>
                </a:solidFill>
                <a:latin typeface="Noto Sans KR"/>
                <a:ea typeface="Noto Sans KR"/>
                <a:cs typeface="Noto Sans KR"/>
              </a:defRPr>
            </a:pPr>
            <a:r>
              <a:rPr sz="2850" b="1">
                <a:solidFill>
                  <a:srgbClr val="EAF5F3"/>
                </a:solidFill>
                <a:latin typeface="Noto Sans KR"/>
                <a:ea typeface="Noto Sans KR"/>
                <a:cs typeface="Noto Sans KR"/>
              </a:rPr>
              <a:t>GFM-RAG의 전체 처리 순서</a:t>
            </a:r>
          </a:p>
        </p:txBody>
      </p:sp>
      <p:sp>
        <p:nvSpPr>
          <p:cNvPr id="3" name="">
            <a:extLst xmlns:a="http://schemas.openxmlformats.org/drawingml/2006/main">
              <a:ext uri="{FF2B5EF4-FFF2-40B4-BE49-F238E27FC236}">
                <a16:creationId xmlns:a16="http://schemas.microsoft.com/office/drawing/2014/main" id="{D62D0378-0412-4926-8A14-BCAA0E375ED8}"/>
              </a:ext>
            </a:extLst>
          </p:cNvPr>
          <p:cNvSpPr>
            <a:spLocks xmlns:a="http://schemas.openxmlformats.org/drawingml/2006/main" noGrp="1"/>
          </p:cNvSpPr>
          <p:nvPr/>
        </p:nvSpPr>
        <p:spPr>
          <a:xfrm xmlns:a="http://schemas.openxmlformats.org/drawingml/2006/main">
            <a:off x="11144250" y="6429375"/>
            <a:ext cx="52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b="0">
                <a:solidFill>
                  <a:srgbClr val="8DE5CA"/>
                </a:solidFill>
                <a:latin typeface="Noto Sans KR"/>
                <a:ea typeface="Noto Sans KR"/>
                <a:cs typeface="Noto Sans KR"/>
              </a:defRPr>
            </a:defPPr>
            <a:lvl1pPr>
              <a:buNone/>
              <a:defRPr sz="1050" b="0">
                <a:solidFill>
                  <a:srgbClr val="8DE5CA"/>
                </a:solidFill>
                <a:latin typeface="Noto Sans KR"/>
                <a:ea typeface="Noto Sans KR"/>
                <a:cs typeface="Noto Sans KR"/>
              </a:defRPr>
            </a:lvl1pPr>
            <a:lvl2pPr>
              <a:buNone/>
              <a:defRPr sz="1050" b="0">
                <a:solidFill>
                  <a:srgbClr val="8DE5CA"/>
                </a:solidFill>
                <a:latin typeface="Noto Sans KR"/>
                <a:ea typeface="Noto Sans KR"/>
                <a:cs typeface="Noto Sans KR"/>
              </a:defRPr>
            </a:lvl2pPr>
            <a:lvl3pPr>
              <a:buNone/>
              <a:defRPr sz="1050" b="0">
                <a:solidFill>
                  <a:srgbClr val="8DE5CA"/>
                </a:solidFill>
                <a:latin typeface="Noto Sans KR"/>
                <a:ea typeface="Noto Sans KR"/>
                <a:cs typeface="Noto Sans KR"/>
              </a:defRPr>
            </a:lvl3pPr>
            <a:lvl4pPr>
              <a:buNone/>
              <a:defRPr sz="1050" b="0">
                <a:solidFill>
                  <a:srgbClr val="8DE5CA"/>
                </a:solidFill>
                <a:latin typeface="Noto Sans KR"/>
                <a:ea typeface="Noto Sans KR"/>
                <a:cs typeface="Noto Sans KR"/>
              </a:defRPr>
            </a:lvl4pPr>
            <a:lvl5pPr>
              <a:buNone/>
              <a:defRPr sz="1050" b="0">
                <a:solidFill>
                  <a:srgbClr val="8DE5CA"/>
                </a:solidFill>
                <a:latin typeface="Noto Sans KR"/>
                <a:ea typeface="Noto Sans KR"/>
                <a:cs typeface="Noto Sans KR"/>
              </a:defRPr>
            </a:lvl5pPr>
            <a:lvl6pPr>
              <a:buNone/>
              <a:defRPr sz="1050" b="0">
                <a:solidFill>
                  <a:srgbClr val="8DE5CA"/>
                </a:solidFill>
                <a:latin typeface="Noto Sans KR"/>
                <a:ea typeface="Noto Sans KR"/>
                <a:cs typeface="Noto Sans KR"/>
              </a:defRPr>
            </a:lvl6pPr>
            <a:lvl7pPr>
              <a:buNone/>
              <a:defRPr sz="1050" b="0">
                <a:solidFill>
                  <a:srgbClr val="8DE5CA"/>
                </a:solidFill>
                <a:latin typeface="Noto Sans KR"/>
                <a:ea typeface="Noto Sans KR"/>
                <a:cs typeface="Noto Sans KR"/>
              </a:defRPr>
            </a:lvl7pPr>
            <a:lvl8pPr>
              <a:buNone/>
              <a:defRPr sz="1050" b="0">
                <a:solidFill>
                  <a:srgbClr val="8DE5CA"/>
                </a:solidFill>
                <a:latin typeface="Noto Sans KR"/>
                <a:ea typeface="Noto Sans KR"/>
                <a:cs typeface="Noto Sans KR"/>
              </a:defRPr>
            </a:lvl8pPr>
            <a:lvl9pPr>
              <a:buNone/>
              <a:defRPr sz="1050" b="0">
                <a:solidFill>
                  <a:srgbClr val="8DE5CA"/>
                </a:solidFill>
                <a:latin typeface="Noto Sans KR"/>
                <a:ea typeface="Noto Sans KR"/>
                <a:cs typeface="Noto Sans KR"/>
              </a:defRPr>
            </a:lvl9pPr>
          </a:lstStyle>
          <a:p xmlns:a="http://schemas.openxmlformats.org/drawingml/2006/main">
            <a:pPr>
              <a:buNone/>
              <a:defRPr sz="1050" b="0">
                <a:solidFill>
                  <a:srgbClr val="8DE5CA"/>
                </a:solidFill>
                <a:latin typeface="Noto Sans KR"/>
                <a:ea typeface="Noto Sans KR"/>
                <a:cs typeface="Noto Sans KR"/>
              </a:defRPr>
            </a:pPr>
            <a:r>
              <a:rPr sz="1050" b="0">
                <a:solidFill>
                  <a:srgbClr val="8DE5CA"/>
                </a:solidFill>
                <a:latin typeface="Noto Sans KR"/>
                <a:ea typeface="Noto Sans KR"/>
                <a:cs typeface="Noto Sans KR"/>
              </a:rPr>
              <a:t>57</a:t>
            </a:r>
          </a:p>
        </p:txBody>
      </p:sp>
      <p:sp>
        <p:nvSpPr>
          <p:cNvPr id="4" name="">
            <a:extLst xmlns:a="http://schemas.openxmlformats.org/drawingml/2006/main">
              <a:ext uri="{FF2B5EF4-FFF2-40B4-BE49-F238E27FC236}">
                <a16:creationId xmlns:a16="http://schemas.microsoft.com/office/drawing/2014/main" id="{218A730C-4FC0-4EDB-8B15-B14BA3331466}"/>
              </a:ext>
            </a:extLst>
          </p:cNvPr>
          <p:cNvSpPr>
            <a:spLocks xmlns:a="http://schemas.openxmlformats.org/drawingml/2006/main" noGrp="1"/>
          </p:cNvSpPr>
          <p:nvPr/>
        </p:nvSpPr>
        <p:spPr>
          <a:xfrm xmlns:a="http://schemas.openxmlformats.org/drawingml/2006/main">
            <a:off x="571500"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EBBF3"/>
                </a:solidFill>
                <a:latin typeface="Noto Sans KR"/>
                <a:ea typeface="Noto Sans KR"/>
                <a:cs typeface="Noto Sans KR"/>
              </a:defRPr>
            </a:defPPr>
            <a:lvl1pPr>
              <a:buNone/>
              <a:defRPr sz="1275" b="1">
                <a:solidFill>
                  <a:srgbClr val="8EBBF3"/>
                </a:solidFill>
                <a:latin typeface="Noto Sans KR"/>
                <a:ea typeface="Noto Sans KR"/>
                <a:cs typeface="Noto Sans KR"/>
              </a:defRPr>
            </a:lvl1pPr>
            <a:lvl2pPr>
              <a:buNone/>
              <a:defRPr sz="1275" b="1">
                <a:solidFill>
                  <a:srgbClr val="8EBBF3"/>
                </a:solidFill>
                <a:latin typeface="Noto Sans KR"/>
                <a:ea typeface="Noto Sans KR"/>
                <a:cs typeface="Noto Sans KR"/>
              </a:defRPr>
            </a:lvl2pPr>
            <a:lvl3pPr>
              <a:buNone/>
              <a:defRPr sz="1275" b="1">
                <a:solidFill>
                  <a:srgbClr val="8EBBF3"/>
                </a:solidFill>
                <a:latin typeface="Noto Sans KR"/>
                <a:ea typeface="Noto Sans KR"/>
                <a:cs typeface="Noto Sans KR"/>
              </a:defRPr>
            </a:lvl3pPr>
            <a:lvl4pPr>
              <a:buNone/>
              <a:defRPr sz="1275" b="1">
                <a:solidFill>
                  <a:srgbClr val="8EBBF3"/>
                </a:solidFill>
                <a:latin typeface="Noto Sans KR"/>
                <a:ea typeface="Noto Sans KR"/>
                <a:cs typeface="Noto Sans KR"/>
              </a:defRPr>
            </a:lvl4pPr>
            <a:lvl5pPr>
              <a:buNone/>
              <a:defRPr sz="1275" b="1">
                <a:solidFill>
                  <a:srgbClr val="8EBBF3"/>
                </a:solidFill>
                <a:latin typeface="Noto Sans KR"/>
                <a:ea typeface="Noto Sans KR"/>
                <a:cs typeface="Noto Sans KR"/>
              </a:defRPr>
            </a:lvl5pPr>
            <a:lvl6pPr>
              <a:buNone/>
              <a:defRPr sz="1275" b="1">
                <a:solidFill>
                  <a:srgbClr val="8EBBF3"/>
                </a:solidFill>
                <a:latin typeface="Noto Sans KR"/>
                <a:ea typeface="Noto Sans KR"/>
                <a:cs typeface="Noto Sans KR"/>
              </a:defRPr>
            </a:lvl6pPr>
            <a:lvl7pPr>
              <a:buNone/>
              <a:defRPr sz="1275" b="1">
                <a:solidFill>
                  <a:srgbClr val="8EBBF3"/>
                </a:solidFill>
                <a:latin typeface="Noto Sans KR"/>
                <a:ea typeface="Noto Sans KR"/>
                <a:cs typeface="Noto Sans KR"/>
              </a:defRPr>
            </a:lvl7pPr>
            <a:lvl8pPr>
              <a:buNone/>
              <a:defRPr sz="1275" b="1">
                <a:solidFill>
                  <a:srgbClr val="8EBBF3"/>
                </a:solidFill>
                <a:latin typeface="Noto Sans KR"/>
                <a:ea typeface="Noto Sans KR"/>
                <a:cs typeface="Noto Sans KR"/>
              </a:defRPr>
            </a:lvl8pPr>
            <a:lvl9pPr>
              <a:buNone/>
              <a:defRPr sz="1275" b="1">
                <a:solidFill>
                  <a:srgbClr val="8EBBF3"/>
                </a:solidFill>
                <a:latin typeface="Noto Sans KR"/>
                <a:ea typeface="Noto Sans KR"/>
                <a:cs typeface="Noto Sans KR"/>
              </a:defRPr>
            </a:lvl9pPr>
          </a:lstStyle>
          <a:p xmlns:a="http://schemas.openxmlformats.org/drawingml/2006/main">
            <a:pPr>
              <a:buNone/>
              <a:defRPr sz="1275" b="1">
                <a:solidFill>
                  <a:srgbClr val="8EBBF3"/>
                </a:solidFill>
                <a:latin typeface="Noto Sans KR"/>
                <a:ea typeface="Noto Sans KR"/>
                <a:cs typeface="Noto Sans KR"/>
              </a:defRPr>
            </a:pPr>
            <a:r>
              <a:rPr sz="1275" b="1">
                <a:solidFill>
                  <a:srgbClr val="8EBBF3"/>
                </a:solidFill>
                <a:latin typeface="Noto Sans KR"/>
                <a:ea typeface="Noto Sans KR"/>
                <a:cs typeface="Noto Sans KR"/>
              </a:rPr>
              <a:t>문서가 들어오면 미리 준비</a:t>
            </a:r>
          </a:p>
        </p:txBody>
      </p:sp>
      <p:sp>
        <p:nvSpPr>
          <p:cNvPr id="5" name="">
            <a:extLst xmlns:a="http://schemas.openxmlformats.org/drawingml/2006/main">
              <a:ext uri="{FF2B5EF4-FFF2-40B4-BE49-F238E27FC236}">
                <a16:creationId xmlns:a16="http://schemas.microsoft.com/office/drawing/2014/main" id="{0EE4254D-EE0E-4E23-94E8-79092435F859}"/>
              </a:ext>
            </a:extLst>
          </p:cNvPr>
          <p:cNvSpPr>
            <a:spLocks xmlns:a="http://schemas.openxmlformats.org/drawingml/2006/main" noGrp="1"/>
          </p:cNvSpPr>
          <p:nvPr/>
        </p:nvSpPr>
        <p:spPr>
          <a:xfrm xmlns:a="http://schemas.openxmlformats.org/drawingml/2006/main">
            <a:off x="571500"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문서에서 지식 그래프 준비</a:t>
            </a:r>
          </a:p>
        </p:txBody>
      </p:sp>
      <p:sp>
        <p:nvSpPr>
          <p:cNvPr id="6" name="">
            <a:extLst xmlns:a="http://schemas.openxmlformats.org/drawingml/2006/main">
              <a:ext uri="{FF2B5EF4-FFF2-40B4-BE49-F238E27FC236}">
                <a16:creationId xmlns:a16="http://schemas.microsoft.com/office/drawing/2014/main" id="{C0B1FC36-B00A-4BCE-B49C-477E1659A76C}"/>
              </a:ext>
            </a:extLst>
          </p:cNvPr>
          <p:cNvSpPr>
            <a:spLocks xmlns:a="http://schemas.openxmlformats.org/drawingml/2006/main" noGrp="1"/>
          </p:cNvSpPr>
          <p:nvPr/>
        </p:nvSpPr>
        <p:spPr>
          <a:xfrm xmlns:a="http://schemas.openxmlformats.org/drawingml/2006/main">
            <a:off x="571500"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개체·관계·문서 매핑 저장</a:t>
            </a:r>
          </a:p>
        </p:txBody>
      </p:sp>
      <p:sp>
        <p:nvSpPr>
          <p:cNvPr id="8" name="">
            <a:extLst xmlns:a="http://schemas.openxmlformats.org/drawingml/2006/main">
              <a:ext uri="{FF2B5EF4-FFF2-40B4-BE49-F238E27FC236}">
                <a16:creationId xmlns:a16="http://schemas.microsoft.com/office/drawing/2014/main" id="{E46BCD58-4892-4BEF-97E9-2EC2F520D779}"/>
              </a:ext>
            </a:extLst>
          </p:cNvPr>
          <p:cNvSpPr>
            <a:spLocks xmlns:a="http://schemas.openxmlformats.org/drawingml/2006/main" noGrp="1"/>
          </p:cNvSpPr>
          <p:nvPr/>
        </p:nvSpPr>
        <p:spPr>
          <a:xfrm xmlns:a="http://schemas.openxmlformats.org/drawingml/2006/main">
            <a:off x="571500"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모델이 읽을 형태로 변환</a:t>
            </a:r>
          </a:p>
        </p:txBody>
      </p:sp>
      <p:sp>
        <p:nvSpPr>
          <p:cNvPr id="10" name="">
            <a:extLst xmlns:a="http://schemas.openxmlformats.org/drawingml/2006/main">
              <a:ext uri="{FF2B5EF4-FFF2-40B4-BE49-F238E27FC236}">
                <a16:creationId xmlns:a16="http://schemas.microsoft.com/office/drawing/2014/main" id="{48AAA85D-7339-4B28-B8D0-F9A47AC9C506}"/>
              </a:ext>
            </a:extLst>
          </p:cNvPr>
          <p:cNvSpPr>
            <a:spLocks xmlns:a="http://schemas.openxmlformats.org/drawingml/2006/main" noGrp="1"/>
          </p:cNvSpPr>
          <p:nvPr/>
        </p:nvSpPr>
        <p:spPr>
          <a:xfrm xmlns:a="http://schemas.openxmlformats.org/drawingml/2006/main">
            <a:off x="571500"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학습된 검색 모델 불러오기</a:t>
            </a:r>
          </a:p>
        </p:txBody>
      </p:sp>
      <p:sp>
        <p:nvSpPr>
          <p:cNvPr id="12" name="">
            <a:extLst xmlns:a="http://schemas.openxmlformats.org/drawingml/2006/main">
              <a:ext uri="{FF2B5EF4-FFF2-40B4-BE49-F238E27FC236}">
                <a16:creationId xmlns:a16="http://schemas.microsoft.com/office/drawing/2014/main" id="{516DB87C-984D-4DA6-A9C1-D48F25358B41}"/>
              </a:ext>
            </a:extLst>
          </p:cNvPr>
          <p:cNvSpPr>
            <a:spLocks xmlns:a="http://schemas.openxmlformats.org/drawingml/2006/main" noGrp="1"/>
          </p:cNvSpPr>
          <p:nvPr/>
        </p:nvSpPr>
        <p:spPr>
          <a:xfrm xmlns:a="http://schemas.openxmlformats.org/drawingml/2006/main">
            <a:off x="571500"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새 문서 그래프에 적용 준비</a:t>
            </a:r>
          </a:p>
        </p:txBody>
      </p:sp>
      <p:sp>
        <p:nvSpPr>
          <p:cNvPr id="14" name="">
            <a:extLst xmlns:a="http://schemas.openxmlformats.org/drawingml/2006/main">
              <a:ext uri="{FF2B5EF4-FFF2-40B4-BE49-F238E27FC236}">
                <a16:creationId xmlns:a16="http://schemas.microsoft.com/office/drawing/2014/main" id="{ECA18BA2-A64F-4FB9-9665-82311A36E30D}"/>
              </a:ext>
            </a:extLst>
          </p:cNvPr>
          <p:cNvSpPr>
            <a:spLocks xmlns:a="http://schemas.openxmlformats.org/drawingml/2006/main" noGrp="1"/>
          </p:cNvSpPr>
          <p:nvPr/>
        </p:nvSpPr>
        <p:spPr>
          <a:xfrm xmlns:a="http://schemas.openxmlformats.org/drawingml/2006/main">
            <a:off x="6524625"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DE5CA"/>
                </a:solidFill>
                <a:latin typeface="Noto Sans KR"/>
                <a:ea typeface="Noto Sans KR"/>
                <a:cs typeface="Noto Sans KR"/>
              </a:defRPr>
            </a:defPPr>
            <a:lvl1pPr>
              <a:buNone/>
              <a:defRPr sz="1275" b="1">
                <a:solidFill>
                  <a:srgbClr val="8DE5CA"/>
                </a:solidFill>
                <a:latin typeface="Noto Sans KR"/>
                <a:ea typeface="Noto Sans KR"/>
                <a:cs typeface="Noto Sans KR"/>
              </a:defRPr>
            </a:lvl1pPr>
            <a:lvl2pPr>
              <a:buNone/>
              <a:defRPr sz="1275" b="1">
                <a:solidFill>
                  <a:srgbClr val="8DE5CA"/>
                </a:solidFill>
                <a:latin typeface="Noto Sans KR"/>
                <a:ea typeface="Noto Sans KR"/>
                <a:cs typeface="Noto Sans KR"/>
              </a:defRPr>
            </a:lvl2pPr>
            <a:lvl3pPr>
              <a:buNone/>
              <a:defRPr sz="1275" b="1">
                <a:solidFill>
                  <a:srgbClr val="8DE5CA"/>
                </a:solidFill>
                <a:latin typeface="Noto Sans KR"/>
                <a:ea typeface="Noto Sans KR"/>
                <a:cs typeface="Noto Sans KR"/>
              </a:defRPr>
            </a:lvl3pPr>
            <a:lvl4pPr>
              <a:buNone/>
              <a:defRPr sz="1275" b="1">
                <a:solidFill>
                  <a:srgbClr val="8DE5CA"/>
                </a:solidFill>
                <a:latin typeface="Noto Sans KR"/>
                <a:ea typeface="Noto Sans KR"/>
                <a:cs typeface="Noto Sans KR"/>
              </a:defRPr>
            </a:lvl4pPr>
            <a:lvl5pPr>
              <a:buNone/>
              <a:defRPr sz="1275" b="1">
                <a:solidFill>
                  <a:srgbClr val="8DE5CA"/>
                </a:solidFill>
                <a:latin typeface="Noto Sans KR"/>
                <a:ea typeface="Noto Sans KR"/>
                <a:cs typeface="Noto Sans KR"/>
              </a:defRPr>
            </a:lvl5pPr>
            <a:lvl6pPr>
              <a:buNone/>
              <a:defRPr sz="1275" b="1">
                <a:solidFill>
                  <a:srgbClr val="8DE5CA"/>
                </a:solidFill>
                <a:latin typeface="Noto Sans KR"/>
                <a:ea typeface="Noto Sans KR"/>
                <a:cs typeface="Noto Sans KR"/>
              </a:defRPr>
            </a:lvl6pPr>
            <a:lvl7pPr>
              <a:buNone/>
              <a:defRPr sz="1275" b="1">
                <a:solidFill>
                  <a:srgbClr val="8DE5CA"/>
                </a:solidFill>
                <a:latin typeface="Noto Sans KR"/>
                <a:ea typeface="Noto Sans KR"/>
                <a:cs typeface="Noto Sans KR"/>
              </a:defRPr>
            </a:lvl7pPr>
            <a:lvl8pPr>
              <a:buNone/>
              <a:defRPr sz="1275" b="1">
                <a:solidFill>
                  <a:srgbClr val="8DE5CA"/>
                </a:solidFill>
                <a:latin typeface="Noto Sans KR"/>
                <a:ea typeface="Noto Sans KR"/>
                <a:cs typeface="Noto Sans KR"/>
              </a:defRPr>
            </a:lvl8pPr>
            <a:lvl9pPr>
              <a:buNone/>
              <a:defRPr sz="1275" b="1">
                <a:solidFill>
                  <a:srgbClr val="8DE5CA"/>
                </a:solidFill>
                <a:latin typeface="Noto Sans KR"/>
                <a:ea typeface="Noto Sans KR"/>
                <a:cs typeface="Noto Sans KR"/>
              </a:defRPr>
            </a:lvl9pPr>
          </a:lstStyle>
          <a:p xmlns:a="http://schemas.openxmlformats.org/drawingml/2006/main">
            <a:pPr>
              <a:buNone/>
              <a:defRPr sz="1275" b="1">
                <a:solidFill>
                  <a:srgbClr val="8DE5CA"/>
                </a:solidFill>
                <a:latin typeface="Noto Sans KR"/>
                <a:ea typeface="Noto Sans KR"/>
                <a:cs typeface="Noto Sans KR"/>
              </a:defRPr>
            </a:pPr>
            <a:r>
              <a:rPr sz="1275" b="1">
                <a:solidFill>
                  <a:srgbClr val="8DE5CA"/>
                </a:solidFill>
                <a:latin typeface="Noto Sans KR"/>
                <a:ea typeface="Noto Sans KR"/>
                <a:cs typeface="Noto Sans KR"/>
              </a:rPr>
              <a:t>질문이 오면 검색하고 답변</a:t>
            </a:r>
          </a:p>
        </p:txBody>
      </p:sp>
      <p:sp>
        <p:nvSpPr>
          <p:cNvPr id="15" name="">
            <a:extLst xmlns:a="http://schemas.openxmlformats.org/drawingml/2006/main">
              <a:ext uri="{FF2B5EF4-FFF2-40B4-BE49-F238E27FC236}">
                <a16:creationId xmlns:a16="http://schemas.microsoft.com/office/drawing/2014/main" id="{FFEEC8CF-BB65-4319-B4A8-BDF2580C5BB5}"/>
              </a:ext>
            </a:extLst>
          </p:cNvPr>
          <p:cNvSpPr>
            <a:spLocks xmlns:a="http://schemas.openxmlformats.org/drawingml/2006/main" noGrp="1"/>
          </p:cNvSpPr>
          <p:nvPr/>
        </p:nvSpPr>
        <p:spPr>
          <a:xfrm xmlns:a="http://schemas.openxmlformats.org/drawingml/2006/main">
            <a:off x="6524625"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질문과 개체 연결</a:t>
            </a:r>
          </a:p>
        </p:txBody>
      </p:sp>
      <p:sp>
        <p:nvSpPr>
          <p:cNvPr id="16" name="">
            <a:extLst xmlns:a="http://schemas.openxmlformats.org/drawingml/2006/main">
              <a:ext uri="{FF2B5EF4-FFF2-40B4-BE49-F238E27FC236}">
                <a16:creationId xmlns:a16="http://schemas.microsoft.com/office/drawing/2014/main" id="{AD38EB12-E16D-4015-92BA-1340A7ECF641}"/>
              </a:ext>
            </a:extLst>
          </p:cNvPr>
          <p:cNvSpPr>
            <a:spLocks xmlns:a="http://schemas.openxmlformats.org/drawingml/2006/main" noGrp="1"/>
          </p:cNvSpPr>
          <p:nvPr/>
        </p:nvSpPr>
        <p:spPr>
          <a:xfrm xmlns:a="http://schemas.openxmlformats.org/drawingml/2006/main">
            <a:off x="6524625"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질문을 반영한 GNN 실행</a:t>
            </a:r>
          </a:p>
        </p:txBody>
      </p:sp>
      <p:sp>
        <p:nvSpPr>
          <p:cNvPr id="18" name="">
            <a:extLst xmlns:a="http://schemas.openxmlformats.org/drawingml/2006/main">
              <a:ext uri="{FF2B5EF4-FFF2-40B4-BE49-F238E27FC236}">
                <a16:creationId xmlns:a16="http://schemas.microsoft.com/office/drawing/2014/main" id="{5EA72D75-A032-4466-BCCF-DFAC39161479}"/>
              </a:ext>
            </a:extLst>
          </p:cNvPr>
          <p:cNvSpPr>
            <a:spLocks xmlns:a="http://schemas.openxmlformats.org/drawingml/2006/main" noGrp="1"/>
          </p:cNvSpPr>
          <p:nvPr/>
        </p:nvSpPr>
        <p:spPr>
          <a:xfrm xmlns:a="http://schemas.openxmlformats.org/drawingml/2006/main">
            <a:off x="6524625"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이웃 정보로 개체 점수 계산</a:t>
            </a:r>
          </a:p>
        </p:txBody>
      </p:sp>
      <p:sp>
        <p:nvSpPr>
          <p:cNvPr id="20" name="">
            <a:extLst xmlns:a="http://schemas.openxmlformats.org/drawingml/2006/main">
              <a:ext uri="{FF2B5EF4-FFF2-40B4-BE49-F238E27FC236}">
                <a16:creationId xmlns:a16="http://schemas.microsoft.com/office/drawing/2014/main" id="{CB2E3254-BDF1-4578-BFBE-413D337C9301}"/>
              </a:ext>
            </a:extLst>
          </p:cNvPr>
          <p:cNvSpPr>
            <a:spLocks xmlns:a="http://schemas.openxmlformats.org/drawingml/2006/main" noGrp="1"/>
          </p:cNvSpPr>
          <p:nvPr/>
        </p:nvSpPr>
        <p:spPr>
          <a:xfrm xmlns:a="http://schemas.openxmlformats.org/drawingml/2006/main">
            <a:off x="6524625"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개체 점수로 문서 정렬</a:t>
            </a:r>
          </a:p>
        </p:txBody>
      </p:sp>
      <p:sp>
        <p:nvSpPr>
          <p:cNvPr id="22" name="">
            <a:extLst xmlns:a="http://schemas.openxmlformats.org/drawingml/2006/main">
              <a:ext uri="{FF2B5EF4-FFF2-40B4-BE49-F238E27FC236}">
                <a16:creationId xmlns:a16="http://schemas.microsoft.com/office/drawing/2014/main" id="{A68E4808-8698-4CF4-A391-0ABA8D7A0944}"/>
              </a:ext>
            </a:extLst>
          </p:cNvPr>
          <p:cNvSpPr>
            <a:spLocks xmlns:a="http://schemas.openxmlformats.org/drawingml/2006/main" noGrp="1"/>
          </p:cNvSpPr>
          <p:nvPr/>
        </p:nvSpPr>
        <p:spPr>
          <a:xfrm xmlns:a="http://schemas.openxmlformats.org/drawingml/2006/main">
            <a:off x="6524625"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검색 문서로 답변 작성</a:t>
            </a:r>
          </a:p>
        </p:txBody>
      </p:sp>
      <p:sp>
        <p:nvSpPr>
          <p:cNvPr id="24" name="">
            <a:extLst xmlns:a="http://schemas.openxmlformats.org/drawingml/2006/main">
              <a:ext uri="{FF2B5EF4-FFF2-40B4-BE49-F238E27FC236}">
                <a16:creationId xmlns:a16="http://schemas.microsoft.com/office/drawing/2014/main" id="{FABFD892-2E7C-4EF1-8B84-0C89D9B82D2B}"/>
              </a:ext>
            </a:extLst>
          </p:cNvPr>
          <p:cNvSpPr>
            <a:spLocks xmlns:a="http://schemas.openxmlformats.org/drawingml/2006/main" noGrp="1"/>
          </p:cNvSpPr>
          <p:nvPr/>
        </p:nvSpPr>
        <p:spPr>
          <a:xfrm xmlns:a="http://schemas.openxmlformats.org/drawingml/2006/main">
            <a:off x="571500" y="5734050"/>
            <a:ext cx="1095375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9BB4C0"/>
                </a:solidFill>
                <a:latin typeface="Noto Sans KR"/>
                <a:ea typeface="Noto Sans KR"/>
                <a:cs typeface="Noto Sans KR"/>
              </a:defRPr>
            </a:defPPr>
            <a:lvl1pPr>
              <a:buNone/>
              <a:defRPr sz="1200" b="0">
                <a:solidFill>
                  <a:srgbClr val="9BB4C0"/>
                </a:solidFill>
                <a:latin typeface="Noto Sans KR"/>
                <a:ea typeface="Noto Sans KR"/>
                <a:cs typeface="Noto Sans KR"/>
              </a:defRPr>
            </a:lvl1pPr>
            <a:lvl2pPr>
              <a:buNone/>
              <a:defRPr sz="1200" b="0">
                <a:solidFill>
                  <a:srgbClr val="9BB4C0"/>
                </a:solidFill>
                <a:latin typeface="Noto Sans KR"/>
                <a:ea typeface="Noto Sans KR"/>
                <a:cs typeface="Noto Sans KR"/>
              </a:defRPr>
            </a:lvl2pPr>
            <a:lvl3pPr>
              <a:buNone/>
              <a:defRPr sz="1200" b="0">
                <a:solidFill>
                  <a:srgbClr val="9BB4C0"/>
                </a:solidFill>
                <a:latin typeface="Noto Sans KR"/>
                <a:ea typeface="Noto Sans KR"/>
                <a:cs typeface="Noto Sans KR"/>
              </a:defRPr>
            </a:lvl3pPr>
            <a:lvl4pPr>
              <a:buNone/>
              <a:defRPr sz="1200" b="0">
                <a:solidFill>
                  <a:srgbClr val="9BB4C0"/>
                </a:solidFill>
                <a:latin typeface="Noto Sans KR"/>
                <a:ea typeface="Noto Sans KR"/>
                <a:cs typeface="Noto Sans KR"/>
              </a:defRPr>
            </a:lvl4pPr>
            <a:lvl5pPr>
              <a:buNone/>
              <a:defRPr sz="1200" b="0">
                <a:solidFill>
                  <a:srgbClr val="9BB4C0"/>
                </a:solidFill>
                <a:latin typeface="Noto Sans KR"/>
                <a:ea typeface="Noto Sans KR"/>
                <a:cs typeface="Noto Sans KR"/>
              </a:defRPr>
            </a:lvl5pPr>
            <a:lvl6pPr>
              <a:buNone/>
              <a:defRPr sz="1200" b="0">
                <a:solidFill>
                  <a:srgbClr val="9BB4C0"/>
                </a:solidFill>
                <a:latin typeface="Noto Sans KR"/>
                <a:ea typeface="Noto Sans KR"/>
                <a:cs typeface="Noto Sans KR"/>
              </a:defRPr>
            </a:lvl6pPr>
            <a:lvl7pPr>
              <a:buNone/>
              <a:defRPr sz="1200" b="0">
                <a:solidFill>
                  <a:srgbClr val="9BB4C0"/>
                </a:solidFill>
                <a:latin typeface="Noto Sans KR"/>
                <a:ea typeface="Noto Sans KR"/>
                <a:cs typeface="Noto Sans KR"/>
              </a:defRPr>
            </a:lvl7pPr>
            <a:lvl8pPr>
              <a:buNone/>
              <a:defRPr sz="1200" b="0">
                <a:solidFill>
                  <a:srgbClr val="9BB4C0"/>
                </a:solidFill>
                <a:latin typeface="Noto Sans KR"/>
                <a:ea typeface="Noto Sans KR"/>
                <a:cs typeface="Noto Sans KR"/>
              </a:defRPr>
            </a:lvl8pPr>
            <a:lvl9pPr>
              <a:buNone/>
              <a:defRPr sz="1200" b="0">
                <a:solidFill>
                  <a:srgbClr val="9BB4C0"/>
                </a:solidFill>
                <a:latin typeface="Noto Sans KR"/>
                <a:ea typeface="Noto Sans KR"/>
                <a:cs typeface="Noto Sans KR"/>
              </a:defRPr>
            </a:lvl9pPr>
          </a:lstStyle>
          <a:p xmlns:a="http://schemas.openxmlformats.org/drawingml/2006/main">
            <a:pPr>
              <a:buNone/>
              <a:defRPr sz="1200" b="0">
                <a:solidFill>
                  <a:srgbClr val="9BB4C0"/>
                </a:solidFill>
                <a:latin typeface="Noto Sans KR"/>
                <a:ea typeface="Noto Sans KR"/>
                <a:cs typeface="Noto Sans KR"/>
              </a:defRPr>
            </a:pPr>
            <a:r>
              <a:rPr sz="1200" b="0">
                <a:solidFill>
                  <a:srgbClr val="9BB4C0"/>
                </a:solidFill>
                <a:latin typeface="Noto Sans KR"/>
                <a:ea typeface="Noto Sans KR"/>
                <a:cs typeface="Noto Sans KR"/>
              </a:rPr>
              <a:t>웹 실습은 핵심 흐름을 보여 주는 축소 예제입니다. 원 논문과의 차이는 발표자 노트를 참고해 주세요.</a:t>
            </a:r>
          </a:p>
        </p:txBody>
      </p:sp>
    </p:spTree>
    <p:extLst>
      <p:ext uri="{BB962C8B-B14F-4D97-AF65-F5344CB8AC3E}">
        <p14:creationId xmlns:p14="http://schemas.microsoft.com/office/powerpoint/2010/main" val="1033633796"/>
      </p:ext>
    </p:extLst>
  </p:cSld>
</p:sld>
</file>

<file path=ppt/slides/slide58.xml><?xml version="1.0" encoding="utf-8"?>
<p:sld xmlns:p="http://schemas.openxmlformats.org/presentationml/2006/main">
  <p:cSld>
    <p:bg>
      <p:bgPr>
        <a:solidFill xmlns:a="http://schemas.openxmlformats.org/drawingml/2006/main">
          <a:srgbClr val="071824"/>
        </a:solidFill>
      </p:bgPr>
    </p:bg>
    <p:spTree>
      <p:nvGrpSpPr>
        <p:cNvPr id="1" name=""/>
        <p:cNvGrpSpPr/>
        <p:nvPr/>
      </p:nvGrpSpPr>
      <p:grpSpPr>
        <a:xfrm xmlns:a="http://schemas.openxmlformats.org/drawingml/2006/main"/>
      </p:grpSpPr>
      <p:cxnSp>
        <p:nvCxnSpPr>
          <p:cNvPr id="23" name="">
            <a:extLst xmlns:a="http://schemas.openxmlformats.org/drawingml/2006/main">
              <a:ext uri="{FF2B5EF4-FFF2-40B4-BE49-F238E27FC236}">
                <a16:creationId xmlns:a16="http://schemas.microsoft.com/office/drawing/2014/main" id="{03F53671-5B37-4A6C-8F22-870355588FC3}"/>
              </a:ext>
            </a:extLst>
          </p:cNvPr>
          <p:cNvCxnSpPr>
            <a:stCxn xmlns:a="http://schemas.openxmlformats.org/drawingml/2006/main" id="20" idx="2"/>
            <a:endCxn xmlns:a="http://schemas.openxmlformats.org/drawingml/2006/main" id="22" idx="0"/>
          </p:cNvCxnSpPr>
          <p:nvPr/>
        </p:nvCxnSpPr>
        <p:spPr>
          <a:xfrm xmlns:a="http://schemas.openxmlformats.org/drawingml/2006/main">
            <a:off x="9072563" y="463867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21" name="">
            <a:extLst xmlns:a="http://schemas.openxmlformats.org/drawingml/2006/main">
              <a:ext uri="{FF2B5EF4-FFF2-40B4-BE49-F238E27FC236}">
                <a16:creationId xmlns:a16="http://schemas.microsoft.com/office/drawing/2014/main" id="{79ECF7CA-63B2-4962-89A6-F08DEA25121F}"/>
              </a:ext>
            </a:extLst>
          </p:cNvPr>
          <p:cNvCxnSpPr>
            <a:stCxn xmlns:a="http://schemas.openxmlformats.org/drawingml/2006/main" id="18" idx="2"/>
            <a:endCxn xmlns:a="http://schemas.openxmlformats.org/drawingml/2006/main" id="20" idx="0"/>
          </p:cNvCxnSpPr>
          <p:nvPr/>
        </p:nvCxnSpPr>
        <p:spPr>
          <a:xfrm xmlns:a="http://schemas.openxmlformats.org/drawingml/2006/main">
            <a:off x="9072563" y="398145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9" name="">
            <a:extLst xmlns:a="http://schemas.openxmlformats.org/drawingml/2006/main">
              <a:ext uri="{FF2B5EF4-FFF2-40B4-BE49-F238E27FC236}">
                <a16:creationId xmlns:a16="http://schemas.microsoft.com/office/drawing/2014/main" id="{CEEA9E09-AD27-4EB0-9792-5A5BFA017CC5}"/>
              </a:ext>
            </a:extLst>
          </p:cNvPr>
          <p:cNvCxnSpPr>
            <a:stCxn xmlns:a="http://schemas.openxmlformats.org/drawingml/2006/main" id="16" idx="2"/>
            <a:endCxn xmlns:a="http://schemas.openxmlformats.org/drawingml/2006/main" id="18" idx="0"/>
          </p:cNvCxnSpPr>
          <p:nvPr/>
        </p:nvCxnSpPr>
        <p:spPr>
          <a:xfrm xmlns:a="http://schemas.openxmlformats.org/drawingml/2006/main">
            <a:off x="9072563" y="332422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7" name="">
            <a:extLst xmlns:a="http://schemas.openxmlformats.org/drawingml/2006/main">
              <a:ext uri="{FF2B5EF4-FFF2-40B4-BE49-F238E27FC236}">
                <a16:creationId xmlns:a16="http://schemas.microsoft.com/office/drawing/2014/main" id="{0FF1FA0B-7419-456E-875F-C6A7707ED201}"/>
              </a:ext>
            </a:extLst>
          </p:cNvPr>
          <p:cNvCxnSpPr>
            <a:stCxn xmlns:a="http://schemas.openxmlformats.org/drawingml/2006/main" id="15" idx="2"/>
            <a:endCxn xmlns:a="http://schemas.openxmlformats.org/drawingml/2006/main" id="16" idx="0"/>
          </p:cNvCxnSpPr>
          <p:nvPr/>
        </p:nvCxnSpPr>
        <p:spPr>
          <a:xfrm xmlns:a="http://schemas.openxmlformats.org/drawingml/2006/main">
            <a:off x="9072563" y="266700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3" name="">
            <a:extLst xmlns:a="http://schemas.openxmlformats.org/drawingml/2006/main">
              <a:ext uri="{FF2B5EF4-FFF2-40B4-BE49-F238E27FC236}">
                <a16:creationId xmlns:a16="http://schemas.microsoft.com/office/drawing/2014/main" id="{7BCF7AB3-D16A-46CA-8552-C3D4536E864E}"/>
              </a:ext>
            </a:extLst>
          </p:cNvPr>
          <p:cNvCxnSpPr>
            <a:stCxn xmlns:a="http://schemas.openxmlformats.org/drawingml/2006/main" id="10" idx="2"/>
            <a:endCxn xmlns:a="http://schemas.openxmlformats.org/drawingml/2006/main" id="12" idx="0"/>
          </p:cNvCxnSpPr>
          <p:nvPr/>
        </p:nvCxnSpPr>
        <p:spPr>
          <a:xfrm xmlns:a="http://schemas.openxmlformats.org/drawingml/2006/main">
            <a:off x="3119438" y="463867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11" name="">
            <a:extLst xmlns:a="http://schemas.openxmlformats.org/drawingml/2006/main">
              <a:ext uri="{FF2B5EF4-FFF2-40B4-BE49-F238E27FC236}">
                <a16:creationId xmlns:a16="http://schemas.microsoft.com/office/drawing/2014/main" id="{F814B115-1600-49D5-93AF-2F59A2FD774E}"/>
              </a:ext>
            </a:extLst>
          </p:cNvPr>
          <p:cNvCxnSpPr>
            <a:stCxn xmlns:a="http://schemas.openxmlformats.org/drawingml/2006/main" id="8" idx="2"/>
            <a:endCxn xmlns:a="http://schemas.openxmlformats.org/drawingml/2006/main" id="10" idx="0"/>
          </p:cNvCxnSpPr>
          <p:nvPr/>
        </p:nvCxnSpPr>
        <p:spPr>
          <a:xfrm xmlns:a="http://schemas.openxmlformats.org/drawingml/2006/main">
            <a:off x="3119438" y="398145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9" name="">
            <a:extLst xmlns:a="http://schemas.openxmlformats.org/drawingml/2006/main">
              <a:ext uri="{FF2B5EF4-FFF2-40B4-BE49-F238E27FC236}">
                <a16:creationId xmlns:a16="http://schemas.microsoft.com/office/drawing/2014/main" id="{F7815F1D-E497-4BE8-A4D2-B9BE03391345}"/>
              </a:ext>
            </a:extLst>
          </p:cNvPr>
          <p:cNvCxnSpPr>
            <a:stCxn xmlns:a="http://schemas.openxmlformats.org/drawingml/2006/main" id="6" idx="2"/>
            <a:endCxn xmlns:a="http://schemas.openxmlformats.org/drawingml/2006/main" id="8" idx="0"/>
          </p:cNvCxnSpPr>
          <p:nvPr/>
        </p:nvCxnSpPr>
        <p:spPr>
          <a:xfrm xmlns:a="http://schemas.openxmlformats.org/drawingml/2006/main">
            <a:off x="3119438" y="332422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7" name="">
            <a:extLst xmlns:a="http://schemas.openxmlformats.org/drawingml/2006/main">
              <a:ext uri="{FF2B5EF4-FFF2-40B4-BE49-F238E27FC236}">
                <a16:creationId xmlns:a16="http://schemas.microsoft.com/office/drawing/2014/main" id="{A381C33B-1098-43B5-845B-BE2EFECEBD3F}"/>
              </a:ext>
            </a:extLst>
          </p:cNvPr>
          <p:cNvCxnSpPr>
            <a:stCxn xmlns:a="http://schemas.openxmlformats.org/drawingml/2006/main" id="5" idx="2"/>
            <a:endCxn xmlns:a="http://schemas.openxmlformats.org/drawingml/2006/main" id="6" idx="0"/>
          </p:cNvCxnSpPr>
          <p:nvPr/>
        </p:nvCxnSpPr>
        <p:spPr>
          <a:xfrm xmlns:a="http://schemas.openxmlformats.org/drawingml/2006/main">
            <a:off x="3119438" y="266700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sp>
        <p:nvSpPr>
          <p:cNvPr id="25" name="">
            <a:extLst xmlns:a="http://schemas.openxmlformats.org/drawingml/2006/main">
              <a:ext uri="{FF2B5EF4-FFF2-40B4-BE49-F238E27FC236}">
                <a16:creationId xmlns:a16="http://schemas.microsoft.com/office/drawing/2014/main" id="{8CDDEF45-D327-4327-AE52-5F04B058EC76}"/>
              </a:ext>
            </a:extLst>
          </p:cNvPr>
          <p:cNvSpPr>
            <a:spLocks xmlns:a="http://schemas.openxmlformats.org/drawingml/2006/main" noGrp="1"/>
          </p:cNvSpPr>
          <p:nvPr/>
        </p:nvSpPr>
        <p:spPr>
          <a:xfrm xmlns:a="http://schemas.openxmlformats.org/drawingml/2006/main">
            <a:off x="571500" y="285750"/>
            <a:ext cx="10858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00" b="1">
                <a:solidFill>
                  <a:srgbClr val="8DE5CA"/>
                </a:solidFill>
                <a:latin typeface="Noto Sans KR"/>
                <a:ea typeface="Noto Sans KR"/>
                <a:cs typeface="Noto Sans KR"/>
              </a:defRPr>
            </a:defPPr>
            <a:lvl1pPr>
              <a:buNone/>
              <a:defRPr sz="900" b="1">
                <a:solidFill>
                  <a:srgbClr val="8DE5CA"/>
                </a:solidFill>
                <a:latin typeface="Noto Sans KR"/>
                <a:ea typeface="Noto Sans KR"/>
                <a:cs typeface="Noto Sans KR"/>
              </a:defRPr>
            </a:lvl1pPr>
            <a:lvl2pPr>
              <a:buNone/>
              <a:defRPr sz="900" b="1">
                <a:solidFill>
                  <a:srgbClr val="8DE5CA"/>
                </a:solidFill>
                <a:latin typeface="Noto Sans KR"/>
                <a:ea typeface="Noto Sans KR"/>
                <a:cs typeface="Noto Sans KR"/>
              </a:defRPr>
            </a:lvl2pPr>
            <a:lvl3pPr>
              <a:buNone/>
              <a:defRPr sz="900" b="1">
                <a:solidFill>
                  <a:srgbClr val="8DE5CA"/>
                </a:solidFill>
                <a:latin typeface="Noto Sans KR"/>
                <a:ea typeface="Noto Sans KR"/>
                <a:cs typeface="Noto Sans KR"/>
              </a:defRPr>
            </a:lvl3pPr>
            <a:lvl4pPr>
              <a:buNone/>
              <a:defRPr sz="900" b="1">
                <a:solidFill>
                  <a:srgbClr val="8DE5CA"/>
                </a:solidFill>
                <a:latin typeface="Noto Sans KR"/>
                <a:ea typeface="Noto Sans KR"/>
                <a:cs typeface="Noto Sans KR"/>
              </a:defRPr>
            </a:lvl4pPr>
            <a:lvl5pPr>
              <a:buNone/>
              <a:defRPr sz="900" b="1">
                <a:solidFill>
                  <a:srgbClr val="8DE5CA"/>
                </a:solidFill>
                <a:latin typeface="Noto Sans KR"/>
                <a:ea typeface="Noto Sans KR"/>
                <a:cs typeface="Noto Sans KR"/>
              </a:defRPr>
            </a:lvl5pPr>
            <a:lvl6pPr>
              <a:buNone/>
              <a:defRPr sz="900" b="1">
                <a:solidFill>
                  <a:srgbClr val="8DE5CA"/>
                </a:solidFill>
                <a:latin typeface="Noto Sans KR"/>
                <a:ea typeface="Noto Sans KR"/>
                <a:cs typeface="Noto Sans KR"/>
              </a:defRPr>
            </a:lvl6pPr>
            <a:lvl7pPr>
              <a:buNone/>
              <a:defRPr sz="900" b="1">
                <a:solidFill>
                  <a:srgbClr val="8DE5CA"/>
                </a:solidFill>
                <a:latin typeface="Noto Sans KR"/>
                <a:ea typeface="Noto Sans KR"/>
                <a:cs typeface="Noto Sans KR"/>
              </a:defRPr>
            </a:lvl7pPr>
            <a:lvl8pPr>
              <a:buNone/>
              <a:defRPr sz="900" b="1">
                <a:solidFill>
                  <a:srgbClr val="8DE5CA"/>
                </a:solidFill>
                <a:latin typeface="Noto Sans KR"/>
                <a:ea typeface="Noto Sans KR"/>
                <a:cs typeface="Noto Sans KR"/>
              </a:defRPr>
            </a:lvl8pPr>
            <a:lvl9pPr>
              <a:buNone/>
              <a:defRPr sz="900" b="1">
                <a:solidFill>
                  <a:srgbClr val="8DE5CA"/>
                </a:solidFill>
                <a:latin typeface="Noto Sans KR"/>
                <a:ea typeface="Noto Sans KR"/>
                <a:cs typeface="Noto Sans KR"/>
              </a:defRPr>
            </a:lvl9pPr>
          </a:lstStyle>
          <a:p xmlns:a="http://schemas.openxmlformats.org/drawingml/2006/main">
            <a:pPr>
              <a:buNone/>
              <a:defRPr sz="900" b="1">
                <a:solidFill>
                  <a:srgbClr val="8DE5CA"/>
                </a:solidFill>
                <a:latin typeface="Noto Sans KR"/>
                <a:ea typeface="Noto Sans KR"/>
                <a:cs typeface="Noto Sans KR"/>
              </a:defRPr>
            </a:pPr>
            <a:r>
              <a:rPr sz="900" b="1">
                <a:solidFill>
                  <a:srgbClr val="8DE5CA"/>
                </a:solidFill>
                <a:latin typeface="Noto Sans KR"/>
                <a:ea typeface="Noto Sans KR"/>
                <a:cs typeface="Noto Sans KR"/>
              </a:rPr>
              <a:t>PAPER ARCHITECTURE / GREASONER</a:t>
            </a:r>
          </a:p>
        </p:txBody>
      </p:sp>
      <p:sp>
        <p:nvSpPr>
          <p:cNvPr id="2" name="">
            <a:extLst xmlns:a="http://schemas.openxmlformats.org/drawingml/2006/main">
              <a:ext uri="{FF2B5EF4-FFF2-40B4-BE49-F238E27FC236}">
                <a16:creationId xmlns:a16="http://schemas.microsoft.com/office/drawing/2014/main" id="{206F0C85-A2F3-4AAB-A79D-F899C3C3C00D}"/>
              </a:ext>
            </a:extLst>
          </p:cNvPr>
          <p:cNvSpPr>
            <a:spLocks xmlns:a="http://schemas.openxmlformats.org/drawingml/2006/main" noGrp="1"/>
          </p:cNvSpPr>
          <p:nvPr/>
        </p:nvSpPr>
        <p:spPr>
          <a:xfrm xmlns:a="http://schemas.openxmlformats.org/drawingml/2006/main">
            <a:off x="571500" y="762000"/>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850" b="1">
                <a:solidFill>
                  <a:srgbClr val="EAF5F3"/>
                </a:solidFill>
                <a:latin typeface="Noto Sans KR"/>
                <a:ea typeface="Noto Sans KR"/>
                <a:cs typeface="Noto Sans KR"/>
              </a:defRPr>
            </a:defPPr>
            <a:lvl1pPr>
              <a:buNone/>
              <a:defRPr sz="2850" b="1">
                <a:solidFill>
                  <a:srgbClr val="EAF5F3"/>
                </a:solidFill>
                <a:latin typeface="Noto Sans KR"/>
                <a:ea typeface="Noto Sans KR"/>
                <a:cs typeface="Noto Sans KR"/>
              </a:defRPr>
            </a:lvl1pPr>
            <a:lvl2pPr>
              <a:buNone/>
              <a:defRPr sz="2850" b="1">
                <a:solidFill>
                  <a:srgbClr val="EAF5F3"/>
                </a:solidFill>
                <a:latin typeface="Noto Sans KR"/>
                <a:ea typeface="Noto Sans KR"/>
                <a:cs typeface="Noto Sans KR"/>
              </a:defRPr>
            </a:lvl2pPr>
            <a:lvl3pPr>
              <a:buNone/>
              <a:defRPr sz="2850" b="1">
                <a:solidFill>
                  <a:srgbClr val="EAF5F3"/>
                </a:solidFill>
                <a:latin typeface="Noto Sans KR"/>
                <a:ea typeface="Noto Sans KR"/>
                <a:cs typeface="Noto Sans KR"/>
              </a:defRPr>
            </a:lvl3pPr>
            <a:lvl4pPr>
              <a:buNone/>
              <a:defRPr sz="2850" b="1">
                <a:solidFill>
                  <a:srgbClr val="EAF5F3"/>
                </a:solidFill>
                <a:latin typeface="Noto Sans KR"/>
                <a:ea typeface="Noto Sans KR"/>
                <a:cs typeface="Noto Sans KR"/>
              </a:defRPr>
            </a:lvl4pPr>
            <a:lvl5pPr>
              <a:buNone/>
              <a:defRPr sz="2850" b="1">
                <a:solidFill>
                  <a:srgbClr val="EAF5F3"/>
                </a:solidFill>
                <a:latin typeface="Noto Sans KR"/>
                <a:ea typeface="Noto Sans KR"/>
                <a:cs typeface="Noto Sans KR"/>
              </a:defRPr>
            </a:lvl5pPr>
            <a:lvl6pPr>
              <a:buNone/>
              <a:defRPr sz="2850" b="1">
                <a:solidFill>
                  <a:srgbClr val="EAF5F3"/>
                </a:solidFill>
                <a:latin typeface="Noto Sans KR"/>
                <a:ea typeface="Noto Sans KR"/>
                <a:cs typeface="Noto Sans KR"/>
              </a:defRPr>
            </a:lvl6pPr>
            <a:lvl7pPr>
              <a:buNone/>
              <a:defRPr sz="2850" b="1">
                <a:solidFill>
                  <a:srgbClr val="EAF5F3"/>
                </a:solidFill>
                <a:latin typeface="Noto Sans KR"/>
                <a:ea typeface="Noto Sans KR"/>
                <a:cs typeface="Noto Sans KR"/>
              </a:defRPr>
            </a:lvl7pPr>
            <a:lvl8pPr>
              <a:buNone/>
              <a:defRPr sz="2850" b="1">
                <a:solidFill>
                  <a:srgbClr val="EAF5F3"/>
                </a:solidFill>
                <a:latin typeface="Noto Sans KR"/>
                <a:ea typeface="Noto Sans KR"/>
                <a:cs typeface="Noto Sans KR"/>
              </a:defRPr>
            </a:lvl8pPr>
            <a:lvl9pPr>
              <a:buNone/>
              <a:defRPr sz="2850" b="1">
                <a:solidFill>
                  <a:srgbClr val="EAF5F3"/>
                </a:solidFill>
                <a:latin typeface="Noto Sans KR"/>
                <a:ea typeface="Noto Sans KR"/>
                <a:cs typeface="Noto Sans KR"/>
              </a:defRPr>
            </a:lvl9pPr>
          </a:lstStyle>
          <a:p xmlns:a="http://schemas.openxmlformats.org/drawingml/2006/main">
            <a:pPr>
              <a:buNone/>
              <a:defRPr sz="2850" b="1">
                <a:solidFill>
                  <a:srgbClr val="EAF5F3"/>
                </a:solidFill>
                <a:latin typeface="Noto Sans KR"/>
                <a:ea typeface="Noto Sans KR"/>
                <a:cs typeface="Noto Sans KR"/>
              </a:defRPr>
            </a:pPr>
            <a:r>
              <a:rPr sz="2850" b="1">
                <a:solidFill>
                  <a:srgbClr val="EAF5F3"/>
                </a:solidFill>
                <a:latin typeface="Noto Sans KR"/>
                <a:ea typeface="Noto Sans KR"/>
                <a:cs typeface="Noto Sans KR"/>
              </a:rPr>
              <a:t>G-reasoner의 전체 처리 순서</a:t>
            </a:r>
          </a:p>
        </p:txBody>
      </p:sp>
      <p:sp>
        <p:nvSpPr>
          <p:cNvPr id="3" name="">
            <a:extLst xmlns:a="http://schemas.openxmlformats.org/drawingml/2006/main">
              <a:ext uri="{FF2B5EF4-FFF2-40B4-BE49-F238E27FC236}">
                <a16:creationId xmlns:a16="http://schemas.microsoft.com/office/drawing/2014/main" id="{40EFFF45-D0A6-45E7-993C-C2CE8F057C5E}"/>
              </a:ext>
            </a:extLst>
          </p:cNvPr>
          <p:cNvSpPr>
            <a:spLocks xmlns:a="http://schemas.openxmlformats.org/drawingml/2006/main" noGrp="1"/>
          </p:cNvSpPr>
          <p:nvPr/>
        </p:nvSpPr>
        <p:spPr>
          <a:xfrm xmlns:a="http://schemas.openxmlformats.org/drawingml/2006/main">
            <a:off x="11144250" y="6429375"/>
            <a:ext cx="52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b="0">
                <a:solidFill>
                  <a:srgbClr val="8DE5CA"/>
                </a:solidFill>
                <a:latin typeface="Noto Sans KR"/>
                <a:ea typeface="Noto Sans KR"/>
                <a:cs typeface="Noto Sans KR"/>
              </a:defRPr>
            </a:defPPr>
            <a:lvl1pPr>
              <a:buNone/>
              <a:defRPr sz="1050" b="0">
                <a:solidFill>
                  <a:srgbClr val="8DE5CA"/>
                </a:solidFill>
                <a:latin typeface="Noto Sans KR"/>
                <a:ea typeface="Noto Sans KR"/>
                <a:cs typeface="Noto Sans KR"/>
              </a:defRPr>
            </a:lvl1pPr>
            <a:lvl2pPr>
              <a:buNone/>
              <a:defRPr sz="1050" b="0">
                <a:solidFill>
                  <a:srgbClr val="8DE5CA"/>
                </a:solidFill>
                <a:latin typeface="Noto Sans KR"/>
                <a:ea typeface="Noto Sans KR"/>
                <a:cs typeface="Noto Sans KR"/>
              </a:defRPr>
            </a:lvl2pPr>
            <a:lvl3pPr>
              <a:buNone/>
              <a:defRPr sz="1050" b="0">
                <a:solidFill>
                  <a:srgbClr val="8DE5CA"/>
                </a:solidFill>
                <a:latin typeface="Noto Sans KR"/>
                <a:ea typeface="Noto Sans KR"/>
                <a:cs typeface="Noto Sans KR"/>
              </a:defRPr>
            </a:lvl3pPr>
            <a:lvl4pPr>
              <a:buNone/>
              <a:defRPr sz="1050" b="0">
                <a:solidFill>
                  <a:srgbClr val="8DE5CA"/>
                </a:solidFill>
                <a:latin typeface="Noto Sans KR"/>
                <a:ea typeface="Noto Sans KR"/>
                <a:cs typeface="Noto Sans KR"/>
              </a:defRPr>
            </a:lvl4pPr>
            <a:lvl5pPr>
              <a:buNone/>
              <a:defRPr sz="1050" b="0">
                <a:solidFill>
                  <a:srgbClr val="8DE5CA"/>
                </a:solidFill>
                <a:latin typeface="Noto Sans KR"/>
                <a:ea typeface="Noto Sans KR"/>
                <a:cs typeface="Noto Sans KR"/>
              </a:defRPr>
            </a:lvl5pPr>
            <a:lvl6pPr>
              <a:buNone/>
              <a:defRPr sz="1050" b="0">
                <a:solidFill>
                  <a:srgbClr val="8DE5CA"/>
                </a:solidFill>
                <a:latin typeface="Noto Sans KR"/>
                <a:ea typeface="Noto Sans KR"/>
                <a:cs typeface="Noto Sans KR"/>
              </a:defRPr>
            </a:lvl6pPr>
            <a:lvl7pPr>
              <a:buNone/>
              <a:defRPr sz="1050" b="0">
                <a:solidFill>
                  <a:srgbClr val="8DE5CA"/>
                </a:solidFill>
                <a:latin typeface="Noto Sans KR"/>
                <a:ea typeface="Noto Sans KR"/>
                <a:cs typeface="Noto Sans KR"/>
              </a:defRPr>
            </a:lvl7pPr>
            <a:lvl8pPr>
              <a:buNone/>
              <a:defRPr sz="1050" b="0">
                <a:solidFill>
                  <a:srgbClr val="8DE5CA"/>
                </a:solidFill>
                <a:latin typeface="Noto Sans KR"/>
                <a:ea typeface="Noto Sans KR"/>
                <a:cs typeface="Noto Sans KR"/>
              </a:defRPr>
            </a:lvl8pPr>
            <a:lvl9pPr>
              <a:buNone/>
              <a:defRPr sz="1050" b="0">
                <a:solidFill>
                  <a:srgbClr val="8DE5CA"/>
                </a:solidFill>
                <a:latin typeface="Noto Sans KR"/>
                <a:ea typeface="Noto Sans KR"/>
                <a:cs typeface="Noto Sans KR"/>
              </a:defRPr>
            </a:lvl9pPr>
          </a:lstStyle>
          <a:p xmlns:a="http://schemas.openxmlformats.org/drawingml/2006/main">
            <a:pPr>
              <a:buNone/>
              <a:defRPr sz="1050" b="0">
                <a:solidFill>
                  <a:srgbClr val="8DE5CA"/>
                </a:solidFill>
                <a:latin typeface="Noto Sans KR"/>
                <a:ea typeface="Noto Sans KR"/>
                <a:cs typeface="Noto Sans KR"/>
              </a:defRPr>
            </a:pPr>
            <a:r>
              <a:rPr sz="1050" b="0">
                <a:solidFill>
                  <a:srgbClr val="8DE5CA"/>
                </a:solidFill>
                <a:latin typeface="Noto Sans KR"/>
                <a:ea typeface="Noto Sans KR"/>
                <a:cs typeface="Noto Sans KR"/>
              </a:rPr>
              <a:t>58</a:t>
            </a:r>
          </a:p>
        </p:txBody>
      </p:sp>
      <p:sp>
        <p:nvSpPr>
          <p:cNvPr id="4" name="">
            <a:extLst xmlns:a="http://schemas.openxmlformats.org/drawingml/2006/main">
              <a:ext uri="{FF2B5EF4-FFF2-40B4-BE49-F238E27FC236}">
                <a16:creationId xmlns:a16="http://schemas.microsoft.com/office/drawing/2014/main" id="{ED2E7967-3D59-49E2-AB3B-F7F8DEFBCC9E}"/>
              </a:ext>
            </a:extLst>
          </p:cNvPr>
          <p:cNvSpPr>
            <a:spLocks xmlns:a="http://schemas.openxmlformats.org/drawingml/2006/main" noGrp="1"/>
          </p:cNvSpPr>
          <p:nvPr/>
        </p:nvSpPr>
        <p:spPr>
          <a:xfrm xmlns:a="http://schemas.openxmlformats.org/drawingml/2006/main">
            <a:off x="571500"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EBBF3"/>
                </a:solidFill>
                <a:latin typeface="Noto Sans KR"/>
                <a:ea typeface="Noto Sans KR"/>
                <a:cs typeface="Noto Sans KR"/>
              </a:defRPr>
            </a:defPPr>
            <a:lvl1pPr>
              <a:buNone/>
              <a:defRPr sz="1275" b="1">
                <a:solidFill>
                  <a:srgbClr val="8EBBF3"/>
                </a:solidFill>
                <a:latin typeface="Noto Sans KR"/>
                <a:ea typeface="Noto Sans KR"/>
                <a:cs typeface="Noto Sans KR"/>
              </a:defRPr>
            </a:lvl1pPr>
            <a:lvl2pPr>
              <a:buNone/>
              <a:defRPr sz="1275" b="1">
                <a:solidFill>
                  <a:srgbClr val="8EBBF3"/>
                </a:solidFill>
                <a:latin typeface="Noto Sans KR"/>
                <a:ea typeface="Noto Sans KR"/>
                <a:cs typeface="Noto Sans KR"/>
              </a:defRPr>
            </a:lvl2pPr>
            <a:lvl3pPr>
              <a:buNone/>
              <a:defRPr sz="1275" b="1">
                <a:solidFill>
                  <a:srgbClr val="8EBBF3"/>
                </a:solidFill>
                <a:latin typeface="Noto Sans KR"/>
                <a:ea typeface="Noto Sans KR"/>
                <a:cs typeface="Noto Sans KR"/>
              </a:defRPr>
            </a:lvl3pPr>
            <a:lvl4pPr>
              <a:buNone/>
              <a:defRPr sz="1275" b="1">
                <a:solidFill>
                  <a:srgbClr val="8EBBF3"/>
                </a:solidFill>
                <a:latin typeface="Noto Sans KR"/>
                <a:ea typeface="Noto Sans KR"/>
                <a:cs typeface="Noto Sans KR"/>
              </a:defRPr>
            </a:lvl4pPr>
            <a:lvl5pPr>
              <a:buNone/>
              <a:defRPr sz="1275" b="1">
                <a:solidFill>
                  <a:srgbClr val="8EBBF3"/>
                </a:solidFill>
                <a:latin typeface="Noto Sans KR"/>
                <a:ea typeface="Noto Sans KR"/>
                <a:cs typeface="Noto Sans KR"/>
              </a:defRPr>
            </a:lvl5pPr>
            <a:lvl6pPr>
              <a:buNone/>
              <a:defRPr sz="1275" b="1">
                <a:solidFill>
                  <a:srgbClr val="8EBBF3"/>
                </a:solidFill>
                <a:latin typeface="Noto Sans KR"/>
                <a:ea typeface="Noto Sans KR"/>
                <a:cs typeface="Noto Sans KR"/>
              </a:defRPr>
            </a:lvl6pPr>
            <a:lvl7pPr>
              <a:buNone/>
              <a:defRPr sz="1275" b="1">
                <a:solidFill>
                  <a:srgbClr val="8EBBF3"/>
                </a:solidFill>
                <a:latin typeface="Noto Sans KR"/>
                <a:ea typeface="Noto Sans KR"/>
                <a:cs typeface="Noto Sans KR"/>
              </a:defRPr>
            </a:lvl7pPr>
            <a:lvl8pPr>
              <a:buNone/>
              <a:defRPr sz="1275" b="1">
                <a:solidFill>
                  <a:srgbClr val="8EBBF3"/>
                </a:solidFill>
                <a:latin typeface="Noto Sans KR"/>
                <a:ea typeface="Noto Sans KR"/>
                <a:cs typeface="Noto Sans KR"/>
              </a:defRPr>
            </a:lvl8pPr>
            <a:lvl9pPr>
              <a:buNone/>
              <a:defRPr sz="1275" b="1">
                <a:solidFill>
                  <a:srgbClr val="8EBBF3"/>
                </a:solidFill>
                <a:latin typeface="Noto Sans KR"/>
                <a:ea typeface="Noto Sans KR"/>
                <a:cs typeface="Noto Sans KR"/>
              </a:defRPr>
            </a:lvl9pPr>
          </a:lstStyle>
          <a:p xmlns:a="http://schemas.openxmlformats.org/drawingml/2006/main">
            <a:pPr>
              <a:buNone/>
              <a:defRPr sz="1275" b="1">
                <a:solidFill>
                  <a:srgbClr val="8EBBF3"/>
                </a:solidFill>
                <a:latin typeface="Noto Sans KR"/>
                <a:ea typeface="Noto Sans KR"/>
                <a:cs typeface="Noto Sans KR"/>
              </a:defRPr>
            </a:pPr>
            <a:r>
              <a:rPr sz="1275" b="1">
                <a:solidFill>
                  <a:srgbClr val="8EBBF3"/>
                </a:solidFill>
                <a:latin typeface="Noto Sans KR"/>
                <a:ea typeface="Noto Sans KR"/>
                <a:cs typeface="Noto Sans KR"/>
              </a:rPr>
              <a:t>문서가 들어오면 미리 준비</a:t>
            </a:r>
          </a:p>
        </p:txBody>
      </p:sp>
      <p:sp>
        <p:nvSpPr>
          <p:cNvPr id="5" name="">
            <a:extLst xmlns:a="http://schemas.openxmlformats.org/drawingml/2006/main">
              <a:ext uri="{FF2B5EF4-FFF2-40B4-BE49-F238E27FC236}">
                <a16:creationId xmlns:a16="http://schemas.microsoft.com/office/drawing/2014/main" id="{37C15177-89C3-4BD7-8299-A779ACE3B9F2}"/>
              </a:ext>
            </a:extLst>
          </p:cNvPr>
          <p:cNvSpPr>
            <a:spLocks xmlns:a="http://schemas.openxmlformats.org/drawingml/2006/main" noGrp="1"/>
          </p:cNvSpPr>
          <p:nvPr/>
        </p:nvSpPr>
        <p:spPr>
          <a:xfrm xmlns:a="http://schemas.openxmlformats.org/drawingml/2006/main">
            <a:off x="571500"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개체 사이 지식 관계 구성</a:t>
            </a:r>
          </a:p>
        </p:txBody>
      </p:sp>
      <p:sp>
        <p:nvSpPr>
          <p:cNvPr id="6" name="">
            <a:extLst xmlns:a="http://schemas.openxmlformats.org/drawingml/2006/main">
              <a:ext uri="{FF2B5EF4-FFF2-40B4-BE49-F238E27FC236}">
                <a16:creationId xmlns:a16="http://schemas.microsoft.com/office/drawing/2014/main" id="{0EAED450-5A2F-481E-AF52-D4158CEA7D7C}"/>
              </a:ext>
            </a:extLst>
          </p:cNvPr>
          <p:cNvSpPr>
            <a:spLocks xmlns:a="http://schemas.openxmlformats.org/drawingml/2006/main" noGrp="1"/>
          </p:cNvSpPr>
          <p:nvPr/>
        </p:nvSpPr>
        <p:spPr>
          <a:xfrm xmlns:a="http://schemas.openxmlformats.org/drawingml/2006/main">
            <a:off x="571500"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원문 문서 연결</a:t>
            </a:r>
          </a:p>
        </p:txBody>
      </p:sp>
      <p:sp>
        <p:nvSpPr>
          <p:cNvPr id="8" name="">
            <a:extLst xmlns:a="http://schemas.openxmlformats.org/drawingml/2006/main">
              <a:ext uri="{FF2B5EF4-FFF2-40B4-BE49-F238E27FC236}">
                <a16:creationId xmlns:a16="http://schemas.microsoft.com/office/drawing/2014/main" id="{41DAE82F-E70B-41AD-A502-7647BEB4E10A}"/>
              </a:ext>
            </a:extLst>
          </p:cNvPr>
          <p:cNvSpPr>
            <a:spLocks xmlns:a="http://schemas.openxmlformats.org/drawingml/2006/main" noGrp="1"/>
          </p:cNvSpPr>
          <p:nvPr/>
        </p:nvSpPr>
        <p:spPr>
          <a:xfrm xmlns:a="http://schemas.openxmlformats.org/drawingml/2006/main">
            <a:off x="571500"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개체의 속성 정보 연결</a:t>
            </a:r>
          </a:p>
        </p:txBody>
      </p:sp>
      <p:sp>
        <p:nvSpPr>
          <p:cNvPr id="10" name="">
            <a:extLst xmlns:a="http://schemas.openxmlformats.org/drawingml/2006/main">
              <a:ext uri="{FF2B5EF4-FFF2-40B4-BE49-F238E27FC236}">
                <a16:creationId xmlns:a16="http://schemas.microsoft.com/office/drawing/2014/main" id="{ADBDE7D7-1446-490D-B04B-29D95FD5DF86}"/>
              </a:ext>
            </a:extLst>
          </p:cNvPr>
          <p:cNvSpPr>
            <a:spLocks xmlns:a="http://schemas.openxmlformats.org/drawingml/2006/main" noGrp="1"/>
          </p:cNvSpPr>
          <p:nvPr/>
        </p:nvSpPr>
        <p:spPr>
          <a:xfrm xmlns:a="http://schemas.openxmlformats.org/drawingml/2006/main">
            <a:off x="571500"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그룹 정보 연결</a:t>
            </a:r>
          </a:p>
        </p:txBody>
      </p:sp>
      <p:sp>
        <p:nvSpPr>
          <p:cNvPr id="12" name="">
            <a:extLst xmlns:a="http://schemas.openxmlformats.org/drawingml/2006/main">
              <a:ext uri="{FF2B5EF4-FFF2-40B4-BE49-F238E27FC236}">
                <a16:creationId xmlns:a16="http://schemas.microsoft.com/office/drawing/2014/main" id="{E8222DFA-1C95-48BB-ADBC-7C5047CE9456}"/>
              </a:ext>
            </a:extLst>
          </p:cNvPr>
          <p:cNvSpPr>
            <a:spLocks xmlns:a="http://schemas.openxmlformats.org/drawingml/2006/main" noGrp="1"/>
          </p:cNvSpPr>
          <p:nvPr/>
        </p:nvSpPr>
        <p:spPr>
          <a:xfrm xmlns:a="http://schemas.openxmlformats.org/drawingml/2006/main">
            <a:off x="571500"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네 구조를 QuadGraph로 통합</a:t>
            </a:r>
          </a:p>
        </p:txBody>
      </p:sp>
      <p:sp>
        <p:nvSpPr>
          <p:cNvPr id="14" name="">
            <a:extLst xmlns:a="http://schemas.openxmlformats.org/drawingml/2006/main">
              <a:ext uri="{FF2B5EF4-FFF2-40B4-BE49-F238E27FC236}">
                <a16:creationId xmlns:a16="http://schemas.microsoft.com/office/drawing/2014/main" id="{569C266E-0C10-46C9-8F30-E14E0AF5830B}"/>
              </a:ext>
            </a:extLst>
          </p:cNvPr>
          <p:cNvSpPr>
            <a:spLocks xmlns:a="http://schemas.openxmlformats.org/drawingml/2006/main" noGrp="1"/>
          </p:cNvSpPr>
          <p:nvPr/>
        </p:nvSpPr>
        <p:spPr>
          <a:xfrm xmlns:a="http://schemas.openxmlformats.org/drawingml/2006/main">
            <a:off x="6524625"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DE5CA"/>
                </a:solidFill>
                <a:latin typeface="Noto Sans KR"/>
                <a:ea typeface="Noto Sans KR"/>
                <a:cs typeface="Noto Sans KR"/>
              </a:defRPr>
            </a:defPPr>
            <a:lvl1pPr>
              <a:buNone/>
              <a:defRPr sz="1275" b="1">
                <a:solidFill>
                  <a:srgbClr val="8DE5CA"/>
                </a:solidFill>
                <a:latin typeface="Noto Sans KR"/>
                <a:ea typeface="Noto Sans KR"/>
                <a:cs typeface="Noto Sans KR"/>
              </a:defRPr>
            </a:lvl1pPr>
            <a:lvl2pPr>
              <a:buNone/>
              <a:defRPr sz="1275" b="1">
                <a:solidFill>
                  <a:srgbClr val="8DE5CA"/>
                </a:solidFill>
                <a:latin typeface="Noto Sans KR"/>
                <a:ea typeface="Noto Sans KR"/>
                <a:cs typeface="Noto Sans KR"/>
              </a:defRPr>
            </a:lvl2pPr>
            <a:lvl3pPr>
              <a:buNone/>
              <a:defRPr sz="1275" b="1">
                <a:solidFill>
                  <a:srgbClr val="8DE5CA"/>
                </a:solidFill>
                <a:latin typeface="Noto Sans KR"/>
                <a:ea typeface="Noto Sans KR"/>
                <a:cs typeface="Noto Sans KR"/>
              </a:defRPr>
            </a:lvl3pPr>
            <a:lvl4pPr>
              <a:buNone/>
              <a:defRPr sz="1275" b="1">
                <a:solidFill>
                  <a:srgbClr val="8DE5CA"/>
                </a:solidFill>
                <a:latin typeface="Noto Sans KR"/>
                <a:ea typeface="Noto Sans KR"/>
                <a:cs typeface="Noto Sans KR"/>
              </a:defRPr>
            </a:lvl4pPr>
            <a:lvl5pPr>
              <a:buNone/>
              <a:defRPr sz="1275" b="1">
                <a:solidFill>
                  <a:srgbClr val="8DE5CA"/>
                </a:solidFill>
                <a:latin typeface="Noto Sans KR"/>
                <a:ea typeface="Noto Sans KR"/>
                <a:cs typeface="Noto Sans KR"/>
              </a:defRPr>
            </a:lvl5pPr>
            <a:lvl6pPr>
              <a:buNone/>
              <a:defRPr sz="1275" b="1">
                <a:solidFill>
                  <a:srgbClr val="8DE5CA"/>
                </a:solidFill>
                <a:latin typeface="Noto Sans KR"/>
                <a:ea typeface="Noto Sans KR"/>
                <a:cs typeface="Noto Sans KR"/>
              </a:defRPr>
            </a:lvl6pPr>
            <a:lvl7pPr>
              <a:buNone/>
              <a:defRPr sz="1275" b="1">
                <a:solidFill>
                  <a:srgbClr val="8DE5CA"/>
                </a:solidFill>
                <a:latin typeface="Noto Sans KR"/>
                <a:ea typeface="Noto Sans KR"/>
                <a:cs typeface="Noto Sans KR"/>
              </a:defRPr>
            </a:lvl7pPr>
            <a:lvl8pPr>
              <a:buNone/>
              <a:defRPr sz="1275" b="1">
                <a:solidFill>
                  <a:srgbClr val="8DE5CA"/>
                </a:solidFill>
                <a:latin typeface="Noto Sans KR"/>
                <a:ea typeface="Noto Sans KR"/>
                <a:cs typeface="Noto Sans KR"/>
              </a:defRPr>
            </a:lvl8pPr>
            <a:lvl9pPr>
              <a:buNone/>
              <a:defRPr sz="1275" b="1">
                <a:solidFill>
                  <a:srgbClr val="8DE5CA"/>
                </a:solidFill>
                <a:latin typeface="Noto Sans KR"/>
                <a:ea typeface="Noto Sans KR"/>
                <a:cs typeface="Noto Sans KR"/>
              </a:defRPr>
            </a:lvl9pPr>
          </a:lstStyle>
          <a:p xmlns:a="http://schemas.openxmlformats.org/drawingml/2006/main">
            <a:pPr>
              <a:buNone/>
              <a:defRPr sz="1275" b="1">
                <a:solidFill>
                  <a:srgbClr val="8DE5CA"/>
                </a:solidFill>
                <a:latin typeface="Noto Sans KR"/>
                <a:ea typeface="Noto Sans KR"/>
                <a:cs typeface="Noto Sans KR"/>
              </a:defRPr>
            </a:pPr>
            <a:r>
              <a:rPr sz="1275" b="1">
                <a:solidFill>
                  <a:srgbClr val="8DE5CA"/>
                </a:solidFill>
                <a:latin typeface="Noto Sans KR"/>
                <a:ea typeface="Noto Sans KR"/>
                <a:cs typeface="Noto Sans KR"/>
              </a:rPr>
              <a:t>질문이 오면 검색하고 답변</a:t>
            </a:r>
          </a:p>
        </p:txBody>
      </p:sp>
      <p:sp>
        <p:nvSpPr>
          <p:cNvPr id="15" name="">
            <a:extLst xmlns:a="http://schemas.openxmlformats.org/drawingml/2006/main">
              <a:ext uri="{FF2B5EF4-FFF2-40B4-BE49-F238E27FC236}">
                <a16:creationId xmlns:a16="http://schemas.microsoft.com/office/drawing/2014/main" id="{92DEAABD-B17B-449B-BFC6-41E1477818A1}"/>
              </a:ext>
            </a:extLst>
          </p:cNvPr>
          <p:cNvSpPr>
            <a:spLocks xmlns:a="http://schemas.openxmlformats.org/drawingml/2006/main" noGrp="1"/>
          </p:cNvSpPr>
          <p:nvPr/>
        </p:nvSpPr>
        <p:spPr>
          <a:xfrm xmlns:a="http://schemas.openxmlformats.org/drawingml/2006/main">
            <a:off x="6524625"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질문을 벡터로 변환</a:t>
            </a:r>
          </a:p>
        </p:txBody>
      </p:sp>
      <p:sp>
        <p:nvSpPr>
          <p:cNvPr id="16" name="">
            <a:extLst xmlns:a="http://schemas.openxmlformats.org/drawingml/2006/main">
              <a:ext uri="{FF2B5EF4-FFF2-40B4-BE49-F238E27FC236}">
                <a16:creationId xmlns:a16="http://schemas.microsoft.com/office/drawing/2014/main" id="{CC2B116D-CF30-4FE4-8B90-0966FF3BBF79}"/>
              </a:ext>
            </a:extLst>
          </p:cNvPr>
          <p:cNvSpPr>
            <a:spLocks xmlns:a="http://schemas.openxmlformats.org/drawingml/2006/main" noGrp="1"/>
          </p:cNvSpPr>
          <p:nvPr/>
        </p:nvSpPr>
        <p:spPr>
          <a:xfrm xmlns:a="http://schemas.openxmlformats.org/drawingml/2006/main">
            <a:off x="6524625"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학습 모델로 그래프 정보 전달</a:t>
            </a:r>
          </a:p>
        </p:txBody>
      </p:sp>
      <p:sp>
        <p:nvSpPr>
          <p:cNvPr id="18" name="">
            <a:extLst xmlns:a="http://schemas.openxmlformats.org/drawingml/2006/main">
              <a:ext uri="{FF2B5EF4-FFF2-40B4-BE49-F238E27FC236}">
                <a16:creationId xmlns:a16="http://schemas.microsoft.com/office/drawing/2014/main" id="{13982F2C-D428-4256-8D43-FA709E1A9DB4}"/>
              </a:ext>
            </a:extLst>
          </p:cNvPr>
          <p:cNvSpPr>
            <a:spLocks xmlns:a="http://schemas.openxmlformats.org/drawingml/2006/main" noGrp="1"/>
          </p:cNvSpPr>
          <p:nvPr/>
        </p:nvSpPr>
        <p:spPr>
          <a:xfrm xmlns:a="http://schemas.openxmlformats.org/drawingml/2006/main">
            <a:off x="6524625"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관련 노드와 문서 예측</a:t>
            </a:r>
          </a:p>
        </p:txBody>
      </p:sp>
      <p:sp>
        <p:nvSpPr>
          <p:cNvPr id="20" name="">
            <a:extLst xmlns:a="http://schemas.openxmlformats.org/drawingml/2006/main">
              <a:ext uri="{FF2B5EF4-FFF2-40B4-BE49-F238E27FC236}">
                <a16:creationId xmlns:a16="http://schemas.microsoft.com/office/drawing/2014/main" id="{A30ABD75-E834-4097-AD9F-C56AAB754EB1}"/>
              </a:ext>
            </a:extLst>
          </p:cNvPr>
          <p:cNvSpPr>
            <a:spLocks xmlns:a="http://schemas.openxmlformats.org/drawingml/2006/main" noGrp="1"/>
          </p:cNvSpPr>
          <p:nvPr/>
        </p:nvSpPr>
        <p:spPr>
          <a:xfrm xmlns:a="http://schemas.openxmlformats.org/drawingml/2006/main">
            <a:off x="6524625"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답변에 필요한 근거 선택</a:t>
            </a:r>
          </a:p>
        </p:txBody>
      </p:sp>
      <p:sp>
        <p:nvSpPr>
          <p:cNvPr id="22" name="">
            <a:extLst xmlns:a="http://schemas.openxmlformats.org/drawingml/2006/main">
              <a:ext uri="{FF2B5EF4-FFF2-40B4-BE49-F238E27FC236}">
                <a16:creationId xmlns:a16="http://schemas.microsoft.com/office/drawing/2014/main" id="{AA38B5CC-BCE5-421C-B89B-1C27597A9A06}"/>
              </a:ext>
            </a:extLst>
          </p:cNvPr>
          <p:cNvSpPr>
            <a:spLocks xmlns:a="http://schemas.openxmlformats.org/drawingml/2006/main" noGrp="1"/>
          </p:cNvSpPr>
          <p:nvPr/>
        </p:nvSpPr>
        <p:spPr>
          <a:xfrm xmlns:a="http://schemas.openxmlformats.org/drawingml/2006/main">
            <a:off x="6524625"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선택한 근거로 답변 작성</a:t>
            </a:r>
          </a:p>
        </p:txBody>
      </p:sp>
      <p:sp>
        <p:nvSpPr>
          <p:cNvPr id="24" name="">
            <a:extLst xmlns:a="http://schemas.openxmlformats.org/drawingml/2006/main">
              <a:ext uri="{FF2B5EF4-FFF2-40B4-BE49-F238E27FC236}">
                <a16:creationId xmlns:a16="http://schemas.microsoft.com/office/drawing/2014/main" id="{A1CA9A62-1F46-494D-AD09-3962C79FA099}"/>
              </a:ext>
            </a:extLst>
          </p:cNvPr>
          <p:cNvSpPr>
            <a:spLocks xmlns:a="http://schemas.openxmlformats.org/drawingml/2006/main" noGrp="1"/>
          </p:cNvSpPr>
          <p:nvPr/>
        </p:nvSpPr>
        <p:spPr>
          <a:xfrm xmlns:a="http://schemas.openxmlformats.org/drawingml/2006/main">
            <a:off x="571500" y="5734050"/>
            <a:ext cx="1095375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9BB4C0"/>
                </a:solidFill>
                <a:latin typeface="Noto Sans KR"/>
                <a:ea typeface="Noto Sans KR"/>
                <a:cs typeface="Noto Sans KR"/>
              </a:defRPr>
            </a:defPPr>
            <a:lvl1pPr>
              <a:buNone/>
              <a:defRPr sz="1200" b="0">
                <a:solidFill>
                  <a:srgbClr val="9BB4C0"/>
                </a:solidFill>
                <a:latin typeface="Noto Sans KR"/>
                <a:ea typeface="Noto Sans KR"/>
                <a:cs typeface="Noto Sans KR"/>
              </a:defRPr>
            </a:lvl1pPr>
            <a:lvl2pPr>
              <a:buNone/>
              <a:defRPr sz="1200" b="0">
                <a:solidFill>
                  <a:srgbClr val="9BB4C0"/>
                </a:solidFill>
                <a:latin typeface="Noto Sans KR"/>
                <a:ea typeface="Noto Sans KR"/>
                <a:cs typeface="Noto Sans KR"/>
              </a:defRPr>
            </a:lvl2pPr>
            <a:lvl3pPr>
              <a:buNone/>
              <a:defRPr sz="1200" b="0">
                <a:solidFill>
                  <a:srgbClr val="9BB4C0"/>
                </a:solidFill>
                <a:latin typeface="Noto Sans KR"/>
                <a:ea typeface="Noto Sans KR"/>
                <a:cs typeface="Noto Sans KR"/>
              </a:defRPr>
            </a:lvl3pPr>
            <a:lvl4pPr>
              <a:buNone/>
              <a:defRPr sz="1200" b="0">
                <a:solidFill>
                  <a:srgbClr val="9BB4C0"/>
                </a:solidFill>
                <a:latin typeface="Noto Sans KR"/>
                <a:ea typeface="Noto Sans KR"/>
                <a:cs typeface="Noto Sans KR"/>
              </a:defRPr>
            </a:lvl4pPr>
            <a:lvl5pPr>
              <a:buNone/>
              <a:defRPr sz="1200" b="0">
                <a:solidFill>
                  <a:srgbClr val="9BB4C0"/>
                </a:solidFill>
                <a:latin typeface="Noto Sans KR"/>
                <a:ea typeface="Noto Sans KR"/>
                <a:cs typeface="Noto Sans KR"/>
              </a:defRPr>
            </a:lvl5pPr>
            <a:lvl6pPr>
              <a:buNone/>
              <a:defRPr sz="1200" b="0">
                <a:solidFill>
                  <a:srgbClr val="9BB4C0"/>
                </a:solidFill>
                <a:latin typeface="Noto Sans KR"/>
                <a:ea typeface="Noto Sans KR"/>
                <a:cs typeface="Noto Sans KR"/>
              </a:defRPr>
            </a:lvl6pPr>
            <a:lvl7pPr>
              <a:buNone/>
              <a:defRPr sz="1200" b="0">
                <a:solidFill>
                  <a:srgbClr val="9BB4C0"/>
                </a:solidFill>
                <a:latin typeface="Noto Sans KR"/>
                <a:ea typeface="Noto Sans KR"/>
                <a:cs typeface="Noto Sans KR"/>
              </a:defRPr>
            </a:lvl7pPr>
            <a:lvl8pPr>
              <a:buNone/>
              <a:defRPr sz="1200" b="0">
                <a:solidFill>
                  <a:srgbClr val="9BB4C0"/>
                </a:solidFill>
                <a:latin typeface="Noto Sans KR"/>
                <a:ea typeface="Noto Sans KR"/>
                <a:cs typeface="Noto Sans KR"/>
              </a:defRPr>
            </a:lvl8pPr>
            <a:lvl9pPr>
              <a:buNone/>
              <a:defRPr sz="1200" b="0">
                <a:solidFill>
                  <a:srgbClr val="9BB4C0"/>
                </a:solidFill>
                <a:latin typeface="Noto Sans KR"/>
                <a:ea typeface="Noto Sans KR"/>
                <a:cs typeface="Noto Sans KR"/>
              </a:defRPr>
            </a:lvl9pPr>
          </a:lstStyle>
          <a:p xmlns:a="http://schemas.openxmlformats.org/drawingml/2006/main">
            <a:pPr>
              <a:buNone/>
              <a:defRPr sz="1200" b="0">
                <a:solidFill>
                  <a:srgbClr val="9BB4C0"/>
                </a:solidFill>
                <a:latin typeface="Noto Sans KR"/>
                <a:ea typeface="Noto Sans KR"/>
                <a:cs typeface="Noto Sans KR"/>
              </a:defRPr>
            </a:pPr>
            <a:r>
              <a:rPr sz="1200" b="0">
                <a:solidFill>
                  <a:srgbClr val="9BB4C0"/>
                </a:solidFill>
                <a:latin typeface="Noto Sans KR"/>
                <a:ea typeface="Noto Sans KR"/>
                <a:cs typeface="Noto Sans KR"/>
              </a:rPr>
              <a:t>웹 실습은 핵심 흐름을 보여 주는 축소 예제입니다. 원 논문과의 차이는 발표자 노트를 참고해 주세요.</a:t>
            </a:r>
          </a:p>
        </p:txBody>
      </p:sp>
    </p:spTree>
    <p:extLst>
      <p:ext uri="{BB962C8B-B14F-4D97-AF65-F5344CB8AC3E}">
        <p14:creationId xmlns:p14="http://schemas.microsoft.com/office/powerpoint/2010/main" val="1662042245"/>
      </p:ext>
    </p:extLst>
  </p:cSld>
</p:sld>
</file>

<file path=ppt/slides/slide59.xml><?xml version="1.0" encoding="utf-8"?>
<p:sld xmlns:p="http://schemas.openxmlformats.org/presentationml/2006/main">
  <p:cSld>
    <p:bg>
      <p:bgPr>
        <a:solidFill xmlns:a="http://schemas.openxmlformats.org/drawingml/2006/main">
          <a:srgbClr val="071824"/>
        </a:solidFill>
      </p:bgPr>
    </p:bg>
    <p:spTree>
      <p:nvGrpSpPr>
        <p:cNvPr id="1" name=""/>
        <p:cNvGrpSpPr/>
        <p:nvPr/>
      </p:nvGrpSpPr>
      <p:grpSpPr>
        <a:xfrm xmlns:a="http://schemas.openxmlformats.org/drawingml/2006/main"/>
      </p:grpSpPr>
      <p:cxnSp>
        <p:nvCxnSpPr>
          <p:cNvPr id="23" name="">
            <a:extLst xmlns:a="http://schemas.openxmlformats.org/drawingml/2006/main">
              <a:ext uri="{FF2B5EF4-FFF2-40B4-BE49-F238E27FC236}">
                <a16:creationId xmlns:a16="http://schemas.microsoft.com/office/drawing/2014/main" id="{ACB215C0-AC0D-492A-BA16-943882580125}"/>
              </a:ext>
            </a:extLst>
          </p:cNvPr>
          <p:cNvCxnSpPr>
            <a:stCxn xmlns:a="http://schemas.openxmlformats.org/drawingml/2006/main" id="20" idx="2"/>
            <a:endCxn xmlns:a="http://schemas.openxmlformats.org/drawingml/2006/main" id="22" idx="0"/>
          </p:cNvCxnSpPr>
          <p:nvPr/>
        </p:nvCxnSpPr>
        <p:spPr>
          <a:xfrm xmlns:a="http://schemas.openxmlformats.org/drawingml/2006/main">
            <a:off x="9072563" y="463867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21" name="">
            <a:extLst xmlns:a="http://schemas.openxmlformats.org/drawingml/2006/main">
              <a:ext uri="{FF2B5EF4-FFF2-40B4-BE49-F238E27FC236}">
                <a16:creationId xmlns:a16="http://schemas.microsoft.com/office/drawing/2014/main" id="{FD17381B-CB8D-4A8C-A9D4-BAAF27CF7D17}"/>
              </a:ext>
            </a:extLst>
          </p:cNvPr>
          <p:cNvCxnSpPr>
            <a:stCxn xmlns:a="http://schemas.openxmlformats.org/drawingml/2006/main" id="18" idx="2"/>
            <a:endCxn xmlns:a="http://schemas.openxmlformats.org/drawingml/2006/main" id="20" idx="0"/>
          </p:cNvCxnSpPr>
          <p:nvPr/>
        </p:nvCxnSpPr>
        <p:spPr>
          <a:xfrm xmlns:a="http://schemas.openxmlformats.org/drawingml/2006/main">
            <a:off x="9072563" y="398145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9" name="">
            <a:extLst xmlns:a="http://schemas.openxmlformats.org/drawingml/2006/main">
              <a:ext uri="{FF2B5EF4-FFF2-40B4-BE49-F238E27FC236}">
                <a16:creationId xmlns:a16="http://schemas.microsoft.com/office/drawing/2014/main" id="{5FCFC535-48D0-4308-B65D-937E439EF58F}"/>
              </a:ext>
            </a:extLst>
          </p:cNvPr>
          <p:cNvCxnSpPr>
            <a:stCxn xmlns:a="http://schemas.openxmlformats.org/drawingml/2006/main" id="16" idx="2"/>
            <a:endCxn xmlns:a="http://schemas.openxmlformats.org/drawingml/2006/main" id="18" idx="0"/>
          </p:cNvCxnSpPr>
          <p:nvPr/>
        </p:nvCxnSpPr>
        <p:spPr>
          <a:xfrm xmlns:a="http://schemas.openxmlformats.org/drawingml/2006/main">
            <a:off x="9072563" y="332422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7" name="">
            <a:extLst xmlns:a="http://schemas.openxmlformats.org/drawingml/2006/main">
              <a:ext uri="{FF2B5EF4-FFF2-40B4-BE49-F238E27FC236}">
                <a16:creationId xmlns:a16="http://schemas.microsoft.com/office/drawing/2014/main" id="{9B6D789C-B556-4C6D-969E-096D0ACD2FBD}"/>
              </a:ext>
            </a:extLst>
          </p:cNvPr>
          <p:cNvCxnSpPr>
            <a:stCxn xmlns:a="http://schemas.openxmlformats.org/drawingml/2006/main" id="15" idx="2"/>
            <a:endCxn xmlns:a="http://schemas.openxmlformats.org/drawingml/2006/main" id="16" idx="0"/>
          </p:cNvCxnSpPr>
          <p:nvPr/>
        </p:nvCxnSpPr>
        <p:spPr>
          <a:xfrm xmlns:a="http://schemas.openxmlformats.org/drawingml/2006/main">
            <a:off x="9072563" y="266700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3" name="">
            <a:extLst xmlns:a="http://schemas.openxmlformats.org/drawingml/2006/main">
              <a:ext uri="{FF2B5EF4-FFF2-40B4-BE49-F238E27FC236}">
                <a16:creationId xmlns:a16="http://schemas.microsoft.com/office/drawing/2014/main" id="{026D7E33-88FA-4CDF-B5D6-11E56663ECFE}"/>
              </a:ext>
            </a:extLst>
          </p:cNvPr>
          <p:cNvCxnSpPr>
            <a:stCxn xmlns:a="http://schemas.openxmlformats.org/drawingml/2006/main" id="10" idx="2"/>
            <a:endCxn xmlns:a="http://schemas.openxmlformats.org/drawingml/2006/main" id="12" idx="0"/>
          </p:cNvCxnSpPr>
          <p:nvPr/>
        </p:nvCxnSpPr>
        <p:spPr>
          <a:xfrm xmlns:a="http://schemas.openxmlformats.org/drawingml/2006/main">
            <a:off x="3119438" y="463867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11" name="">
            <a:extLst xmlns:a="http://schemas.openxmlformats.org/drawingml/2006/main">
              <a:ext uri="{FF2B5EF4-FFF2-40B4-BE49-F238E27FC236}">
                <a16:creationId xmlns:a16="http://schemas.microsoft.com/office/drawing/2014/main" id="{A0AFC058-E46B-42D9-9122-80B0B0BA0AED}"/>
              </a:ext>
            </a:extLst>
          </p:cNvPr>
          <p:cNvCxnSpPr>
            <a:stCxn xmlns:a="http://schemas.openxmlformats.org/drawingml/2006/main" id="8" idx="2"/>
            <a:endCxn xmlns:a="http://schemas.openxmlformats.org/drawingml/2006/main" id="10" idx="0"/>
          </p:cNvCxnSpPr>
          <p:nvPr/>
        </p:nvCxnSpPr>
        <p:spPr>
          <a:xfrm xmlns:a="http://schemas.openxmlformats.org/drawingml/2006/main">
            <a:off x="3119438" y="398145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9" name="">
            <a:extLst xmlns:a="http://schemas.openxmlformats.org/drawingml/2006/main">
              <a:ext uri="{FF2B5EF4-FFF2-40B4-BE49-F238E27FC236}">
                <a16:creationId xmlns:a16="http://schemas.microsoft.com/office/drawing/2014/main" id="{CEE3B634-77D2-41DB-9568-4D4EDEB693E3}"/>
              </a:ext>
            </a:extLst>
          </p:cNvPr>
          <p:cNvCxnSpPr>
            <a:stCxn xmlns:a="http://schemas.openxmlformats.org/drawingml/2006/main" id="6" idx="2"/>
            <a:endCxn xmlns:a="http://schemas.openxmlformats.org/drawingml/2006/main" id="8" idx="0"/>
          </p:cNvCxnSpPr>
          <p:nvPr/>
        </p:nvCxnSpPr>
        <p:spPr>
          <a:xfrm xmlns:a="http://schemas.openxmlformats.org/drawingml/2006/main">
            <a:off x="3119438" y="332422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7" name="">
            <a:extLst xmlns:a="http://schemas.openxmlformats.org/drawingml/2006/main">
              <a:ext uri="{FF2B5EF4-FFF2-40B4-BE49-F238E27FC236}">
                <a16:creationId xmlns:a16="http://schemas.microsoft.com/office/drawing/2014/main" id="{E1ED9090-70DE-4C7F-AB7B-94A51A5B8D50}"/>
              </a:ext>
            </a:extLst>
          </p:cNvPr>
          <p:cNvCxnSpPr>
            <a:stCxn xmlns:a="http://schemas.openxmlformats.org/drawingml/2006/main" id="5" idx="2"/>
            <a:endCxn xmlns:a="http://schemas.openxmlformats.org/drawingml/2006/main" id="6" idx="0"/>
          </p:cNvCxnSpPr>
          <p:nvPr/>
        </p:nvCxnSpPr>
        <p:spPr>
          <a:xfrm xmlns:a="http://schemas.openxmlformats.org/drawingml/2006/main">
            <a:off x="3119438" y="266700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sp>
        <p:nvSpPr>
          <p:cNvPr id="25" name="">
            <a:extLst xmlns:a="http://schemas.openxmlformats.org/drawingml/2006/main">
              <a:ext uri="{FF2B5EF4-FFF2-40B4-BE49-F238E27FC236}">
                <a16:creationId xmlns:a16="http://schemas.microsoft.com/office/drawing/2014/main" id="{7E096587-04B4-4119-84AD-8893CA7AE0C7}"/>
              </a:ext>
            </a:extLst>
          </p:cNvPr>
          <p:cNvSpPr>
            <a:spLocks xmlns:a="http://schemas.openxmlformats.org/drawingml/2006/main" noGrp="1"/>
          </p:cNvSpPr>
          <p:nvPr/>
        </p:nvSpPr>
        <p:spPr>
          <a:xfrm xmlns:a="http://schemas.openxmlformats.org/drawingml/2006/main">
            <a:off x="571500" y="285750"/>
            <a:ext cx="10858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00" b="1">
                <a:solidFill>
                  <a:srgbClr val="8DE5CA"/>
                </a:solidFill>
                <a:latin typeface="Noto Sans KR"/>
                <a:ea typeface="Noto Sans KR"/>
                <a:cs typeface="Noto Sans KR"/>
              </a:defRPr>
            </a:defPPr>
            <a:lvl1pPr>
              <a:buNone/>
              <a:defRPr sz="900" b="1">
                <a:solidFill>
                  <a:srgbClr val="8DE5CA"/>
                </a:solidFill>
                <a:latin typeface="Noto Sans KR"/>
                <a:ea typeface="Noto Sans KR"/>
                <a:cs typeface="Noto Sans KR"/>
              </a:defRPr>
            </a:lvl1pPr>
            <a:lvl2pPr>
              <a:buNone/>
              <a:defRPr sz="900" b="1">
                <a:solidFill>
                  <a:srgbClr val="8DE5CA"/>
                </a:solidFill>
                <a:latin typeface="Noto Sans KR"/>
                <a:ea typeface="Noto Sans KR"/>
                <a:cs typeface="Noto Sans KR"/>
              </a:defRPr>
            </a:lvl2pPr>
            <a:lvl3pPr>
              <a:buNone/>
              <a:defRPr sz="900" b="1">
                <a:solidFill>
                  <a:srgbClr val="8DE5CA"/>
                </a:solidFill>
                <a:latin typeface="Noto Sans KR"/>
                <a:ea typeface="Noto Sans KR"/>
                <a:cs typeface="Noto Sans KR"/>
              </a:defRPr>
            </a:lvl3pPr>
            <a:lvl4pPr>
              <a:buNone/>
              <a:defRPr sz="900" b="1">
                <a:solidFill>
                  <a:srgbClr val="8DE5CA"/>
                </a:solidFill>
                <a:latin typeface="Noto Sans KR"/>
                <a:ea typeface="Noto Sans KR"/>
                <a:cs typeface="Noto Sans KR"/>
              </a:defRPr>
            </a:lvl4pPr>
            <a:lvl5pPr>
              <a:buNone/>
              <a:defRPr sz="900" b="1">
                <a:solidFill>
                  <a:srgbClr val="8DE5CA"/>
                </a:solidFill>
                <a:latin typeface="Noto Sans KR"/>
                <a:ea typeface="Noto Sans KR"/>
                <a:cs typeface="Noto Sans KR"/>
              </a:defRPr>
            </a:lvl5pPr>
            <a:lvl6pPr>
              <a:buNone/>
              <a:defRPr sz="900" b="1">
                <a:solidFill>
                  <a:srgbClr val="8DE5CA"/>
                </a:solidFill>
                <a:latin typeface="Noto Sans KR"/>
                <a:ea typeface="Noto Sans KR"/>
                <a:cs typeface="Noto Sans KR"/>
              </a:defRPr>
            </a:lvl6pPr>
            <a:lvl7pPr>
              <a:buNone/>
              <a:defRPr sz="900" b="1">
                <a:solidFill>
                  <a:srgbClr val="8DE5CA"/>
                </a:solidFill>
                <a:latin typeface="Noto Sans KR"/>
                <a:ea typeface="Noto Sans KR"/>
                <a:cs typeface="Noto Sans KR"/>
              </a:defRPr>
            </a:lvl7pPr>
            <a:lvl8pPr>
              <a:buNone/>
              <a:defRPr sz="900" b="1">
                <a:solidFill>
                  <a:srgbClr val="8DE5CA"/>
                </a:solidFill>
                <a:latin typeface="Noto Sans KR"/>
                <a:ea typeface="Noto Sans KR"/>
                <a:cs typeface="Noto Sans KR"/>
              </a:defRPr>
            </a:lvl8pPr>
            <a:lvl9pPr>
              <a:buNone/>
              <a:defRPr sz="900" b="1">
                <a:solidFill>
                  <a:srgbClr val="8DE5CA"/>
                </a:solidFill>
                <a:latin typeface="Noto Sans KR"/>
                <a:ea typeface="Noto Sans KR"/>
                <a:cs typeface="Noto Sans KR"/>
              </a:defRPr>
            </a:lvl9pPr>
          </a:lstStyle>
          <a:p xmlns:a="http://schemas.openxmlformats.org/drawingml/2006/main">
            <a:pPr>
              <a:buNone/>
              <a:defRPr sz="900" b="1">
                <a:solidFill>
                  <a:srgbClr val="8DE5CA"/>
                </a:solidFill>
                <a:latin typeface="Noto Sans KR"/>
                <a:ea typeface="Noto Sans KR"/>
                <a:cs typeface="Noto Sans KR"/>
              </a:defRPr>
            </a:pPr>
            <a:r>
              <a:rPr sz="900" b="1">
                <a:solidFill>
                  <a:srgbClr val="8DE5CA"/>
                </a:solidFill>
                <a:latin typeface="Noto Sans KR"/>
                <a:ea typeface="Noto Sans KR"/>
                <a:cs typeface="Noto Sans KR"/>
              </a:rPr>
              <a:t>PAPER ARCHITECTURE / RAGANYTHING</a:t>
            </a:r>
          </a:p>
        </p:txBody>
      </p:sp>
      <p:sp>
        <p:nvSpPr>
          <p:cNvPr id="2" name="">
            <a:extLst xmlns:a="http://schemas.openxmlformats.org/drawingml/2006/main">
              <a:ext uri="{FF2B5EF4-FFF2-40B4-BE49-F238E27FC236}">
                <a16:creationId xmlns:a16="http://schemas.microsoft.com/office/drawing/2014/main" id="{11AF616D-3DFB-459D-9A2A-8C7F5C1D35CB}"/>
              </a:ext>
            </a:extLst>
          </p:cNvPr>
          <p:cNvSpPr>
            <a:spLocks xmlns:a="http://schemas.openxmlformats.org/drawingml/2006/main" noGrp="1"/>
          </p:cNvSpPr>
          <p:nvPr/>
        </p:nvSpPr>
        <p:spPr>
          <a:xfrm xmlns:a="http://schemas.openxmlformats.org/drawingml/2006/main">
            <a:off x="571500" y="762000"/>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850" b="1">
                <a:solidFill>
                  <a:srgbClr val="EAF5F3"/>
                </a:solidFill>
                <a:latin typeface="Noto Sans KR"/>
                <a:ea typeface="Noto Sans KR"/>
                <a:cs typeface="Noto Sans KR"/>
              </a:defRPr>
            </a:defPPr>
            <a:lvl1pPr>
              <a:buNone/>
              <a:defRPr sz="2850" b="1">
                <a:solidFill>
                  <a:srgbClr val="EAF5F3"/>
                </a:solidFill>
                <a:latin typeface="Noto Sans KR"/>
                <a:ea typeface="Noto Sans KR"/>
                <a:cs typeface="Noto Sans KR"/>
              </a:defRPr>
            </a:lvl1pPr>
            <a:lvl2pPr>
              <a:buNone/>
              <a:defRPr sz="2850" b="1">
                <a:solidFill>
                  <a:srgbClr val="EAF5F3"/>
                </a:solidFill>
                <a:latin typeface="Noto Sans KR"/>
                <a:ea typeface="Noto Sans KR"/>
                <a:cs typeface="Noto Sans KR"/>
              </a:defRPr>
            </a:lvl2pPr>
            <a:lvl3pPr>
              <a:buNone/>
              <a:defRPr sz="2850" b="1">
                <a:solidFill>
                  <a:srgbClr val="EAF5F3"/>
                </a:solidFill>
                <a:latin typeface="Noto Sans KR"/>
                <a:ea typeface="Noto Sans KR"/>
                <a:cs typeface="Noto Sans KR"/>
              </a:defRPr>
            </a:lvl3pPr>
            <a:lvl4pPr>
              <a:buNone/>
              <a:defRPr sz="2850" b="1">
                <a:solidFill>
                  <a:srgbClr val="EAF5F3"/>
                </a:solidFill>
                <a:latin typeface="Noto Sans KR"/>
                <a:ea typeface="Noto Sans KR"/>
                <a:cs typeface="Noto Sans KR"/>
              </a:defRPr>
            </a:lvl4pPr>
            <a:lvl5pPr>
              <a:buNone/>
              <a:defRPr sz="2850" b="1">
                <a:solidFill>
                  <a:srgbClr val="EAF5F3"/>
                </a:solidFill>
                <a:latin typeface="Noto Sans KR"/>
                <a:ea typeface="Noto Sans KR"/>
                <a:cs typeface="Noto Sans KR"/>
              </a:defRPr>
            </a:lvl5pPr>
            <a:lvl6pPr>
              <a:buNone/>
              <a:defRPr sz="2850" b="1">
                <a:solidFill>
                  <a:srgbClr val="EAF5F3"/>
                </a:solidFill>
                <a:latin typeface="Noto Sans KR"/>
                <a:ea typeface="Noto Sans KR"/>
                <a:cs typeface="Noto Sans KR"/>
              </a:defRPr>
            </a:lvl6pPr>
            <a:lvl7pPr>
              <a:buNone/>
              <a:defRPr sz="2850" b="1">
                <a:solidFill>
                  <a:srgbClr val="EAF5F3"/>
                </a:solidFill>
                <a:latin typeface="Noto Sans KR"/>
                <a:ea typeface="Noto Sans KR"/>
                <a:cs typeface="Noto Sans KR"/>
              </a:defRPr>
            </a:lvl7pPr>
            <a:lvl8pPr>
              <a:buNone/>
              <a:defRPr sz="2850" b="1">
                <a:solidFill>
                  <a:srgbClr val="EAF5F3"/>
                </a:solidFill>
                <a:latin typeface="Noto Sans KR"/>
                <a:ea typeface="Noto Sans KR"/>
                <a:cs typeface="Noto Sans KR"/>
              </a:defRPr>
            </a:lvl8pPr>
            <a:lvl9pPr>
              <a:buNone/>
              <a:defRPr sz="2850" b="1">
                <a:solidFill>
                  <a:srgbClr val="EAF5F3"/>
                </a:solidFill>
                <a:latin typeface="Noto Sans KR"/>
                <a:ea typeface="Noto Sans KR"/>
                <a:cs typeface="Noto Sans KR"/>
              </a:defRPr>
            </a:lvl9pPr>
          </a:lstStyle>
          <a:p xmlns:a="http://schemas.openxmlformats.org/drawingml/2006/main">
            <a:pPr>
              <a:buNone/>
              <a:defRPr sz="2850" b="1">
                <a:solidFill>
                  <a:srgbClr val="EAF5F3"/>
                </a:solidFill>
                <a:latin typeface="Noto Sans KR"/>
                <a:ea typeface="Noto Sans KR"/>
                <a:cs typeface="Noto Sans KR"/>
              </a:defRPr>
            </a:pPr>
            <a:r>
              <a:rPr sz="2850" b="1">
                <a:solidFill>
                  <a:srgbClr val="EAF5F3"/>
                </a:solidFill>
                <a:latin typeface="Noto Sans KR"/>
                <a:ea typeface="Noto Sans KR"/>
                <a:cs typeface="Noto Sans KR"/>
              </a:rPr>
              <a:t>RAG-Anything의 전체 처리 순서</a:t>
            </a:r>
          </a:p>
        </p:txBody>
      </p:sp>
      <p:sp>
        <p:nvSpPr>
          <p:cNvPr id="3" name="">
            <a:extLst xmlns:a="http://schemas.openxmlformats.org/drawingml/2006/main">
              <a:ext uri="{FF2B5EF4-FFF2-40B4-BE49-F238E27FC236}">
                <a16:creationId xmlns:a16="http://schemas.microsoft.com/office/drawing/2014/main" id="{53BDFA6F-B22A-4E42-B8B1-B1197872FB05}"/>
              </a:ext>
            </a:extLst>
          </p:cNvPr>
          <p:cNvSpPr>
            <a:spLocks xmlns:a="http://schemas.openxmlformats.org/drawingml/2006/main" noGrp="1"/>
          </p:cNvSpPr>
          <p:nvPr/>
        </p:nvSpPr>
        <p:spPr>
          <a:xfrm xmlns:a="http://schemas.openxmlformats.org/drawingml/2006/main">
            <a:off x="11144250" y="6429375"/>
            <a:ext cx="52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b="0">
                <a:solidFill>
                  <a:srgbClr val="8DE5CA"/>
                </a:solidFill>
                <a:latin typeface="Noto Sans KR"/>
                <a:ea typeface="Noto Sans KR"/>
                <a:cs typeface="Noto Sans KR"/>
              </a:defRPr>
            </a:defPPr>
            <a:lvl1pPr>
              <a:buNone/>
              <a:defRPr sz="1050" b="0">
                <a:solidFill>
                  <a:srgbClr val="8DE5CA"/>
                </a:solidFill>
                <a:latin typeface="Noto Sans KR"/>
                <a:ea typeface="Noto Sans KR"/>
                <a:cs typeface="Noto Sans KR"/>
              </a:defRPr>
            </a:lvl1pPr>
            <a:lvl2pPr>
              <a:buNone/>
              <a:defRPr sz="1050" b="0">
                <a:solidFill>
                  <a:srgbClr val="8DE5CA"/>
                </a:solidFill>
                <a:latin typeface="Noto Sans KR"/>
                <a:ea typeface="Noto Sans KR"/>
                <a:cs typeface="Noto Sans KR"/>
              </a:defRPr>
            </a:lvl2pPr>
            <a:lvl3pPr>
              <a:buNone/>
              <a:defRPr sz="1050" b="0">
                <a:solidFill>
                  <a:srgbClr val="8DE5CA"/>
                </a:solidFill>
                <a:latin typeface="Noto Sans KR"/>
                <a:ea typeface="Noto Sans KR"/>
                <a:cs typeface="Noto Sans KR"/>
              </a:defRPr>
            </a:lvl3pPr>
            <a:lvl4pPr>
              <a:buNone/>
              <a:defRPr sz="1050" b="0">
                <a:solidFill>
                  <a:srgbClr val="8DE5CA"/>
                </a:solidFill>
                <a:latin typeface="Noto Sans KR"/>
                <a:ea typeface="Noto Sans KR"/>
                <a:cs typeface="Noto Sans KR"/>
              </a:defRPr>
            </a:lvl4pPr>
            <a:lvl5pPr>
              <a:buNone/>
              <a:defRPr sz="1050" b="0">
                <a:solidFill>
                  <a:srgbClr val="8DE5CA"/>
                </a:solidFill>
                <a:latin typeface="Noto Sans KR"/>
                <a:ea typeface="Noto Sans KR"/>
                <a:cs typeface="Noto Sans KR"/>
              </a:defRPr>
            </a:lvl5pPr>
            <a:lvl6pPr>
              <a:buNone/>
              <a:defRPr sz="1050" b="0">
                <a:solidFill>
                  <a:srgbClr val="8DE5CA"/>
                </a:solidFill>
                <a:latin typeface="Noto Sans KR"/>
                <a:ea typeface="Noto Sans KR"/>
                <a:cs typeface="Noto Sans KR"/>
              </a:defRPr>
            </a:lvl6pPr>
            <a:lvl7pPr>
              <a:buNone/>
              <a:defRPr sz="1050" b="0">
                <a:solidFill>
                  <a:srgbClr val="8DE5CA"/>
                </a:solidFill>
                <a:latin typeface="Noto Sans KR"/>
                <a:ea typeface="Noto Sans KR"/>
                <a:cs typeface="Noto Sans KR"/>
              </a:defRPr>
            </a:lvl7pPr>
            <a:lvl8pPr>
              <a:buNone/>
              <a:defRPr sz="1050" b="0">
                <a:solidFill>
                  <a:srgbClr val="8DE5CA"/>
                </a:solidFill>
                <a:latin typeface="Noto Sans KR"/>
                <a:ea typeface="Noto Sans KR"/>
                <a:cs typeface="Noto Sans KR"/>
              </a:defRPr>
            </a:lvl8pPr>
            <a:lvl9pPr>
              <a:buNone/>
              <a:defRPr sz="1050" b="0">
                <a:solidFill>
                  <a:srgbClr val="8DE5CA"/>
                </a:solidFill>
                <a:latin typeface="Noto Sans KR"/>
                <a:ea typeface="Noto Sans KR"/>
                <a:cs typeface="Noto Sans KR"/>
              </a:defRPr>
            </a:lvl9pPr>
          </a:lstStyle>
          <a:p xmlns:a="http://schemas.openxmlformats.org/drawingml/2006/main">
            <a:pPr>
              <a:buNone/>
              <a:defRPr sz="1050" b="0">
                <a:solidFill>
                  <a:srgbClr val="8DE5CA"/>
                </a:solidFill>
                <a:latin typeface="Noto Sans KR"/>
                <a:ea typeface="Noto Sans KR"/>
                <a:cs typeface="Noto Sans KR"/>
              </a:defRPr>
            </a:pPr>
            <a:r>
              <a:rPr sz="1050" b="0">
                <a:solidFill>
                  <a:srgbClr val="8DE5CA"/>
                </a:solidFill>
                <a:latin typeface="Noto Sans KR"/>
                <a:ea typeface="Noto Sans KR"/>
                <a:cs typeface="Noto Sans KR"/>
              </a:rPr>
              <a:t>59</a:t>
            </a:r>
          </a:p>
        </p:txBody>
      </p:sp>
      <p:sp>
        <p:nvSpPr>
          <p:cNvPr id="4" name="">
            <a:extLst xmlns:a="http://schemas.openxmlformats.org/drawingml/2006/main">
              <a:ext uri="{FF2B5EF4-FFF2-40B4-BE49-F238E27FC236}">
                <a16:creationId xmlns:a16="http://schemas.microsoft.com/office/drawing/2014/main" id="{B3BDA045-50DB-4D18-93F4-C74D80522FD7}"/>
              </a:ext>
            </a:extLst>
          </p:cNvPr>
          <p:cNvSpPr>
            <a:spLocks xmlns:a="http://schemas.openxmlformats.org/drawingml/2006/main" noGrp="1"/>
          </p:cNvSpPr>
          <p:nvPr/>
        </p:nvSpPr>
        <p:spPr>
          <a:xfrm xmlns:a="http://schemas.openxmlformats.org/drawingml/2006/main">
            <a:off x="571500"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EBBF3"/>
                </a:solidFill>
                <a:latin typeface="Noto Sans KR"/>
                <a:ea typeface="Noto Sans KR"/>
                <a:cs typeface="Noto Sans KR"/>
              </a:defRPr>
            </a:defPPr>
            <a:lvl1pPr>
              <a:buNone/>
              <a:defRPr sz="1275" b="1">
                <a:solidFill>
                  <a:srgbClr val="8EBBF3"/>
                </a:solidFill>
                <a:latin typeface="Noto Sans KR"/>
                <a:ea typeface="Noto Sans KR"/>
                <a:cs typeface="Noto Sans KR"/>
              </a:defRPr>
            </a:lvl1pPr>
            <a:lvl2pPr>
              <a:buNone/>
              <a:defRPr sz="1275" b="1">
                <a:solidFill>
                  <a:srgbClr val="8EBBF3"/>
                </a:solidFill>
                <a:latin typeface="Noto Sans KR"/>
                <a:ea typeface="Noto Sans KR"/>
                <a:cs typeface="Noto Sans KR"/>
              </a:defRPr>
            </a:lvl2pPr>
            <a:lvl3pPr>
              <a:buNone/>
              <a:defRPr sz="1275" b="1">
                <a:solidFill>
                  <a:srgbClr val="8EBBF3"/>
                </a:solidFill>
                <a:latin typeface="Noto Sans KR"/>
                <a:ea typeface="Noto Sans KR"/>
                <a:cs typeface="Noto Sans KR"/>
              </a:defRPr>
            </a:lvl3pPr>
            <a:lvl4pPr>
              <a:buNone/>
              <a:defRPr sz="1275" b="1">
                <a:solidFill>
                  <a:srgbClr val="8EBBF3"/>
                </a:solidFill>
                <a:latin typeface="Noto Sans KR"/>
                <a:ea typeface="Noto Sans KR"/>
                <a:cs typeface="Noto Sans KR"/>
              </a:defRPr>
            </a:lvl4pPr>
            <a:lvl5pPr>
              <a:buNone/>
              <a:defRPr sz="1275" b="1">
                <a:solidFill>
                  <a:srgbClr val="8EBBF3"/>
                </a:solidFill>
                <a:latin typeface="Noto Sans KR"/>
                <a:ea typeface="Noto Sans KR"/>
                <a:cs typeface="Noto Sans KR"/>
              </a:defRPr>
            </a:lvl5pPr>
            <a:lvl6pPr>
              <a:buNone/>
              <a:defRPr sz="1275" b="1">
                <a:solidFill>
                  <a:srgbClr val="8EBBF3"/>
                </a:solidFill>
                <a:latin typeface="Noto Sans KR"/>
                <a:ea typeface="Noto Sans KR"/>
                <a:cs typeface="Noto Sans KR"/>
              </a:defRPr>
            </a:lvl6pPr>
            <a:lvl7pPr>
              <a:buNone/>
              <a:defRPr sz="1275" b="1">
                <a:solidFill>
                  <a:srgbClr val="8EBBF3"/>
                </a:solidFill>
                <a:latin typeface="Noto Sans KR"/>
                <a:ea typeface="Noto Sans KR"/>
                <a:cs typeface="Noto Sans KR"/>
              </a:defRPr>
            </a:lvl7pPr>
            <a:lvl8pPr>
              <a:buNone/>
              <a:defRPr sz="1275" b="1">
                <a:solidFill>
                  <a:srgbClr val="8EBBF3"/>
                </a:solidFill>
                <a:latin typeface="Noto Sans KR"/>
                <a:ea typeface="Noto Sans KR"/>
                <a:cs typeface="Noto Sans KR"/>
              </a:defRPr>
            </a:lvl8pPr>
            <a:lvl9pPr>
              <a:buNone/>
              <a:defRPr sz="1275" b="1">
                <a:solidFill>
                  <a:srgbClr val="8EBBF3"/>
                </a:solidFill>
                <a:latin typeface="Noto Sans KR"/>
                <a:ea typeface="Noto Sans KR"/>
                <a:cs typeface="Noto Sans KR"/>
              </a:defRPr>
            </a:lvl9pPr>
          </a:lstStyle>
          <a:p xmlns:a="http://schemas.openxmlformats.org/drawingml/2006/main">
            <a:pPr>
              <a:buNone/>
              <a:defRPr sz="1275" b="1">
                <a:solidFill>
                  <a:srgbClr val="8EBBF3"/>
                </a:solidFill>
                <a:latin typeface="Noto Sans KR"/>
                <a:ea typeface="Noto Sans KR"/>
                <a:cs typeface="Noto Sans KR"/>
              </a:defRPr>
            </a:pPr>
            <a:r>
              <a:rPr sz="1275" b="1">
                <a:solidFill>
                  <a:srgbClr val="8EBBF3"/>
                </a:solidFill>
                <a:latin typeface="Noto Sans KR"/>
                <a:ea typeface="Noto Sans KR"/>
                <a:cs typeface="Noto Sans KR"/>
              </a:rPr>
              <a:t>문서가 들어오면 미리 준비</a:t>
            </a:r>
          </a:p>
        </p:txBody>
      </p:sp>
      <p:sp>
        <p:nvSpPr>
          <p:cNvPr id="5" name="">
            <a:extLst xmlns:a="http://schemas.openxmlformats.org/drawingml/2006/main">
              <a:ext uri="{FF2B5EF4-FFF2-40B4-BE49-F238E27FC236}">
                <a16:creationId xmlns:a16="http://schemas.microsoft.com/office/drawing/2014/main" id="{8977D500-E48D-42E4-9FD7-EC9FADD2797C}"/>
              </a:ext>
            </a:extLst>
          </p:cNvPr>
          <p:cNvSpPr>
            <a:spLocks xmlns:a="http://schemas.openxmlformats.org/drawingml/2006/main" noGrp="1"/>
          </p:cNvSpPr>
          <p:nvPr/>
        </p:nvSpPr>
        <p:spPr>
          <a:xfrm xmlns:a="http://schemas.openxmlformats.org/drawingml/2006/main">
            <a:off x="571500"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문서에서 글·표·그림 읽기</a:t>
            </a:r>
          </a:p>
        </p:txBody>
      </p:sp>
      <p:sp>
        <p:nvSpPr>
          <p:cNvPr id="6" name="">
            <a:extLst xmlns:a="http://schemas.openxmlformats.org/drawingml/2006/main">
              <a:ext uri="{FF2B5EF4-FFF2-40B4-BE49-F238E27FC236}">
                <a16:creationId xmlns:a16="http://schemas.microsoft.com/office/drawing/2014/main" id="{B795D30A-8663-4388-B5ED-8D74A8D288BC}"/>
              </a:ext>
            </a:extLst>
          </p:cNvPr>
          <p:cNvSpPr>
            <a:spLocks xmlns:a="http://schemas.openxmlformats.org/drawingml/2006/main" noGrp="1"/>
          </p:cNvSpPr>
          <p:nvPr/>
        </p:nvSpPr>
        <p:spPr>
          <a:xfrm xmlns:a="http://schemas.openxmlformats.org/drawingml/2006/main">
            <a:off x="571500"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요소별 종류 구분</a:t>
            </a:r>
          </a:p>
        </p:txBody>
      </p:sp>
      <p:sp>
        <p:nvSpPr>
          <p:cNvPr id="8" name="">
            <a:extLst xmlns:a="http://schemas.openxmlformats.org/drawingml/2006/main">
              <a:ext uri="{FF2B5EF4-FFF2-40B4-BE49-F238E27FC236}">
                <a16:creationId xmlns:a16="http://schemas.microsoft.com/office/drawing/2014/main" id="{E55DD656-CF04-4C71-8FF7-E4EA97F64211}"/>
              </a:ext>
            </a:extLst>
          </p:cNvPr>
          <p:cNvSpPr>
            <a:spLocks xmlns:a="http://schemas.openxmlformats.org/drawingml/2006/main" noGrp="1"/>
          </p:cNvSpPr>
          <p:nvPr/>
        </p:nvSpPr>
        <p:spPr>
          <a:xfrm xmlns:a="http://schemas.openxmlformats.org/drawingml/2006/main">
            <a:off x="571500"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각 요소의 내용을 설명·정리</a:t>
            </a:r>
          </a:p>
        </p:txBody>
      </p:sp>
      <p:sp>
        <p:nvSpPr>
          <p:cNvPr id="10" name="">
            <a:extLst xmlns:a="http://schemas.openxmlformats.org/drawingml/2006/main">
              <a:ext uri="{FF2B5EF4-FFF2-40B4-BE49-F238E27FC236}">
                <a16:creationId xmlns:a16="http://schemas.microsoft.com/office/drawing/2014/main" id="{7E455D21-A3B1-4F24-BB43-66EC6F7875BF}"/>
              </a:ext>
            </a:extLst>
          </p:cNvPr>
          <p:cNvSpPr>
            <a:spLocks xmlns:a="http://schemas.openxmlformats.org/drawingml/2006/main" noGrp="1"/>
          </p:cNvSpPr>
          <p:nvPr/>
        </p:nvSpPr>
        <p:spPr>
          <a:xfrm xmlns:a="http://schemas.openxmlformats.org/drawingml/2006/main">
            <a:off x="571500"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서로 다른 요소를 연결</a:t>
            </a:r>
          </a:p>
        </p:txBody>
      </p:sp>
      <p:sp>
        <p:nvSpPr>
          <p:cNvPr id="12" name="">
            <a:extLst xmlns:a="http://schemas.openxmlformats.org/drawingml/2006/main">
              <a:ext uri="{FF2B5EF4-FFF2-40B4-BE49-F238E27FC236}">
                <a16:creationId xmlns:a16="http://schemas.microsoft.com/office/drawing/2014/main" id="{1E02069B-2D00-4AD0-B2F3-6CF365E8C0ED}"/>
              </a:ext>
            </a:extLst>
          </p:cNvPr>
          <p:cNvSpPr>
            <a:spLocks xmlns:a="http://schemas.openxmlformats.org/drawingml/2006/main" noGrp="1"/>
          </p:cNvSpPr>
          <p:nvPr/>
        </p:nvSpPr>
        <p:spPr>
          <a:xfrm xmlns:a="http://schemas.openxmlformats.org/drawingml/2006/main">
            <a:off x="571500"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검색용 그래프와 벡터 저장</a:t>
            </a:r>
          </a:p>
        </p:txBody>
      </p:sp>
      <p:sp>
        <p:nvSpPr>
          <p:cNvPr id="14" name="">
            <a:extLst xmlns:a="http://schemas.openxmlformats.org/drawingml/2006/main">
              <a:ext uri="{FF2B5EF4-FFF2-40B4-BE49-F238E27FC236}">
                <a16:creationId xmlns:a16="http://schemas.microsoft.com/office/drawing/2014/main" id="{9EDD1180-F477-49CE-B91F-2C09F818A67E}"/>
              </a:ext>
            </a:extLst>
          </p:cNvPr>
          <p:cNvSpPr>
            <a:spLocks xmlns:a="http://schemas.openxmlformats.org/drawingml/2006/main" noGrp="1"/>
          </p:cNvSpPr>
          <p:nvPr/>
        </p:nvSpPr>
        <p:spPr>
          <a:xfrm xmlns:a="http://schemas.openxmlformats.org/drawingml/2006/main">
            <a:off x="6524625"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DE5CA"/>
                </a:solidFill>
                <a:latin typeface="Noto Sans KR"/>
                <a:ea typeface="Noto Sans KR"/>
                <a:cs typeface="Noto Sans KR"/>
              </a:defRPr>
            </a:defPPr>
            <a:lvl1pPr>
              <a:buNone/>
              <a:defRPr sz="1275" b="1">
                <a:solidFill>
                  <a:srgbClr val="8DE5CA"/>
                </a:solidFill>
                <a:latin typeface="Noto Sans KR"/>
                <a:ea typeface="Noto Sans KR"/>
                <a:cs typeface="Noto Sans KR"/>
              </a:defRPr>
            </a:lvl1pPr>
            <a:lvl2pPr>
              <a:buNone/>
              <a:defRPr sz="1275" b="1">
                <a:solidFill>
                  <a:srgbClr val="8DE5CA"/>
                </a:solidFill>
                <a:latin typeface="Noto Sans KR"/>
                <a:ea typeface="Noto Sans KR"/>
                <a:cs typeface="Noto Sans KR"/>
              </a:defRPr>
            </a:lvl2pPr>
            <a:lvl3pPr>
              <a:buNone/>
              <a:defRPr sz="1275" b="1">
                <a:solidFill>
                  <a:srgbClr val="8DE5CA"/>
                </a:solidFill>
                <a:latin typeface="Noto Sans KR"/>
                <a:ea typeface="Noto Sans KR"/>
                <a:cs typeface="Noto Sans KR"/>
              </a:defRPr>
            </a:lvl3pPr>
            <a:lvl4pPr>
              <a:buNone/>
              <a:defRPr sz="1275" b="1">
                <a:solidFill>
                  <a:srgbClr val="8DE5CA"/>
                </a:solidFill>
                <a:latin typeface="Noto Sans KR"/>
                <a:ea typeface="Noto Sans KR"/>
                <a:cs typeface="Noto Sans KR"/>
              </a:defRPr>
            </a:lvl4pPr>
            <a:lvl5pPr>
              <a:buNone/>
              <a:defRPr sz="1275" b="1">
                <a:solidFill>
                  <a:srgbClr val="8DE5CA"/>
                </a:solidFill>
                <a:latin typeface="Noto Sans KR"/>
                <a:ea typeface="Noto Sans KR"/>
                <a:cs typeface="Noto Sans KR"/>
              </a:defRPr>
            </a:lvl5pPr>
            <a:lvl6pPr>
              <a:buNone/>
              <a:defRPr sz="1275" b="1">
                <a:solidFill>
                  <a:srgbClr val="8DE5CA"/>
                </a:solidFill>
                <a:latin typeface="Noto Sans KR"/>
                <a:ea typeface="Noto Sans KR"/>
                <a:cs typeface="Noto Sans KR"/>
              </a:defRPr>
            </a:lvl6pPr>
            <a:lvl7pPr>
              <a:buNone/>
              <a:defRPr sz="1275" b="1">
                <a:solidFill>
                  <a:srgbClr val="8DE5CA"/>
                </a:solidFill>
                <a:latin typeface="Noto Sans KR"/>
                <a:ea typeface="Noto Sans KR"/>
                <a:cs typeface="Noto Sans KR"/>
              </a:defRPr>
            </a:lvl7pPr>
            <a:lvl8pPr>
              <a:buNone/>
              <a:defRPr sz="1275" b="1">
                <a:solidFill>
                  <a:srgbClr val="8DE5CA"/>
                </a:solidFill>
                <a:latin typeface="Noto Sans KR"/>
                <a:ea typeface="Noto Sans KR"/>
                <a:cs typeface="Noto Sans KR"/>
              </a:defRPr>
            </a:lvl8pPr>
            <a:lvl9pPr>
              <a:buNone/>
              <a:defRPr sz="1275" b="1">
                <a:solidFill>
                  <a:srgbClr val="8DE5CA"/>
                </a:solidFill>
                <a:latin typeface="Noto Sans KR"/>
                <a:ea typeface="Noto Sans KR"/>
                <a:cs typeface="Noto Sans KR"/>
              </a:defRPr>
            </a:lvl9pPr>
          </a:lstStyle>
          <a:p xmlns:a="http://schemas.openxmlformats.org/drawingml/2006/main">
            <a:pPr>
              <a:buNone/>
              <a:defRPr sz="1275" b="1">
                <a:solidFill>
                  <a:srgbClr val="8DE5CA"/>
                </a:solidFill>
                <a:latin typeface="Noto Sans KR"/>
                <a:ea typeface="Noto Sans KR"/>
                <a:cs typeface="Noto Sans KR"/>
              </a:defRPr>
            </a:pPr>
            <a:r>
              <a:rPr sz="1275" b="1">
                <a:solidFill>
                  <a:srgbClr val="8DE5CA"/>
                </a:solidFill>
                <a:latin typeface="Noto Sans KR"/>
                <a:ea typeface="Noto Sans KR"/>
                <a:cs typeface="Noto Sans KR"/>
              </a:rPr>
              <a:t>질문이 오면 검색하고 답변</a:t>
            </a:r>
          </a:p>
        </p:txBody>
      </p:sp>
      <p:sp>
        <p:nvSpPr>
          <p:cNvPr id="15" name="">
            <a:extLst xmlns:a="http://schemas.openxmlformats.org/drawingml/2006/main">
              <a:ext uri="{FF2B5EF4-FFF2-40B4-BE49-F238E27FC236}">
                <a16:creationId xmlns:a16="http://schemas.microsoft.com/office/drawing/2014/main" id="{600D1A80-43F5-4A82-BB06-C4364C996F30}"/>
              </a:ext>
            </a:extLst>
          </p:cNvPr>
          <p:cNvSpPr>
            <a:spLocks xmlns:a="http://schemas.openxmlformats.org/drawingml/2006/main" noGrp="1"/>
          </p:cNvSpPr>
          <p:nvPr/>
        </p:nvSpPr>
        <p:spPr>
          <a:xfrm xmlns:a="http://schemas.openxmlformats.org/drawingml/2006/main">
            <a:off x="6524625"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질문의 내용과 형태 파악</a:t>
            </a:r>
          </a:p>
        </p:txBody>
      </p:sp>
      <p:sp>
        <p:nvSpPr>
          <p:cNvPr id="16" name="">
            <a:extLst xmlns:a="http://schemas.openxmlformats.org/drawingml/2006/main">
              <a:ext uri="{FF2B5EF4-FFF2-40B4-BE49-F238E27FC236}">
                <a16:creationId xmlns:a16="http://schemas.microsoft.com/office/drawing/2014/main" id="{04DFC006-1C36-443C-9499-BEE686FDE088}"/>
              </a:ext>
            </a:extLst>
          </p:cNvPr>
          <p:cNvSpPr>
            <a:spLocks xmlns:a="http://schemas.openxmlformats.org/drawingml/2006/main" noGrp="1"/>
          </p:cNvSpPr>
          <p:nvPr/>
        </p:nvSpPr>
        <p:spPr>
          <a:xfrm xmlns:a="http://schemas.openxmlformats.org/drawingml/2006/main">
            <a:off x="6524625"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관련 개체와 관계 검색</a:t>
            </a:r>
          </a:p>
        </p:txBody>
      </p:sp>
      <p:sp>
        <p:nvSpPr>
          <p:cNvPr id="18" name="">
            <a:extLst xmlns:a="http://schemas.openxmlformats.org/drawingml/2006/main">
              <a:ext uri="{FF2B5EF4-FFF2-40B4-BE49-F238E27FC236}">
                <a16:creationId xmlns:a16="http://schemas.microsoft.com/office/drawing/2014/main" id="{86497906-D263-46E4-BA8B-FAB0BA74A8CC}"/>
              </a:ext>
            </a:extLst>
          </p:cNvPr>
          <p:cNvSpPr>
            <a:spLocks xmlns:a="http://schemas.openxmlformats.org/drawingml/2006/main" noGrp="1"/>
          </p:cNvSpPr>
          <p:nvPr/>
        </p:nvSpPr>
        <p:spPr>
          <a:xfrm xmlns:a="http://schemas.openxmlformats.org/drawingml/2006/main">
            <a:off x="6524625"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관련 글·표·그림 가져오기</a:t>
            </a:r>
          </a:p>
        </p:txBody>
      </p:sp>
      <p:sp>
        <p:nvSpPr>
          <p:cNvPr id="20" name="">
            <a:extLst xmlns:a="http://schemas.openxmlformats.org/drawingml/2006/main">
              <a:ext uri="{FF2B5EF4-FFF2-40B4-BE49-F238E27FC236}">
                <a16:creationId xmlns:a16="http://schemas.microsoft.com/office/drawing/2014/main" id="{35B8AC4B-2C7C-4D8F-8055-D55A7B3CA019}"/>
              </a:ext>
            </a:extLst>
          </p:cNvPr>
          <p:cNvSpPr>
            <a:spLocks xmlns:a="http://schemas.openxmlformats.org/drawingml/2006/main" noGrp="1"/>
          </p:cNvSpPr>
          <p:nvPr/>
        </p:nvSpPr>
        <p:spPr>
          <a:xfrm xmlns:a="http://schemas.openxmlformats.org/drawingml/2006/main">
            <a:off x="6524625"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서로 맞는 근거끼리 모으기</a:t>
            </a:r>
          </a:p>
        </p:txBody>
      </p:sp>
      <p:sp>
        <p:nvSpPr>
          <p:cNvPr id="22" name="">
            <a:extLst xmlns:a="http://schemas.openxmlformats.org/drawingml/2006/main">
              <a:ext uri="{FF2B5EF4-FFF2-40B4-BE49-F238E27FC236}">
                <a16:creationId xmlns:a16="http://schemas.microsoft.com/office/drawing/2014/main" id="{7C1B3806-BE30-4B97-A276-D83577936F64}"/>
              </a:ext>
            </a:extLst>
          </p:cNvPr>
          <p:cNvSpPr>
            <a:spLocks xmlns:a="http://schemas.openxmlformats.org/drawingml/2006/main" noGrp="1"/>
          </p:cNvSpPr>
          <p:nvPr/>
        </p:nvSpPr>
        <p:spPr>
          <a:xfrm xmlns:a="http://schemas.openxmlformats.org/drawingml/2006/main">
            <a:off x="6524625"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언어·시각 모델로 답변 작성</a:t>
            </a:r>
          </a:p>
        </p:txBody>
      </p:sp>
      <p:sp>
        <p:nvSpPr>
          <p:cNvPr id="24" name="">
            <a:extLst xmlns:a="http://schemas.openxmlformats.org/drawingml/2006/main">
              <a:ext uri="{FF2B5EF4-FFF2-40B4-BE49-F238E27FC236}">
                <a16:creationId xmlns:a16="http://schemas.microsoft.com/office/drawing/2014/main" id="{9BF8B059-B253-4068-9EB4-E9F2AF853204}"/>
              </a:ext>
            </a:extLst>
          </p:cNvPr>
          <p:cNvSpPr>
            <a:spLocks xmlns:a="http://schemas.openxmlformats.org/drawingml/2006/main" noGrp="1"/>
          </p:cNvSpPr>
          <p:nvPr/>
        </p:nvSpPr>
        <p:spPr>
          <a:xfrm xmlns:a="http://schemas.openxmlformats.org/drawingml/2006/main">
            <a:off x="571500" y="5734050"/>
            <a:ext cx="1095375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9BB4C0"/>
                </a:solidFill>
                <a:latin typeface="Noto Sans KR"/>
                <a:ea typeface="Noto Sans KR"/>
                <a:cs typeface="Noto Sans KR"/>
              </a:defRPr>
            </a:defPPr>
            <a:lvl1pPr>
              <a:buNone/>
              <a:defRPr sz="1200" b="0">
                <a:solidFill>
                  <a:srgbClr val="9BB4C0"/>
                </a:solidFill>
                <a:latin typeface="Noto Sans KR"/>
                <a:ea typeface="Noto Sans KR"/>
                <a:cs typeface="Noto Sans KR"/>
              </a:defRPr>
            </a:lvl1pPr>
            <a:lvl2pPr>
              <a:buNone/>
              <a:defRPr sz="1200" b="0">
                <a:solidFill>
                  <a:srgbClr val="9BB4C0"/>
                </a:solidFill>
                <a:latin typeface="Noto Sans KR"/>
                <a:ea typeface="Noto Sans KR"/>
                <a:cs typeface="Noto Sans KR"/>
              </a:defRPr>
            </a:lvl2pPr>
            <a:lvl3pPr>
              <a:buNone/>
              <a:defRPr sz="1200" b="0">
                <a:solidFill>
                  <a:srgbClr val="9BB4C0"/>
                </a:solidFill>
                <a:latin typeface="Noto Sans KR"/>
                <a:ea typeface="Noto Sans KR"/>
                <a:cs typeface="Noto Sans KR"/>
              </a:defRPr>
            </a:lvl3pPr>
            <a:lvl4pPr>
              <a:buNone/>
              <a:defRPr sz="1200" b="0">
                <a:solidFill>
                  <a:srgbClr val="9BB4C0"/>
                </a:solidFill>
                <a:latin typeface="Noto Sans KR"/>
                <a:ea typeface="Noto Sans KR"/>
                <a:cs typeface="Noto Sans KR"/>
              </a:defRPr>
            </a:lvl4pPr>
            <a:lvl5pPr>
              <a:buNone/>
              <a:defRPr sz="1200" b="0">
                <a:solidFill>
                  <a:srgbClr val="9BB4C0"/>
                </a:solidFill>
                <a:latin typeface="Noto Sans KR"/>
                <a:ea typeface="Noto Sans KR"/>
                <a:cs typeface="Noto Sans KR"/>
              </a:defRPr>
            </a:lvl5pPr>
            <a:lvl6pPr>
              <a:buNone/>
              <a:defRPr sz="1200" b="0">
                <a:solidFill>
                  <a:srgbClr val="9BB4C0"/>
                </a:solidFill>
                <a:latin typeface="Noto Sans KR"/>
                <a:ea typeface="Noto Sans KR"/>
                <a:cs typeface="Noto Sans KR"/>
              </a:defRPr>
            </a:lvl6pPr>
            <a:lvl7pPr>
              <a:buNone/>
              <a:defRPr sz="1200" b="0">
                <a:solidFill>
                  <a:srgbClr val="9BB4C0"/>
                </a:solidFill>
                <a:latin typeface="Noto Sans KR"/>
                <a:ea typeface="Noto Sans KR"/>
                <a:cs typeface="Noto Sans KR"/>
              </a:defRPr>
            </a:lvl7pPr>
            <a:lvl8pPr>
              <a:buNone/>
              <a:defRPr sz="1200" b="0">
                <a:solidFill>
                  <a:srgbClr val="9BB4C0"/>
                </a:solidFill>
                <a:latin typeface="Noto Sans KR"/>
                <a:ea typeface="Noto Sans KR"/>
                <a:cs typeface="Noto Sans KR"/>
              </a:defRPr>
            </a:lvl8pPr>
            <a:lvl9pPr>
              <a:buNone/>
              <a:defRPr sz="1200" b="0">
                <a:solidFill>
                  <a:srgbClr val="9BB4C0"/>
                </a:solidFill>
                <a:latin typeface="Noto Sans KR"/>
                <a:ea typeface="Noto Sans KR"/>
                <a:cs typeface="Noto Sans KR"/>
              </a:defRPr>
            </a:lvl9pPr>
          </a:lstStyle>
          <a:p xmlns:a="http://schemas.openxmlformats.org/drawingml/2006/main">
            <a:pPr>
              <a:buNone/>
              <a:defRPr sz="1200" b="0">
                <a:solidFill>
                  <a:srgbClr val="9BB4C0"/>
                </a:solidFill>
                <a:latin typeface="Noto Sans KR"/>
                <a:ea typeface="Noto Sans KR"/>
                <a:cs typeface="Noto Sans KR"/>
              </a:defRPr>
            </a:pPr>
            <a:r>
              <a:rPr sz="1200" b="0">
                <a:solidFill>
                  <a:srgbClr val="9BB4C0"/>
                </a:solidFill>
                <a:latin typeface="Noto Sans KR"/>
                <a:ea typeface="Noto Sans KR"/>
                <a:cs typeface="Noto Sans KR"/>
              </a:rPr>
              <a:t>웹 실습은 핵심 흐름을 보여 주는 축소 예제입니다. 원 논문과의 차이는 발표자 노트를 참고해 주세요.</a:t>
            </a:r>
          </a:p>
        </p:txBody>
      </p:sp>
    </p:spTree>
    <p:extLst>
      <p:ext uri="{BB962C8B-B14F-4D97-AF65-F5344CB8AC3E}">
        <p14:creationId xmlns:p14="http://schemas.microsoft.com/office/powerpoint/2010/main" val="1175252784"/>
      </p:ext>
    </p:extLst>
  </p:cSld>
</p:sld>
</file>

<file path=ppt/slides/slide60.xml><?xml version="1.0" encoding="utf-8"?>
<p:sld xmlns:p="http://schemas.openxmlformats.org/presentationml/2006/main">
  <p:cSld>
    <p:bg>
      <p:bgPr>
        <a:solidFill xmlns:a="http://schemas.openxmlformats.org/drawingml/2006/main">
          <a:srgbClr val="071824"/>
        </a:solidFill>
      </p:bgPr>
    </p:bg>
    <p:spTree>
      <p:nvGrpSpPr>
        <p:cNvPr id="1" name=""/>
        <p:cNvGrpSpPr/>
        <p:nvPr/>
      </p:nvGrpSpPr>
      <p:grpSpPr>
        <a:xfrm xmlns:a="http://schemas.openxmlformats.org/drawingml/2006/main"/>
      </p:grpSpPr>
      <p:cxnSp>
        <p:nvCxnSpPr>
          <p:cNvPr id="23" name="">
            <a:extLst xmlns:a="http://schemas.openxmlformats.org/drawingml/2006/main">
              <a:ext uri="{FF2B5EF4-FFF2-40B4-BE49-F238E27FC236}">
                <a16:creationId xmlns:a16="http://schemas.microsoft.com/office/drawing/2014/main" id="{E56E7FF1-F497-4E74-A6F7-BB5623E9C4A4}"/>
              </a:ext>
            </a:extLst>
          </p:cNvPr>
          <p:cNvCxnSpPr>
            <a:stCxn xmlns:a="http://schemas.openxmlformats.org/drawingml/2006/main" id="20" idx="2"/>
            <a:endCxn xmlns:a="http://schemas.openxmlformats.org/drawingml/2006/main" id="22" idx="0"/>
          </p:cNvCxnSpPr>
          <p:nvPr/>
        </p:nvCxnSpPr>
        <p:spPr>
          <a:xfrm xmlns:a="http://schemas.openxmlformats.org/drawingml/2006/main">
            <a:off x="9072563" y="463867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21" name="">
            <a:extLst xmlns:a="http://schemas.openxmlformats.org/drawingml/2006/main">
              <a:ext uri="{FF2B5EF4-FFF2-40B4-BE49-F238E27FC236}">
                <a16:creationId xmlns:a16="http://schemas.microsoft.com/office/drawing/2014/main" id="{AE52D298-2ACF-4FC1-8605-F8195CF6031B}"/>
              </a:ext>
            </a:extLst>
          </p:cNvPr>
          <p:cNvCxnSpPr>
            <a:stCxn xmlns:a="http://schemas.openxmlformats.org/drawingml/2006/main" id="18" idx="2"/>
            <a:endCxn xmlns:a="http://schemas.openxmlformats.org/drawingml/2006/main" id="20" idx="0"/>
          </p:cNvCxnSpPr>
          <p:nvPr/>
        </p:nvCxnSpPr>
        <p:spPr>
          <a:xfrm xmlns:a="http://schemas.openxmlformats.org/drawingml/2006/main">
            <a:off x="9072563" y="398145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9" name="">
            <a:extLst xmlns:a="http://schemas.openxmlformats.org/drawingml/2006/main">
              <a:ext uri="{FF2B5EF4-FFF2-40B4-BE49-F238E27FC236}">
                <a16:creationId xmlns:a16="http://schemas.microsoft.com/office/drawing/2014/main" id="{FDC73C58-7870-4922-A972-E05C3F9A8864}"/>
              </a:ext>
            </a:extLst>
          </p:cNvPr>
          <p:cNvCxnSpPr>
            <a:stCxn xmlns:a="http://schemas.openxmlformats.org/drawingml/2006/main" id="16" idx="2"/>
            <a:endCxn xmlns:a="http://schemas.openxmlformats.org/drawingml/2006/main" id="18" idx="0"/>
          </p:cNvCxnSpPr>
          <p:nvPr/>
        </p:nvCxnSpPr>
        <p:spPr>
          <a:xfrm xmlns:a="http://schemas.openxmlformats.org/drawingml/2006/main">
            <a:off x="9072563" y="332422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7" name="">
            <a:extLst xmlns:a="http://schemas.openxmlformats.org/drawingml/2006/main">
              <a:ext uri="{FF2B5EF4-FFF2-40B4-BE49-F238E27FC236}">
                <a16:creationId xmlns:a16="http://schemas.microsoft.com/office/drawing/2014/main" id="{4151BEE6-8DAA-4EA7-90D0-30B4EE828802}"/>
              </a:ext>
            </a:extLst>
          </p:cNvPr>
          <p:cNvCxnSpPr>
            <a:stCxn xmlns:a="http://schemas.openxmlformats.org/drawingml/2006/main" id="15" idx="2"/>
            <a:endCxn xmlns:a="http://schemas.openxmlformats.org/drawingml/2006/main" id="16" idx="0"/>
          </p:cNvCxnSpPr>
          <p:nvPr/>
        </p:nvCxnSpPr>
        <p:spPr>
          <a:xfrm xmlns:a="http://schemas.openxmlformats.org/drawingml/2006/main">
            <a:off x="9072563" y="266700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3" name="">
            <a:extLst xmlns:a="http://schemas.openxmlformats.org/drawingml/2006/main">
              <a:ext uri="{FF2B5EF4-FFF2-40B4-BE49-F238E27FC236}">
                <a16:creationId xmlns:a16="http://schemas.microsoft.com/office/drawing/2014/main" id="{5BD8ACEE-BE59-492B-B9EF-7C85447B6D4D}"/>
              </a:ext>
            </a:extLst>
          </p:cNvPr>
          <p:cNvCxnSpPr>
            <a:stCxn xmlns:a="http://schemas.openxmlformats.org/drawingml/2006/main" id="10" idx="2"/>
            <a:endCxn xmlns:a="http://schemas.openxmlformats.org/drawingml/2006/main" id="12" idx="0"/>
          </p:cNvCxnSpPr>
          <p:nvPr/>
        </p:nvCxnSpPr>
        <p:spPr>
          <a:xfrm xmlns:a="http://schemas.openxmlformats.org/drawingml/2006/main">
            <a:off x="3119438" y="463867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11" name="">
            <a:extLst xmlns:a="http://schemas.openxmlformats.org/drawingml/2006/main">
              <a:ext uri="{FF2B5EF4-FFF2-40B4-BE49-F238E27FC236}">
                <a16:creationId xmlns:a16="http://schemas.microsoft.com/office/drawing/2014/main" id="{AC74F25C-7E7A-437D-9A89-5DC447B22B42}"/>
              </a:ext>
            </a:extLst>
          </p:cNvPr>
          <p:cNvCxnSpPr>
            <a:stCxn xmlns:a="http://schemas.openxmlformats.org/drawingml/2006/main" id="8" idx="2"/>
            <a:endCxn xmlns:a="http://schemas.openxmlformats.org/drawingml/2006/main" id="10" idx="0"/>
          </p:cNvCxnSpPr>
          <p:nvPr/>
        </p:nvCxnSpPr>
        <p:spPr>
          <a:xfrm xmlns:a="http://schemas.openxmlformats.org/drawingml/2006/main">
            <a:off x="3119438" y="398145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9" name="">
            <a:extLst xmlns:a="http://schemas.openxmlformats.org/drawingml/2006/main">
              <a:ext uri="{FF2B5EF4-FFF2-40B4-BE49-F238E27FC236}">
                <a16:creationId xmlns:a16="http://schemas.microsoft.com/office/drawing/2014/main" id="{DEB7E9AD-F88C-44E6-A866-70890E2B82A4}"/>
              </a:ext>
            </a:extLst>
          </p:cNvPr>
          <p:cNvCxnSpPr>
            <a:stCxn xmlns:a="http://schemas.openxmlformats.org/drawingml/2006/main" id="6" idx="2"/>
            <a:endCxn xmlns:a="http://schemas.openxmlformats.org/drawingml/2006/main" id="8" idx="0"/>
          </p:cNvCxnSpPr>
          <p:nvPr/>
        </p:nvCxnSpPr>
        <p:spPr>
          <a:xfrm xmlns:a="http://schemas.openxmlformats.org/drawingml/2006/main">
            <a:off x="3119438" y="332422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7" name="">
            <a:extLst xmlns:a="http://schemas.openxmlformats.org/drawingml/2006/main">
              <a:ext uri="{FF2B5EF4-FFF2-40B4-BE49-F238E27FC236}">
                <a16:creationId xmlns:a16="http://schemas.microsoft.com/office/drawing/2014/main" id="{D54291A4-C34A-4EE1-A6A0-B8020ADAFFBD}"/>
              </a:ext>
            </a:extLst>
          </p:cNvPr>
          <p:cNvCxnSpPr>
            <a:stCxn xmlns:a="http://schemas.openxmlformats.org/drawingml/2006/main" id="5" idx="2"/>
            <a:endCxn xmlns:a="http://schemas.openxmlformats.org/drawingml/2006/main" id="6" idx="0"/>
          </p:cNvCxnSpPr>
          <p:nvPr/>
        </p:nvCxnSpPr>
        <p:spPr>
          <a:xfrm xmlns:a="http://schemas.openxmlformats.org/drawingml/2006/main">
            <a:off x="3119438" y="266700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sp>
        <p:nvSpPr>
          <p:cNvPr id="25" name="">
            <a:extLst xmlns:a="http://schemas.openxmlformats.org/drawingml/2006/main">
              <a:ext uri="{FF2B5EF4-FFF2-40B4-BE49-F238E27FC236}">
                <a16:creationId xmlns:a16="http://schemas.microsoft.com/office/drawing/2014/main" id="{0EF54B4C-E447-4565-B7DD-28EFBDD22A44}"/>
              </a:ext>
            </a:extLst>
          </p:cNvPr>
          <p:cNvSpPr>
            <a:spLocks xmlns:a="http://schemas.openxmlformats.org/drawingml/2006/main" noGrp="1"/>
          </p:cNvSpPr>
          <p:nvPr/>
        </p:nvSpPr>
        <p:spPr>
          <a:xfrm xmlns:a="http://schemas.openxmlformats.org/drawingml/2006/main">
            <a:off x="571500" y="285750"/>
            <a:ext cx="10858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00" b="1">
                <a:solidFill>
                  <a:srgbClr val="8DE5CA"/>
                </a:solidFill>
                <a:latin typeface="Noto Sans KR"/>
                <a:ea typeface="Noto Sans KR"/>
                <a:cs typeface="Noto Sans KR"/>
              </a:defRPr>
            </a:defPPr>
            <a:lvl1pPr>
              <a:buNone/>
              <a:defRPr sz="900" b="1">
                <a:solidFill>
                  <a:srgbClr val="8DE5CA"/>
                </a:solidFill>
                <a:latin typeface="Noto Sans KR"/>
                <a:ea typeface="Noto Sans KR"/>
                <a:cs typeface="Noto Sans KR"/>
              </a:defRPr>
            </a:lvl1pPr>
            <a:lvl2pPr>
              <a:buNone/>
              <a:defRPr sz="900" b="1">
                <a:solidFill>
                  <a:srgbClr val="8DE5CA"/>
                </a:solidFill>
                <a:latin typeface="Noto Sans KR"/>
                <a:ea typeface="Noto Sans KR"/>
                <a:cs typeface="Noto Sans KR"/>
              </a:defRPr>
            </a:lvl2pPr>
            <a:lvl3pPr>
              <a:buNone/>
              <a:defRPr sz="900" b="1">
                <a:solidFill>
                  <a:srgbClr val="8DE5CA"/>
                </a:solidFill>
                <a:latin typeface="Noto Sans KR"/>
                <a:ea typeface="Noto Sans KR"/>
                <a:cs typeface="Noto Sans KR"/>
              </a:defRPr>
            </a:lvl3pPr>
            <a:lvl4pPr>
              <a:buNone/>
              <a:defRPr sz="900" b="1">
                <a:solidFill>
                  <a:srgbClr val="8DE5CA"/>
                </a:solidFill>
                <a:latin typeface="Noto Sans KR"/>
                <a:ea typeface="Noto Sans KR"/>
                <a:cs typeface="Noto Sans KR"/>
              </a:defRPr>
            </a:lvl4pPr>
            <a:lvl5pPr>
              <a:buNone/>
              <a:defRPr sz="900" b="1">
                <a:solidFill>
                  <a:srgbClr val="8DE5CA"/>
                </a:solidFill>
                <a:latin typeface="Noto Sans KR"/>
                <a:ea typeface="Noto Sans KR"/>
                <a:cs typeface="Noto Sans KR"/>
              </a:defRPr>
            </a:lvl5pPr>
            <a:lvl6pPr>
              <a:buNone/>
              <a:defRPr sz="900" b="1">
                <a:solidFill>
                  <a:srgbClr val="8DE5CA"/>
                </a:solidFill>
                <a:latin typeface="Noto Sans KR"/>
                <a:ea typeface="Noto Sans KR"/>
                <a:cs typeface="Noto Sans KR"/>
              </a:defRPr>
            </a:lvl6pPr>
            <a:lvl7pPr>
              <a:buNone/>
              <a:defRPr sz="900" b="1">
                <a:solidFill>
                  <a:srgbClr val="8DE5CA"/>
                </a:solidFill>
                <a:latin typeface="Noto Sans KR"/>
                <a:ea typeface="Noto Sans KR"/>
                <a:cs typeface="Noto Sans KR"/>
              </a:defRPr>
            </a:lvl7pPr>
            <a:lvl8pPr>
              <a:buNone/>
              <a:defRPr sz="900" b="1">
                <a:solidFill>
                  <a:srgbClr val="8DE5CA"/>
                </a:solidFill>
                <a:latin typeface="Noto Sans KR"/>
                <a:ea typeface="Noto Sans KR"/>
                <a:cs typeface="Noto Sans KR"/>
              </a:defRPr>
            </a:lvl8pPr>
            <a:lvl9pPr>
              <a:buNone/>
              <a:defRPr sz="900" b="1">
                <a:solidFill>
                  <a:srgbClr val="8DE5CA"/>
                </a:solidFill>
                <a:latin typeface="Noto Sans KR"/>
                <a:ea typeface="Noto Sans KR"/>
                <a:cs typeface="Noto Sans KR"/>
              </a:defRPr>
            </a:lvl9pPr>
          </a:lstStyle>
          <a:p xmlns:a="http://schemas.openxmlformats.org/drawingml/2006/main">
            <a:pPr>
              <a:buNone/>
              <a:defRPr sz="900" b="1">
                <a:solidFill>
                  <a:srgbClr val="8DE5CA"/>
                </a:solidFill>
                <a:latin typeface="Noto Sans KR"/>
                <a:ea typeface="Noto Sans KR"/>
                <a:cs typeface="Noto Sans KR"/>
              </a:defRPr>
            </a:pPr>
            <a:r>
              <a:rPr sz="900" b="1">
                <a:solidFill>
                  <a:srgbClr val="8DE5CA"/>
                </a:solidFill>
                <a:latin typeface="Noto Sans KR"/>
                <a:ea typeface="Noto Sans KR"/>
                <a:cs typeface="Noto Sans KR"/>
              </a:rPr>
              <a:t>PAPER ARCHITECTURE / WHENUSE</a:t>
            </a:r>
          </a:p>
        </p:txBody>
      </p:sp>
      <p:sp>
        <p:nvSpPr>
          <p:cNvPr id="2" name="">
            <a:extLst xmlns:a="http://schemas.openxmlformats.org/drawingml/2006/main">
              <a:ext uri="{FF2B5EF4-FFF2-40B4-BE49-F238E27FC236}">
                <a16:creationId xmlns:a16="http://schemas.microsoft.com/office/drawing/2014/main" id="{6A551841-0C65-4FFA-B555-F48A50888903}"/>
              </a:ext>
            </a:extLst>
          </p:cNvPr>
          <p:cNvSpPr>
            <a:spLocks xmlns:a="http://schemas.openxmlformats.org/drawingml/2006/main" noGrp="1"/>
          </p:cNvSpPr>
          <p:nvPr/>
        </p:nvSpPr>
        <p:spPr>
          <a:xfrm xmlns:a="http://schemas.openxmlformats.org/drawingml/2006/main">
            <a:off x="571500" y="762000"/>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850" b="1">
                <a:solidFill>
                  <a:srgbClr val="EAF5F3"/>
                </a:solidFill>
                <a:latin typeface="Noto Sans KR"/>
                <a:ea typeface="Noto Sans KR"/>
                <a:cs typeface="Noto Sans KR"/>
              </a:defRPr>
            </a:defPPr>
            <a:lvl1pPr>
              <a:buNone/>
              <a:defRPr sz="2850" b="1">
                <a:solidFill>
                  <a:srgbClr val="EAF5F3"/>
                </a:solidFill>
                <a:latin typeface="Noto Sans KR"/>
                <a:ea typeface="Noto Sans KR"/>
                <a:cs typeface="Noto Sans KR"/>
              </a:defRPr>
            </a:lvl1pPr>
            <a:lvl2pPr>
              <a:buNone/>
              <a:defRPr sz="2850" b="1">
                <a:solidFill>
                  <a:srgbClr val="EAF5F3"/>
                </a:solidFill>
                <a:latin typeface="Noto Sans KR"/>
                <a:ea typeface="Noto Sans KR"/>
                <a:cs typeface="Noto Sans KR"/>
              </a:defRPr>
            </a:lvl2pPr>
            <a:lvl3pPr>
              <a:buNone/>
              <a:defRPr sz="2850" b="1">
                <a:solidFill>
                  <a:srgbClr val="EAF5F3"/>
                </a:solidFill>
                <a:latin typeface="Noto Sans KR"/>
                <a:ea typeface="Noto Sans KR"/>
                <a:cs typeface="Noto Sans KR"/>
              </a:defRPr>
            </a:lvl3pPr>
            <a:lvl4pPr>
              <a:buNone/>
              <a:defRPr sz="2850" b="1">
                <a:solidFill>
                  <a:srgbClr val="EAF5F3"/>
                </a:solidFill>
                <a:latin typeface="Noto Sans KR"/>
                <a:ea typeface="Noto Sans KR"/>
                <a:cs typeface="Noto Sans KR"/>
              </a:defRPr>
            </a:lvl4pPr>
            <a:lvl5pPr>
              <a:buNone/>
              <a:defRPr sz="2850" b="1">
                <a:solidFill>
                  <a:srgbClr val="EAF5F3"/>
                </a:solidFill>
                <a:latin typeface="Noto Sans KR"/>
                <a:ea typeface="Noto Sans KR"/>
                <a:cs typeface="Noto Sans KR"/>
              </a:defRPr>
            </a:lvl5pPr>
            <a:lvl6pPr>
              <a:buNone/>
              <a:defRPr sz="2850" b="1">
                <a:solidFill>
                  <a:srgbClr val="EAF5F3"/>
                </a:solidFill>
                <a:latin typeface="Noto Sans KR"/>
                <a:ea typeface="Noto Sans KR"/>
                <a:cs typeface="Noto Sans KR"/>
              </a:defRPr>
            </a:lvl6pPr>
            <a:lvl7pPr>
              <a:buNone/>
              <a:defRPr sz="2850" b="1">
                <a:solidFill>
                  <a:srgbClr val="EAF5F3"/>
                </a:solidFill>
                <a:latin typeface="Noto Sans KR"/>
                <a:ea typeface="Noto Sans KR"/>
                <a:cs typeface="Noto Sans KR"/>
              </a:defRPr>
            </a:lvl7pPr>
            <a:lvl8pPr>
              <a:buNone/>
              <a:defRPr sz="2850" b="1">
                <a:solidFill>
                  <a:srgbClr val="EAF5F3"/>
                </a:solidFill>
                <a:latin typeface="Noto Sans KR"/>
                <a:ea typeface="Noto Sans KR"/>
                <a:cs typeface="Noto Sans KR"/>
              </a:defRPr>
            </a:lvl8pPr>
            <a:lvl9pPr>
              <a:buNone/>
              <a:defRPr sz="2850" b="1">
                <a:solidFill>
                  <a:srgbClr val="EAF5F3"/>
                </a:solidFill>
                <a:latin typeface="Noto Sans KR"/>
                <a:ea typeface="Noto Sans KR"/>
                <a:cs typeface="Noto Sans KR"/>
              </a:defRPr>
            </a:lvl9pPr>
          </a:lstStyle>
          <a:p xmlns:a="http://schemas.openxmlformats.org/drawingml/2006/main">
            <a:pPr>
              <a:buNone/>
              <a:defRPr sz="2850" b="1">
                <a:solidFill>
                  <a:srgbClr val="EAF5F3"/>
                </a:solidFill>
                <a:latin typeface="Noto Sans KR"/>
                <a:ea typeface="Noto Sans KR"/>
                <a:cs typeface="Noto Sans KR"/>
              </a:defRPr>
            </a:pPr>
            <a:r>
              <a:rPr sz="2850" b="1">
                <a:solidFill>
                  <a:srgbClr val="EAF5F3"/>
                </a:solidFill>
                <a:latin typeface="Noto Sans KR"/>
                <a:ea typeface="Noto Sans KR"/>
                <a:cs typeface="Noto Sans KR"/>
              </a:rPr>
              <a:t>When to Use Graphs in RAG의 전체 처리 순서</a:t>
            </a:r>
          </a:p>
        </p:txBody>
      </p:sp>
      <p:sp>
        <p:nvSpPr>
          <p:cNvPr id="3" name="">
            <a:extLst xmlns:a="http://schemas.openxmlformats.org/drawingml/2006/main">
              <a:ext uri="{FF2B5EF4-FFF2-40B4-BE49-F238E27FC236}">
                <a16:creationId xmlns:a16="http://schemas.microsoft.com/office/drawing/2014/main" id="{C4BD04C0-CA3B-470F-9281-CF689D50716F}"/>
              </a:ext>
            </a:extLst>
          </p:cNvPr>
          <p:cNvSpPr>
            <a:spLocks xmlns:a="http://schemas.openxmlformats.org/drawingml/2006/main" noGrp="1"/>
          </p:cNvSpPr>
          <p:nvPr/>
        </p:nvSpPr>
        <p:spPr>
          <a:xfrm xmlns:a="http://schemas.openxmlformats.org/drawingml/2006/main">
            <a:off x="11144250" y="6429375"/>
            <a:ext cx="52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b="0">
                <a:solidFill>
                  <a:srgbClr val="8DE5CA"/>
                </a:solidFill>
                <a:latin typeface="Noto Sans KR"/>
                <a:ea typeface="Noto Sans KR"/>
                <a:cs typeface="Noto Sans KR"/>
              </a:defRPr>
            </a:defPPr>
            <a:lvl1pPr>
              <a:buNone/>
              <a:defRPr sz="1050" b="0">
                <a:solidFill>
                  <a:srgbClr val="8DE5CA"/>
                </a:solidFill>
                <a:latin typeface="Noto Sans KR"/>
                <a:ea typeface="Noto Sans KR"/>
                <a:cs typeface="Noto Sans KR"/>
              </a:defRPr>
            </a:lvl1pPr>
            <a:lvl2pPr>
              <a:buNone/>
              <a:defRPr sz="1050" b="0">
                <a:solidFill>
                  <a:srgbClr val="8DE5CA"/>
                </a:solidFill>
                <a:latin typeface="Noto Sans KR"/>
                <a:ea typeface="Noto Sans KR"/>
                <a:cs typeface="Noto Sans KR"/>
              </a:defRPr>
            </a:lvl2pPr>
            <a:lvl3pPr>
              <a:buNone/>
              <a:defRPr sz="1050" b="0">
                <a:solidFill>
                  <a:srgbClr val="8DE5CA"/>
                </a:solidFill>
                <a:latin typeface="Noto Sans KR"/>
                <a:ea typeface="Noto Sans KR"/>
                <a:cs typeface="Noto Sans KR"/>
              </a:defRPr>
            </a:lvl3pPr>
            <a:lvl4pPr>
              <a:buNone/>
              <a:defRPr sz="1050" b="0">
                <a:solidFill>
                  <a:srgbClr val="8DE5CA"/>
                </a:solidFill>
                <a:latin typeface="Noto Sans KR"/>
                <a:ea typeface="Noto Sans KR"/>
                <a:cs typeface="Noto Sans KR"/>
              </a:defRPr>
            </a:lvl4pPr>
            <a:lvl5pPr>
              <a:buNone/>
              <a:defRPr sz="1050" b="0">
                <a:solidFill>
                  <a:srgbClr val="8DE5CA"/>
                </a:solidFill>
                <a:latin typeface="Noto Sans KR"/>
                <a:ea typeface="Noto Sans KR"/>
                <a:cs typeface="Noto Sans KR"/>
              </a:defRPr>
            </a:lvl5pPr>
            <a:lvl6pPr>
              <a:buNone/>
              <a:defRPr sz="1050" b="0">
                <a:solidFill>
                  <a:srgbClr val="8DE5CA"/>
                </a:solidFill>
                <a:latin typeface="Noto Sans KR"/>
                <a:ea typeface="Noto Sans KR"/>
                <a:cs typeface="Noto Sans KR"/>
              </a:defRPr>
            </a:lvl6pPr>
            <a:lvl7pPr>
              <a:buNone/>
              <a:defRPr sz="1050" b="0">
                <a:solidFill>
                  <a:srgbClr val="8DE5CA"/>
                </a:solidFill>
                <a:latin typeface="Noto Sans KR"/>
                <a:ea typeface="Noto Sans KR"/>
                <a:cs typeface="Noto Sans KR"/>
              </a:defRPr>
            </a:lvl7pPr>
            <a:lvl8pPr>
              <a:buNone/>
              <a:defRPr sz="1050" b="0">
                <a:solidFill>
                  <a:srgbClr val="8DE5CA"/>
                </a:solidFill>
                <a:latin typeface="Noto Sans KR"/>
                <a:ea typeface="Noto Sans KR"/>
                <a:cs typeface="Noto Sans KR"/>
              </a:defRPr>
            </a:lvl8pPr>
            <a:lvl9pPr>
              <a:buNone/>
              <a:defRPr sz="1050" b="0">
                <a:solidFill>
                  <a:srgbClr val="8DE5CA"/>
                </a:solidFill>
                <a:latin typeface="Noto Sans KR"/>
                <a:ea typeface="Noto Sans KR"/>
                <a:cs typeface="Noto Sans KR"/>
              </a:defRPr>
            </a:lvl9pPr>
          </a:lstStyle>
          <a:p xmlns:a="http://schemas.openxmlformats.org/drawingml/2006/main">
            <a:pPr>
              <a:buNone/>
              <a:defRPr sz="1050" b="0">
                <a:solidFill>
                  <a:srgbClr val="8DE5CA"/>
                </a:solidFill>
                <a:latin typeface="Noto Sans KR"/>
                <a:ea typeface="Noto Sans KR"/>
                <a:cs typeface="Noto Sans KR"/>
              </a:defRPr>
            </a:pPr>
            <a:r>
              <a:rPr sz="1050" b="0">
                <a:solidFill>
                  <a:srgbClr val="8DE5CA"/>
                </a:solidFill>
                <a:latin typeface="Noto Sans KR"/>
                <a:ea typeface="Noto Sans KR"/>
                <a:cs typeface="Noto Sans KR"/>
              </a:rPr>
              <a:t>60</a:t>
            </a:r>
          </a:p>
        </p:txBody>
      </p:sp>
      <p:sp>
        <p:nvSpPr>
          <p:cNvPr id="4" name="">
            <a:extLst xmlns:a="http://schemas.openxmlformats.org/drawingml/2006/main">
              <a:ext uri="{FF2B5EF4-FFF2-40B4-BE49-F238E27FC236}">
                <a16:creationId xmlns:a16="http://schemas.microsoft.com/office/drawing/2014/main" id="{B21E88FF-A907-4026-B006-4416D3E26AE3}"/>
              </a:ext>
            </a:extLst>
          </p:cNvPr>
          <p:cNvSpPr>
            <a:spLocks xmlns:a="http://schemas.openxmlformats.org/drawingml/2006/main" noGrp="1"/>
          </p:cNvSpPr>
          <p:nvPr/>
        </p:nvSpPr>
        <p:spPr>
          <a:xfrm xmlns:a="http://schemas.openxmlformats.org/drawingml/2006/main">
            <a:off x="571500"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EBBF3"/>
                </a:solidFill>
                <a:latin typeface="Noto Sans KR"/>
                <a:ea typeface="Noto Sans KR"/>
                <a:cs typeface="Noto Sans KR"/>
              </a:defRPr>
            </a:defPPr>
            <a:lvl1pPr>
              <a:buNone/>
              <a:defRPr sz="1275" b="1">
                <a:solidFill>
                  <a:srgbClr val="8EBBF3"/>
                </a:solidFill>
                <a:latin typeface="Noto Sans KR"/>
                <a:ea typeface="Noto Sans KR"/>
                <a:cs typeface="Noto Sans KR"/>
              </a:defRPr>
            </a:lvl1pPr>
            <a:lvl2pPr>
              <a:buNone/>
              <a:defRPr sz="1275" b="1">
                <a:solidFill>
                  <a:srgbClr val="8EBBF3"/>
                </a:solidFill>
                <a:latin typeface="Noto Sans KR"/>
                <a:ea typeface="Noto Sans KR"/>
                <a:cs typeface="Noto Sans KR"/>
              </a:defRPr>
            </a:lvl2pPr>
            <a:lvl3pPr>
              <a:buNone/>
              <a:defRPr sz="1275" b="1">
                <a:solidFill>
                  <a:srgbClr val="8EBBF3"/>
                </a:solidFill>
                <a:latin typeface="Noto Sans KR"/>
                <a:ea typeface="Noto Sans KR"/>
                <a:cs typeface="Noto Sans KR"/>
              </a:defRPr>
            </a:lvl3pPr>
            <a:lvl4pPr>
              <a:buNone/>
              <a:defRPr sz="1275" b="1">
                <a:solidFill>
                  <a:srgbClr val="8EBBF3"/>
                </a:solidFill>
                <a:latin typeface="Noto Sans KR"/>
                <a:ea typeface="Noto Sans KR"/>
                <a:cs typeface="Noto Sans KR"/>
              </a:defRPr>
            </a:lvl4pPr>
            <a:lvl5pPr>
              <a:buNone/>
              <a:defRPr sz="1275" b="1">
                <a:solidFill>
                  <a:srgbClr val="8EBBF3"/>
                </a:solidFill>
                <a:latin typeface="Noto Sans KR"/>
                <a:ea typeface="Noto Sans KR"/>
                <a:cs typeface="Noto Sans KR"/>
              </a:defRPr>
            </a:lvl5pPr>
            <a:lvl6pPr>
              <a:buNone/>
              <a:defRPr sz="1275" b="1">
                <a:solidFill>
                  <a:srgbClr val="8EBBF3"/>
                </a:solidFill>
                <a:latin typeface="Noto Sans KR"/>
                <a:ea typeface="Noto Sans KR"/>
                <a:cs typeface="Noto Sans KR"/>
              </a:defRPr>
            </a:lvl6pPr>
            <a:lvl7pPr>
              <a:buNone/>
              <a:defRPr sz="1275" b="1">
                <a:solidFill>
                  <a:srgbClr val="8EBBF3"/>
                </a:solidFill>
                <a:latin typeface="Noto Sans KR"/>
                <a:ea typeface="Noto Sans KR"/>
                <a:cs typeface="Noto Sans KR"/>
              </a:defRPr>
            </a:lvl7pPr>
            <a:lvl8pPr>
              <a:buNone/>
              <a:defRPr sz="1275" b="1">
                <a:solidFill>
                  <a:srgbClr val="8EBBF3"/>
                </a:solidFill>
                <a:latin typeface="Noto Sans KR"/>
                <a:ea typeface="Noto Sans KR"/>
                <a:cs typeface="Noto Sans KR"/>
              </a:defRPr>
            </a:lvl8pPr>
            <a:lvl9pPr>
              <a:buNone/>
              <a:defRPr sz="1275" b="1">
                <a:solidFill>
                  <a:srgbClr val="8EBBF3"/>
                </a:solidFill>
                <a:latin typeface="Noto Sans KR"/>
                <a:ea typeface="Noto Sans KR"/>
                <a:cs typeface="Noto Sans KR"/>
              </a:defRPr>
            </a:lvl9pPr>
          </a:lstStyle>
          <a:p xmlns:a="http://schemas.openxmlformats.org/drawingml/2006/main">
            <a:pPr>
              <a:buNone/>
              <a:defRPr sz="1275" b="1">
                <a:solidFill>
                  <a:srgbClr val="8EBBF3"/>
                </a:solidFill>
                <a:latin typeface="Noto Sans KR"/>
                <a:ea typeface="Noto Sans KR"/>
                <a:cs typeface="Noto Sans KR"/>
              </a:defRPr>
            </a:pPr>
            <a:r>
              <a:rPr sz="1275" b="1">
                <a:solidFill>
                  <a:srgbClr val="8EBBF3"/>
                </a:solidFill>
                <a:latin typeface="Noto Sans KR"/>
                <a:ea typeface="Noto Sans KR"/>
                <a:cs typeface="Noto Sans KR"/>
              </a:rPr>
              <a:t>문서가 들어오면 미리 준비</a:t>
            </a:r>
          </a:p>
        </p:txBody>
      </p:sp>
      <p:sp>
        <p:nvSpPr>
          <p:cNvPr id="5" name="">
            <a:extLst xmlns:a="http://schemas.openxmlformats.org/drawingml/2006/main">
              <a:ext uri="{FF2B5EF4-FFF2-40B4-BE49-F238E27FC236}">
                <a16:creationId xmlns:a16="http://schemas.microsoft.com/office/drawing/2014/main" id="{7A3C85B2-5D39-456A-8625-02F8CA07A6D3}"/>
              </a:ext>
            </a:extLst>
          </p:cNvPr>
          <p:cNvSpPr>
            <a:spLocks xmlns:a="http://schemas.openxmlformats.org/drawingml/2006/main" noGrp="1"/>
          </p:cNvSpPr>
          <p:nvPr/>
        </p:nvSpPr>
        <p:spPr>
          <a:xfrm xmlns:a="http://schemas.openxmlformats.org/drawingml/2006/main">
            <a:off x="571500"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평가할 문서 집합 준비</a:t>
            </a:r>
          </a:p>
        </p:txBody>
      </p:sp>
      <p:sp>
        <p:nvSpPr>
          <p:cNvPr id="6" name="">
            <a:extLst xmlns:a="http://schemas.openxmlformats.org/drawingml/2006/main">
              <a:ext uri="{FF2B5EF4-FFF2-40B4-BE49-F238E27FC236}">
                <a16:creationId xmlns:a16="http://schemas.microsoft.com/office/drawing/2014/main" id="{78FD7C24-62C6-4A56-A8A8-A7FC71F1361D}"/>
              </a:ext>
            </a:extLst>
          </p:cNvPr>
          <p:cNvSpPr>
            <a:spLocks xmlns:a="http://schemas.openxmlformats.org/drawingml/2006/main" noGrp="1"/>
          </p:cNvSpPr>
          <p:nvPr/>
        </p:nvSpPr>
        <p:spPr>
          <a:xfrm xmlns:a="http://schemas.openxmlformats.org/drawingml/2006/main">
            <a:off x="571500"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질문을 유형별로 구성</a:t>
            </a:r>
          </a:p>
        </p:txBody>
      </p:sp>
      <p:sp>
        <p:nvSpPr>
          <p:cNvPr id="8" name="">
            <a:extLst xmlns:a="http://schemas.openxmlformats.org/drawingml/2006/main">
              <a:ext uri="{FF2B5EF4-FFF2-40B4-BE49-F238E27FC236}">
                <a16:creationId xmlns:a16="http://schemas.microsoft.com/office/drawing/2014/main" id="{24F0E313-C10B-4AE8-9F34-4043D13CC521}"/>
              </a:ext>
            </a:extLst>
          </p:cNvPr>
          <p:cNvSpPr>
            <a:spLocks xmlns:a="http://schemas.openxmlformats.org/drawingml/2006/main" noGrp="1"/>
          </p:cNvSpPr>
          <p:nvPr/>
        </p:nvSpPr>
        <p:spPr>
          <a:xfrm xmlns:a="http://schemas.openxmlformats.org/drawingml/2006/main">
            <a:off x="571500"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같은 조건의 검색기 준비</a:t>
            </a:r>
          </a:p>
        </p:txBody>
      </p:sp>
      <p:sp>
        <p:nvSpPr>
          <p:cNvPr id="10" name="">
            <a:extLst xmlns:a="http://schemas.openxmlformats.org/drawingml/2006/main">
              <a:ext uri="{FF2B5EF4-FFF2-40B4-BE49-F238E27FC236}">
                <a16:creationId xmlns:a16="http://schemas.microsoft.com/office/drawing/2014/main" id="{74BBDF4C-9D78-4EE4-B2B6-06A94D079FA4}"/>
              </a:ext>
            </a:extLst>
          </p:cNvPr>
          <p:cNvSpPr>
            <a:spLocks xmlns:a="http://schemas.openxmlformats.org/drawingml/2006/main" noGrp="1"/>
          </p:cNvSpPr>
          <p:nvPr/>
        </p:nvSpPr>
        <p:spPr>
          <a:xfrm xmlns:a="http://schemas.openxmlformats.org/drawingml/2006/main">
            <a:off x="571500"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품질·시간·비용 측정 준비</a:t>
            </a:r>
          </a:p>
        </p:txBody>
      </p:sp>
      <p:sp>
        <p:nvSpPr>
          <p:cNvPr id="12" name="">
            <a:extLst xmlns:a="http://schemas.openxmlformats.org/drawingml/2006/main">
              <a:ext uri="{FF2B5EF4-FFF2-40B4-BE49-F238E27FC236}">
                <a16:creationId xmlns:a16="http://schemas.microsoft.com/office/drawing/2014/main" id="{43E33B9E-898A-4678-A618-6F2C8854D832}"/>
              </a:ext>
            </a:extLst>
          </p:cNvPr>
          <p:cNvSpPr>
            <a:spLocks xmlns:a="http://schemas.openxmlformats.org/drawingml/2006/main" noGrp="1"/>
          </p:cNvSpPr>
          <p:nvPr/>
        </p:nvSpPr>
        <p:spPr>
          <a:xfrm xmlns:a="http://schemas.openxmlformats.org/drawingml/2006/main">
            <a:off x="571500"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그래프의 이득을 비교할 설계</a:t>
            </a:r>
          </a:p>
        </p:txBody>
      </p:sp>
      <p:sp>
        <p:nvSpPr>
          <p:cNvPr id="14" name="">
            <a:extLst xmlns:a="http://schemas.openxmlformats.org/drawingml/2006/main">
              <a:ext uri="{FF2B5EF4-FFF2-40B4-BE49-F238E27FC236}">
                <a16:creationId xmlns:a16="http://schemas.microsoft.com/office/drawing/2014/main" id="{C2975E61-4BBE-4D1E-BFDB-2AC0E9589920}"/>
              </a:ext>
            </a:extLst>
          </p:cNvPr>
          <p:cNvSpPr>
            <a:spLocks xmlns:a="http://schemas.openxmlformats.org/drawingml/2006/main" noGrp="1"/>
          </p:cNvSpPr>
          <p:nvPr/>
        </p:nvSpPr>
        <p:spPr>
          <a:xfrm xmlns:a="http://schemas.openxmlformats.org/drawingml/2006/main">
            <a:off x="6524625"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DE5CA"/>
                </a:solidFill>
                <a:latin typeface="Noto Sans KR"/>
                <a:ea typeface="Noto Sans KR"/>
                <a:cs typeface="Noto Sans KR"/>
              </a:defRPr>
            </a:defPPr>
            <a:lvl1pPr>
              <a:buNone/>
              <a:defRPr sz="1275" b="1">
                <a:solidFill>
                  <a:srgbClr val="8DE5CA"/>
                </a:solidFill>
                <a:latin typeface="Noto Sans KR"/>
                <a:ea typeface="Noto Sans KR"/>
                <a:cs typeface="Noto Sans KR"/>
              </a:defRPr>
            </a:lvl1pPr>
            <a:lvl2pPr>
              <a:buNone/>
              <a:defRPr sz="1275" b="1">
                <a:solidFill>
                  <a:srgbClr val="8DE5CA"/>
                </a:solidFill>
                <a:latin typeface="Noto Sans KR"/>
                <a:ea typeface="Noto Sans KR"/>
                <a:cs typeface="Noto Sans KR"/>
              </a:defRPr>
            </a:lvl2pPr>
            <a:lvl3pPr>
              <a:buNone/>
              <a:defRPr sz="1275" b="1">
                <a:solidFill>
                  <a:srgbClr val="8DE5CA"/>
                </a:solidFill>
                <a:latin typeface="Noto Sans KR"/>
                <a:ea typeface="Noto Sans KR"/>
                <a:cs typeface="Noto Sans KR"/>
              </a:defRPr>
            </a:lvl3pPr>
            <a:lvl4pPr>
              <a:buNone/>
              <a:defRPr sz="1275" b="1">
                <a:solidFill>
                  <a:srgbClr val="8DE5CA"/>
                </a:solidFill>
                <a:latin typeface="Noto Sans KR"/>
                <a:ea typeface="Noto Sans KR"/>
                <a:cs typeface="Noto Sans KR"/>
              </a:defRPr>
            </a:lvl4pPr>
            <a:lvl5pPr>
              <a:buNone/>
              <a:defRPr sz="1275" b="1">
                <a:solidFill>
                  <a:srgbClr val="8DE5CA"/>
                </a:solidFill>
                <a:latin typeface="Noto Sans KR"/>
                <a:ea typeface="Noto Sans KR"/>
                <a:cs typeface="Noto Sans KR"/>
              </a:defRPr>
            </a:lvl5pPr>
            <a:lvl6pPr>
              <a:buNone/>
              <a:defRPr sz="1275" b="1">
                <a:solidFill>
                  <a:srgbClr val="8DE5CA"/>
                </a:solidFill>
                <a:latin typeface="Noto Sans KR"/>
                <a:ea typeface="Noto Sans KR"/>
                <a:cs typeface="Noto Sans KR"/>
              </a:defRPr>
            </a:lvl6pPr>
            <a:lvl7pPr>
              <a:buNone/>
              <a:defRPr sz="1275" b="1">
                <a:solidFill>
                  <a:srgbClr val="8DE5CA"/>
                </a:solidFill>
                <a:latin typeface="Noto Sans KR"/>
                <a:ea typeface="Noto Sans KR"/>
                <a:cs typeface="Noto Sans KR"/>
              </a:defRPr>
            </a:lvl7pPr>
            <a:lvl8pPr>
              <a:buNone/>
              <a:defRPr sz="1275" b="1">
                <a:solidFill>
                  <a:srgbClr val="8DE5CA"/>
                </a:solidFill>
                <a:latin typeface="Noto Sans KR"/>
                <a:ea typeface="Noto Sans KR"/>
                <a:cs typeface="Noto Sans KR"/>
              </a:defRPr>
            </a:lvl8pPr>
            <a:lvl9pPr>
              <a:buNone/>
              <a:defRPr sz="1275" b="1">
                <a:solidFill>
                  <a:srgbClr val="8DE5CA"/>
                </a:solidFill>
                <a:latin typeface="Noto Sans KR"/>
                <a:ea typeface="Noto Sans KR"/>
                <a:cs typeface="Noto Sans KR"/>
              </a:defRPr>
            </a:lvl9pPr>
          </a:lstStyle>
          <a:p xmlns:a="http://schemas.openxmlformats.org/drawingml/2006/main">
            <a:pPr>
              <a:buNone/>
              <a:defRPr sz="1275" b="1">
                <a:solidFill>
                  <a:srgbClr val="8DE5CA"/>
                </a:solidFill>
                <a:latin typeface="Noto Sans KR"/>
                <a:ea typeface="Noto Sans KR"/>
                <a:cs typeface="Noto Sans KR"/>
              </a:defRPr>
            </a:pPr>
            <a:r>
              <a:rPr sz="1275" b="1">
                <a:solidFill>
                  <a:srgbClr val="8DE5CA"/>
                </a:solidFill>
                <a:latin typeface="Noto Sans KR"/>
                <a:ea typeface="Noto Sans KR"/>
                <a:cs typeface="Noto Sans KR"/>
              </a:rPr>
              <a:t>질문이 오면 검색하고 답변</a:t>
            </a:r>
          </a:p>
        </p:txBody>
      </p:sp>
      <p:sp>
        <p:nvSpPr>
          <p:cNvPr id="15" name="">
            <a:extLst xmlns:a="http://schemas.openxmlformats.org/drawingml/2006/main">
              <a:ext uri="{FF2B5EF4-FFF2-40B4-BE49-F238E27FC236}">
                <a16:creationId xmlns:a16="http://schemas.microsoft.com/office/drawing/2014/main" id="{91BF548E-C0FB-4CE5-BB90-AA1C76B7137D}"/>
              </a:ext>
            </a:extLst>
          </p:cNvPr>
          <p:cNvSpPr>
            <a:spLocks xmlns:a="http://schemas.openxmlformats.org/drawingml/2006/main" noGrp="1"/>
          </p:cNvSpPr>
          <p:nvPr/>
        </p:nvSpPr>
        <p:spPr>
          <a:xfrm xmlns:a="http://schemas.openxmlformats.org/drawingml/2006/main">
            <a:off x="6524625"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평가 질문 선택</a:t>
            </a:r>
          </a:p>
        </p:txBody>
      </p:sp>
      <p:sp>
        <p:nvSpPr>
          <p:cNvPr id="16" name="">
            <a:extLst xmlns:a="http://schemas.openxmlformats.org/drawingml/2006/main">
              <a:ext uri="{FF2B5EF4-FFF2-40B4-BE49-F238E27FC236}">
                <a16:creationId xmlns:a16="http://schemas.microsoft.com/office/drawing/2014/main" id="{349B25D1-D828-4DD0-8A42-01F9C6A2D2AE}"/>
              </a:ext>
            </a:extLst>
          </p:cNvPr>
          <p:cNvSpPr>
            <a:spLocks xmlns:a="http://schemas.openxmlformats.org/drawingml/2006/main" noGrp="1"/>
          </p:cNvSpPr>
          <p:nvPr/>
        </p:nvSpPr>
        <p:spPr>
          <a:xfrm xmlns:a="http://schemas.openxmlformats.org/drawingml/2006/main">
            <a:off x="6524625"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각 검색 시스템 실행</a:t>
            </a:r>
          </a:p>
        </p:txBody>
      </p:sp>
      <p:sp>
        <p:nvSpPr>
          <p:cNvPr id="18" name="">
            <a:extLst xmlns:a="http://schemas.openxmlformats.org/drawingml/2006/main">
              <a:ext uri="{FF2B5EF4-FFF2-40B4-BE49-F238E27FC236}">
                <a16:creationId xmlns:a16="http://schemas.microsoft.com/office/drawing/2014/main" id="{5F07CF09-A3BE-4C9B-BD45-25BDEA09B64A}"/>
              </a:ext>
            </a:extLst>
          </p:cNvPr>
          <p:cNvSpPr>
            <a:spLocks xmlns:a="http://schemas.openxmlformats.org/drawingml/2006/main" noGrp="1"/>
          </p:cNvSpPr>
          <p:nvPr/>
        </p:nvSpPr>
        <p:spPr>
          <a:xfrm xmlns:a="http://schemas.openxmlformats.org/drawingml/2006/main">
            <a:off x="6524625"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찾아온 근거가 맞는지 평가</a:t>
            </a:r>
          </a:p>
        </p:txBody>
      </p:sp>
      <p:sp>
        <p:nvSpPr>
          <p:cNvPr id="20" name="">
            <a:extLst xmlns:a="http://schemas.openxmlformats.org/drawingml/2006/main">
              <a:ext uri="{FF2B5EF4-FFF2-40B4-BE49-F238E27FC236}">
                <a16:creationId xmlns:a16="http://schemas.microsoft.com/office/drawing/2014/main" id="{18428463-683D-4212-89F5-4AA21C90E6FD}"/>
              </a:ext>
            </a:extLst>
          </p:cNvPr>
          <p:cNvSpPr>
            <a:spLocks xmlns:a="http://schemas.openxmlformats.org/drawingml/2006/main" noGrp="1"/>
          </p:cNvSpPr>
          <p:nvPr/>
        </p:nvSpPr>
        <p:spPr>
          <a:xfrm xmlns:a="http://schemas.openxmlformats.org/drawingml/2006/main">
            <a:off x="6524625"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답변 품질과 비용 비교</a:t>
            </a:r>
          </a:p>
        </p:txBody>
      </p:sp>
      <p:sp>
        <p:nvSpPr>
          <p:cNvPr id="22" name="">
            <a:extLst xmlns:a="http://schemas.openxmlformats.org/drawingml/2006/main">
              <a:ext uri="{FF2B5EF4-FFF2-40B4-BE49-F238E27FC236}">
                <a16:creationId xmlns:a16="http://schemas.microsoft.com/office/drawing/2014/main" id="{19EA944F-63B5-4D33-9028-D02682CF2056}"/>
              </a:ext>
            </a:extLst>
          </p:cNvPr>
          <p:cNvSpPr>
            <a:spLocks xmlns:a="http://schemas.openxmlformats.org/drawingml/2006/main" noGrp="1"/>
          </p:cNvSpPr>
          <p:nvPr/>
        </p:nvSpPr>
        <p:spPr>
          <a:xfrm xmlns:a="http://schemas.openxmlformats.org/drawingml/2006/main">
            <a:off x="6524625"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유형별로 도입 가치를 분석</a:t>
            </a:r>
          </a:p>
        </p:txBody>
      </p:sp>
      <p:sp>
        <p:nvSpPr>
          <p:cNvPr id="24" name="">
            <a:extLst xmlns:a="http://schemas.openxmlformats.org/drawingml/2006/main">
              <a:ext uri="{FF2B5EF4-FFF2-40B4-BE49-F238E27FC236}">
                <a16:creationId xmlns:a16="http://schemas.microsoft.com/office/drawing/2014/main" id="{3A0157F2-02DF-4B83-9082-D6C716B8C08E}"/>
              </a:ext>
            </a:extLst>
          </p:cNvPr>
          <p:cNvSpPr>
            <a:spLocks xmlns:a="http://schemas.openxmlformats.org/drawingml/2006/main" noGrp="1"/>
          </p:cNvSpPr>
          <p:nvPr/>
        </p:nvSpPr>
        <p:spPr>
          <a:xfrm xmlns:a="http://schemas.openxmlformats.org/drawingml/2006/main">
            <a:off x="571500" y="5734050"/>
            <a:ext cx="1095375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9BB4C0"/>
                </a:solidFill>
                <a:latin typeface="Noto Sans KR"/>
                <a:ea typeface="Noto Sans KR"/>
                <a:cs typeface="Noto Sans KR"/>
              </a:defRPr>
            </a:defPPr>
            <a:lvl1pPr>
              <a:buNone/>
              <a:defRPr sz="1200" b="0">
                <a:solidFill>
                  <a:srgbClr val="9BB4C0"/>
                </a:solidFill>
                <a:latin typeface="Noto Sans KR"/>
                <a:ea typeface="Noto Sans KR"/>
                <a:cs typeface="Noto Sans KR"/>
              </a:defRPr>
            </a:lvl1pPr>
            <a:lvl2pPr>
              <a:buNone/>
              <a:defRPr sz="1200" b="0">
                <a:solidFill>
                  <a:srgbClr val="9BB4C0"/>
                </a:solidFill>
                <a:latin typeface="Noto Sans KR"/>
                <a:ea typeface="Noto Sans KR"/>
                <a:cs typeface="Noto Sans KR"/>
              </a:defRPr>
            </a:lvl2pPr>
            <a:lvl3pPr>
              <a:buNone/>
              <a:defRPr sz="1200" b="0">
                <a:solidFill>
                  <a:srgbClr val="9BB4C0"/>
                </a:solidFill>
                <a:latin typeface="Noto Sans KR"/>
                <a:ea typeface="Noto Sans KR"/>
                <a:cs typeface="Noto Sans KR"/>
              </a:defRPr>
            </a:lvl3pPr>
            <a:lvl4pPr>
              <a:buNone/>
              <a:defRPr sz="1200" b="0">
                <a:solidFill>
                  <a:srgbClr val="9BB4C0"/>
                </a:solidFill>
                <a:latin typeface="Noto Sans KR"/>
                <a:ea typeface="Noto Sans KR"/>
                <a:cs typeface="Noto Sans KR"/>
              </a:defRPr>
            </a:lvl4pPr>
            <a:lvl5pPr>
              <a:buNone/>
              <a:defRPr sz="1200" b="0">
                <a:solidFill>
                  <a:srgbClr val="9BB4C0"/>
                </a:solidFill>
                <a:latin typeface="Noto Sans KR"/>
                <a:ea typeface="Noto Sans KR"/>
                <a:cs typeface="Noto Sans KR"/>
              </a:defRPr>
            </a:lvl5pPr>
            <a:lvl6pPr>
              <a:buNone/>
              <a:defRPr sz="1200" b="0">
                <a:solidFill>
                  <a:srgbClr val="9BB4C0"/>
                </a:solidFill>
                <a:latin typeface="Noto Sans KR"/>
                <a:ea typeface="Noto Sans KR"/>
                <a:cs typeface="Noto Sans KR"/>
              </a:defRPr>
            </a:lvl6pPr>
            <a:lvl7pPr>
              <a:buNone/>
              <a:defRPr sz="1200" b="0">
                <a:solidFill>
                  <a:srgbClr val="9BB4C0"/>
                </a:solidFill>
                <a:latin typeface="Noto Sans KR"/>
                <a:ea typeface="Noto Sans KR"/>
                <a:cs typeface="Noto Sans KR"/>
              </a:defRPr>
            </a:lvl7pPr>
            <a:lvl8pPr>
              <a:buNone/>
              <a:defRPr sz="1200" b="0">
                <a:solidFill>
                  <a:srgbClr val="9BB4C0"/>
                </a:solidFill>
                <a:latin typeface="Noto Sans KR"/>
                <a:ea typeface="Noto Sans KR"/>
                <a:cs typeface="Noto Sans KR"/>
              </a:defRPr>
            </a:lvl8pPr>
            <a:lvl9pPr>
              <a:buNone/>
              <a:defRPr sz="1200" b="0">
                <a:solidFill>
                  <a:srgbClr val="9BB4C0"/>
                </a:solidFill>
                <a:latin typeface="Noto Sans KR"/>
                <a:ea typeface="Noto Sans KR"/>
                <a:cs typeface="Noto Sans KR"/>
              </a:defRPr>
            </a:lvl9pPr>
          </a:lstStyle>
          <a:p xmlns:a="http://schemas.openxmlformats.org/drawingml/2006/main">
            <a:pPr>
              <a:buNone/>
              <a:defRPr sz="1200" b="0">
                <a:solidFill>
                  <a:srgbClr val="9BB4C0"/>
                </a:solidFill>
                <a:latin typeface="Noto Sans KR"/>
                <a:ea typeface="Noto Sans KR"/>
                <a:cs typeface="Noto Sans KR"/>
              </a:defRPr>
            </a:pPr>
            <a:r>
              <a:rPr sz="1200" b="0">
                <a:solidFill>
                  <a:srgbClr val="9BB4C0"/>
                </a:solidFill>
                <a:latin typeface="Noto Sans KR"/>
                <a:ea typeface="Noto Sans KR"/>
                <a:cs typeface="Noto Sans KR"/>
              </a:rPr>
              <a:t>웹 실습은 핵심 흐름을 보여 주는 축소 예제입니다. 원 논문과의 차이는 발표자 노트를 참고해 주세요.</a:t>
            </a:r>
          </a:p>
        </p:txBody>
      </p:sp>
    </p:spTree>
    <p:extLst>
      <p:ext uri="{BB962C8B-B14F-4D97-AF65-F5344CB8AC3E}">
        <p14:creationId xmlns:p14="http://schemas.microsoft.com/office/powerpoint/2010/main" val="197651497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2026-10-26T04:34:10.3250000Z</dcterms:created>
  <dcterms:modified xsi:type="dcterms:W3CDTF">2026-10-26T04:34:10.3250000Z</dcterms:modified>
</coreProperties>
</file>