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notesMasters/notesMaster1.xml" ContentType="application/vnd.openxmlformats-officedocument.presentationml.notesMaster+xml"/>
  <Override PartName="/ppt/notesMasters/theme/theme6.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53631d991c405f" /><Relationship Type="http://schemas.openxmlformats.org/officeDocument/2006/relationships/extended-properties" Target="/docProps/app.xml" Id="R7a8d6e9e98b14365" /><Relationship Type="http://schemas.openxmlformats.org/officeDocument/2006/relationships/officeDocument" Target="/ppt/presentation.xml" Id="Rc4fe11c97caa4062" /></Relationships>
</file>

<file path=ppt/presentation.xml><?xml version="1.0" encoding="utf-8"?>
<p:presentation xmlns:p="http://schemas.openxmlformats.org/presentationml/2006/main">
  <p:sldMasterIdLst>
    <p:sldMasterId xmlns:r="http://schemas.openxmlformats.org/officeDocument/2006/relationships" id="2147483648" r:id="R349195471f744716"/>
    <p:sldMasterId xmlns:r="http://schemas.openxmlformats.org/officeDocument/2006/relationships" id="2147483655" r:id="Rb90c5134716544e9"/>
    <p:sldMasterId xmlns:r="http://schemas.openxmlformats.org/officeDocument/2006/relationships" id="2147483662" r:id="R6dc630605c294540"/>
    <p:sldMasterId xmlns:r="http://schemas.openxmlformats.org/officeDocument/2006/relationships" id="2147483669" r:id="Rf69dc2a4bd1d4e85"/>
  </p:sldMasterIdLst>
  <p:notesMasterIdLst>
    <p:notesMasterId xmlns:r="http://schemas.openxmlformats.org/officeDocument/2006/relationships" r:id="R3dda054bad7a45e4"/>
  </p:notesMasterIdLst>
  <p:sldIdLst>
    <p:sldId xmlns:r="http://schemas.openxmlformats.org/officeDocument/2006/relationships" id="256" r:id="R7e54e6d3bd424f3d"/>
    <p:sldId xmlns:r="http://schemas.openxmlformats.org/officeDocument/2006/relationships" id="257" r:id="R231e36a52ed244b4"/>
    <p:sldId xmlns:r="http://schemas.openxmlformats.org/officeDocument/2006/relationships" id="258" r:id="Rab932f55a62e4daa"/>
    <p:sldId xmlns:r="http://schemas.openxmlformats.org/officeDocument/2006/relationships" id="259" r:id="R1d6ff725f7e2491f"/>
    <p:sldId xmlns:r="http://schemas.openxmlformats.org/officeDocument/2006/relationships" id="260" r:id="Re21ff05a1c12418b"/>
    <p:sldId xmlns:r="http://schemas.openxmlformats.org/officeDocument/2006/relationships" id="261" r:id="R6ee13386a53146c5"/>
    <p:sldId xmlns:r="http://schemas.openxmlformats.org/officeDocument/2006/relationships" id="262" r:id="R5a14c89ee1d140af"/>
    <p:sldId xmlns:r="http://schemas.openxmlformats.org/officeDocument/2006/relationships" id="263" r:id="Rfcd66b7b43c6473c"/>
    <p:sldId xmlns:r="http://schemas.openxmlformats.org/officeDocument/2006/relationships" id="264" r:id="R4703f997a38f4b2f"/>
    <p:sldId xmlns:r="http://schemas.openxmlformats.org/officeDocument/2006/relationships" id="265" r:id="Rbdaa2c2e509a4444"/>
    <p:sldId xmlns:r="http://schemas.openxmlformats.org/officeDocument/2006/relationships" id="266" r:id="R24a18c0c07414bf7"/>
    <p:sldId xmlns:r="http://schemas.openxmlformats.org/officeDocument/2006/relationships" id="267" r:id="Rd2d9ebe1b74643f5"/>
    <p:sldId xmlns:r="http://schemas.openxmlformats.org/officeDocument/2006/relationships" id="268" r:id="R7c2e999d1fd74804"/>
    <p:sldId xmlns:r="http://schemas.openxmlformats.org/officeDocument/2006/relationships" id="269" r:id="R02498b9b803f48b3"/>
    <p:sldId xmlns:r="http://schemas.openxmlformats.org/officeDocument/2006/relationships" id="270" r:id="R832db957b112416b"/>
    <p:sldId xmlns:r="http://schemas.openxmlformats.org/officeDocument/2006/relationships" id="271" r:id="R2c1926db95e04959"/>
    <p:sldId xmlns:r="http://schemas.openxmlformats.org/officeDocument/2006/relationships" id="272" r:id="Rf0cca19d03cf49e9"/>
    <p:sldId xmlns:r="http://schemas.openxmlformats.org/officeDocument/2006/relationships" id="273" r:id="R80fc10a97b5e4b32"/>
    <p:sldId xmlns:r="http://schemas.openxmlformats.org/officeDocument/2006/relationships" id="274" r:id="R81a4600b336b4b7b"/>
    <p:sldId xmlns:r="http://schemas.openxmlformats.org/officeDocument/2006/relationships" id="275" r:id="R8b65c9cb954c4c2b"/>
    <p:sldId xmlns:r="http://schemas.openxmlformats.org/officeDocument/2006/relationships" id="276" r:id="R5ada601641f04ccb"/>
    <p:sldId xmlns:r="http://schemas.openxmlformats.org/officeDocument/2006/relationships" id="277" r:id="Rbdc751c43717487a"/>
    <p:sldId xmlns:r="http://schemas.openxmlformats.org/officeDocument/2006/relationships" id="278" r:id="Rf7b4e18672854ac7"/>
    <p:sldId xmlns:r="http://schemas.openxmlformats.org/officeDocument/2006/relationships" id="279" r:id="Ra6448e9c4eb4437b"/>
    <p:sldId xmlns:r="http://schemas.openxmlformats.org/officeDocument/2006/relationships" id="280" r:id="Reabc14ca89444a48"/>
    <p:sldId xmlns:r="http://schemas.openxmlformats.org/officeDocument/2006/relationships" id="281" r:id="R37916771ba2e4d54"/>
    <p:sldId xmlns:r="http://schemas.openxmlformats.org/officeDocument/2006/relationships" id="282" r:id="Ra7375e397181422f"/>
    <p:sldId xmlns:r="http://schemas.openxmlformats.org/officeDocument/2006/relationships" id="283" r:id="R311e867dbe89404d"/>
    <p:sldId xmlns:r="http://schemas.openxmlformats.org/officeDocument/2006/relationships" id="284" r:id="Rd2945eec4ad549d6"/>
    <p:sldId xmlns:r="http://schemas.openxmlformats.org/officeDocument/2006/relationships" id="285" r:id="R0d753f38b4ef42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fe0dd67ba14693" /><Relationship Type="http://schemas.openxmlformats.org/officeDocument/2006/relationships/slideMaster" Target="/ppt/slideMasters/slideMaster1.xml" Id="R349195471f744716" /><Relationship Type="http://schemas.openxmlformats.org/officeDocument/2006/relationships/slideMaster" Target="/ppt/slideMasters/slideMaster2.xml" Id="Rb90c5134716544e9" /><Relationship Type="http://schemas.openxmlformats.org/officeDocument/2006/relationships/slideMaster" Target="/ppt/slideMasters/slideMaster3.xml" Id="R6dc630605c294540" /><Relationship Type="http://schemas.openxmlformats.org/officeDocument/2006/relationships/slideMaster" Target="/ppt/slideMasters/slideMaster4.xml" Id="Rf69dc2a4bd1d4e85" /><Relationship Type="http://schemas.openxmlformats.org/officeDocument/2006/relationships/notesMaster" Target="/ppt/notesMasters/notesMaster1.xml" Id="R3dda054bad7a45e4" /><Relationship Type="http://schemas.openxmlformats.org/officeDocument/2006/relationships/presProps" Target="/ppt/presProps.xml" Id="R918530625ea641ad" /><Relationship Type="http://schemas.openxmlformats.org/officeDocument/2006/relationships/tableStyles" Target="/ppt/tableStyles.xml" Id="R4ab8501ad9a74569" /><Relationship Type="http://schemas.openxmlformats.org/officeDocument/2006/relationships/slide" Target="/ppt/slides/slide1.xml" Id="R7e54e6d3bd424f3d" /><Relationship Type="http://schemas.openxmlformats.org/officeDocument/2006/relationships/slide" Target="/ppt/slides/slide2.xml" Id="R231e36a52ed244b4" /><Relationship Type="http://schemas.openxmlformats.org/officeDocument/2006/relationships/slide" Target="/ppt/slides/slide3.xml" Id="Rab932f55a62e4daa" /><Relationship Type="http://schemas.openxmlformats.org/officeDocument/2006/relationships/slide" Target="/ppt/slides/slide4.xml" Id="R1d6ff725f7e2491f" /><Relationship Type="http://schemas.openxmlformats.org/officeDocument/2006/relationships/slide" Target="/ppt/slides/slide5.xml" Id="Re21ff05a1c12418b" /><Relationship Type="http://schemas.openxmlformats.org/officeDocument/2006/relationships/slide" Target="/ppt/slides/slide6.xml" Id="R6ee13386a53146c5" /><Relationship Type="http://schemas.openxmlformats.org/officeDocument/2006/relationships/slide" Target="/ppt/slides/slide7.xml" Id="R5a14c89ee1d140af" /><Relationship Type="http://schemas.openxmlformats.org/officeDocument/2006/relationships/slide" Target="/ppt/slides/slide8.xml" Id="Rfcd66b7b43c6473c" /><Relationship Type="http://schemas.openxmlformats.org/officeDocument/2006/relationships/slide" Target="/ppt/slides/slide9.xml" Id="R4703f997a38f4b2f" /><Relationship Type="http://schemas.openxmlformats.org/officeDocument/2006/relationships/slide" Target="/ppt/slides/slide10.xml" Id="Rbdaa2c2e509a4444" /><Relationship Type="http://schemas.openxmlformats.org/officeDocument/2006/relationships/slide" Target="/ppt/slides/slide11.xml" Id="R24a18c0c07414bf7" /><Relationship Type="http://schemas.openxmlformats.org/officeDocument/2006/relationships/slide" Target="/ppt/slides/slide12.xml" Id="Rd2d9ebe1b74643f5" /><Relationship Type="http://schemas.openxmlformats.org/officeDocument/2006/relationships/slide" Target="/ppt/slides/slide13.xml" Id="R7c2e999d1fd74804" /><Relationship Type="http://schemas.openxmlformats.org/officeDocument/2006/relationships/slide" Target="/ppt/slides/slide14.xml" Id="R02498b9b803f48b3" /><Relationship Type="http://schemas.openxmlformats.org/officeDocument/2006/relationships/slide" Target="/ppt/slides/slide15.xml" Id="R832db957b112416b" /><Relationship Type="http://schemas.openxmlformats.org/officeDocument/2006/relationships/slide" Target="/ppt/slides/slide16.xml" Id="R2c1926db95e04959" /><Relationship Type="http://schemas.openxmlformats.org/officeDocument/2006/relationships/slide" Target="/ppt/slides/slide17.xml" Id="Rf0cca19d03cf49e9" /><Relationship Type="http://schemas.openxmlformats.org/officeDocument/2006/relationships/slide" Target="/ppt/slides/slide18.xml" Id="R80fc10a97b5e4b32" /><Relationship Type="http://schemas.openxmlformats.org/officeDocument/2006/relationships/slide" Target="/ppt/slides/slide19.xml" Id="R81a4600b336b4b7b" /><Relationship Type="http://schemas.openxmlformats.org/officeDocument/2006/relationships/slide" Target="/ppt/slides/slide20.xml" Id="R8b65c9cb954c4c2b" /><Relationship Type="http://schemas.openxmlformats.org/officeDocument/2006/relationships/slide" Target="/ppt/slides/slide21.xml" Id="R5ada601641f04ccb" /><Relationship Type="http://schemas.openxmlformats.org/officeDocument/2006/relationships/slide" Target="/ppt/slides/slide22.xml" Id="Rbdc751c43717487a" /><Relationship Type="http://schemas.openxmlformats.org/officeDocument/2006/relationships/slide" Target="/ppt/slides/slide23.xml" Id="Rf7b4e18672854ac7" /><Relationship Type="http://schemas.openxmlformats.org/officeDocument/2006/relationships/slide" Target="/ppt/slides/slide24.xml" Id="Ra6448e9c4eb4437b" /><Relationship Type="http://schemas.openxmlformats.org/officeDocument/2006/relationships/slide" Target="/ppt/slides/slide25.xml" Id="Reabc14ca89444a48" /><Relationship Type="http://schemas.openxmlformats.org/officeDocument/2006/relationships/slide" Target="/ppt/slides/slide26.xml" Id="R37916771ba2e4d54" /><Relationship Type="http://schemas.openxmlformats.org/officeDocument/2006/relationships/slide" Target="/ppt/slides/slide27.xml" Id="Ra7375e397181422f" /><Relationship Type="http://schemas.openxmlformats.org/officeDocument/2006/relationships/slide" Target="/ppt/slides/slide28.xml" Id="R311e867dbe89404d" /><Relationship Type="http://schemas.openxmlformats.org/officeDocument/2006/relationships/slide" Target="/ppt/slides/slide29.xml" Id="Rd2945eec4ad549d6" /><Relationship Type="http://schemas.openxmlformats.org/officeDocument/2006/relationships/slide" Target="/ppt/slides/slide30.xml" Id="R0d753f38b4ef42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6.xml" Id="Rb1b46dd9c7904f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ddbbb67e6945e0" /><Relationship Type="http://schemas.openxmlformats.org/officeDocument/2006/relationships/notesMaster" Target="/ppt/notesMasters/notesMaster1.xml" Id="R8b945be552e84d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e321ae5dba48a3" /><Relationship Type="http://schemas.openxmlformats.org/officeDocument/2006/relationships/notesMaster" Target="/ppt/notesMasters/notesMaster1.xml" Id="R7056b7fff8a24c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e2acc8a891477c" /><Relationship Type="http://schemas.openxmlformats.org/officeDocument/2006/relationships/notesMaster" Target="/ppt/notesMasters/notesMaster1.xml" Id="R08612e96db4f40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0fadef0faa4ac1" /><Relationship Type="http://schemas.openxmlformats.org/officeDocument/2006/relationships/notesMaster" Target="/ppt/notesMasters/notesMaster1.xml" Id="Rb3cb1cbcbddd45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df7c2f273a4b02" /><Relationship Type="http://schemas.openxmlformats.org/officeDocument/2006/relationships/notesMaster" Target="/ppt/notesMasters/notesMaster1.xml" Id="Rc2404f3298134a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83346512dc496c" /><Relationship Type="http://schemas.openxmlformats.org/officeDocument/2006/relationships/notesMaster" Target="/ppt/notesMasters/notesMaster1.xml" Id="R2517036365f444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77172fc97446b7" /><Relationship Type="http://schemas.openxmlformats.org/officeDocument/2006/relationships/notesMaster" Target="/ppt/notesMasters/notesMaster1.xml" Id="R3a0331ad01154e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ddcec119e543d6" /><Relationship Type="http://schemas.openxmlformats.org/officeDocument/2006/relationships/notesMaster" Target="/ppt/notesMasters/notesMaster1.xml" Id="Rcb9c74dec2604d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5a30b9f3884d9f" /><Relationship Type="http://schemas.openxmlformats.org/officeDocument/2006/relationships/notesMaster" Target="/ppt/notesMasters/notesMaster1.xml" Id="R2487af5bc92547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222b5b04884dbc" /><Relationship Type="http://schemas.openxmlformats.org/officeDocument/2006/relationships/notesMaster" Target="/ppt/notesMasters/notesMaster1.xml" Id="Rc7263d9c5df14b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cc408ecef7492b" /><Relationship Type="http://schemas.openxmlformats.org/officeDocument/2006/relationships/notesMaster" Target="/ppt/notesMasters/notesMaster1.xml" Id="R74fac60ead214a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926634d4d844d7" /><Relationship Type="http://schemas.openxmlformats.org/officeDocument/2006/relationships/notesMaster" Target="/ppt/notesMasters/notesMaster1.xml" Id="R1293ee481a8542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52b2ea82eab481b" /><Relationship Type="http://schemas.openxmlformats.org/officeDocument/2006/relationships/notesMaster" Target="/ppt/notesMasters/notesMaster1.xml" Id="R1116ae510e9a45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f0133bc4e44f60" /><Relationship Type="http://schemas.openxmlformats.org/officeDocument/2006/relationships/notesMaster" Target="/ppt/notesMasters/notesMaster1.xml" Id="R08d8977ad8284a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c856d9dd5ab4467" /><Relationship Type="http://schemas.openxmlformats.org/officeDocument/2006/relationships/notesMaster" Target="/ppt/notesMasters/notesMaster1.xml" Id="R0f67b6c75a7842b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c4f0e5d506f443c" /><Relationship Type="http://schemas.openxmlformats.org/officeDocument/2006/relationships/notesMaster" Target="/ppt/notesMasters/notesMaster1.xml" Id="R5b4608e2262b479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feca32aef942e8" /><Relationship Type="http://schemas.openxmlformats.org/officeDocument/2006/relationships/notesMaster" Target="/ppt/notesMasters/notesMaster1.xml" Id="R404293dc435746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f157e10bc604d8d" /><Relationship Type="http://schemas.openxmlformats.org/officeDocument/2006/relationships/notesMaster" Target="/ppt/notesMasters/notesMaster1.xml" Id="R1bd596dd80cc4e0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8dd54e43ab246f8" /><Relationship Type="http://schemas.openxmlformats.org/officeDocument/2006/relationships/notesMaster" Target="/ppt/notesMasters/notesMaster1.xml" Id="R9c0b0e05fd364e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fe123d503643c3" /><Relationship Type="http://schemas.openxmlformats.org/officeDocument/2006/relationships/notesMaster" Target="/ppt/notesMasters/notesMaster1.xml" Id="Ra6dd260aa5f14b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ee6eaafde2243b2" /><Relationship Type="http://schemas.openxmlformats.org/officeDocument/2006/relationships/notesMaster" Target="/ppt/notesMasters/notesMaster1.xml" Id="R62b185320f26435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bf623e09c2b444f" /><Relationship Type="http://schemas.openxmlformats.org/officeDocument/2006/relationships/notesMaster" Target="/ppt/notesMasters/notesMaster1.xml" Id="R9f06c0dc0d7c46d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7fd187dbc034347" /><Relationship Type="http://schemas.openxmlformats.org/officeDocument/2006/relationships/notesMaster" Target="/ppt/notesMasters/notesMaster1.xml" Id="Rc3bce4c25e79472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1eefcf324b6443f" /><Relationship Type="http://schemas.openxmlformats.org/officeDocument/2006/relationships/notesMaster" Target="/ppt/notesMasters/notesMaster1.xml" Id="R0dfebfa97da649b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44a7ce1cbe145fd" /><Relationship Type="http://schemas.openxmlformats.org/officeDocument/2006/relationships/notesMaster" Target="/ppt/notesMasters/notesMaster1.xml" Id="R0359a1b31b4a4dc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828692a56474f05" /><Relationship Type="http://schemas.openxmlformats.org/officeDocument/2006/relationships/notesMaster" Target="/ppt/notesMasters/notesMaster1.xml" Id="R0d37ee23f4ab42d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c8eabd006704c47" /><Relationship Type="http://schemas.openxmlformats.org/officeDocument/2006/relationships/notesMaster" Target="/ppt/notesMasters/notesMaster1.xml" Id="R14e7452c4c02416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60a01a4e949402f" /><Relationship Type="http://schemas.openxmlformats.org/officeDocument/2006/relationships/notesMaster" Target="/ppt/notesMasters/notesMaster1.xml" Id="R52b59c61f79d408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43a48b2478d4496" /><Relationship Type="http://schemas.openxmlformats.org/officeDocument/2006/relationships/notesMaster" Target="/ppt/notesMasters/notesMaster1.xml" Id="R487e9a232ca4444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c5ee84e74a2405e" /><Relationship Type="http://schemas.openxmlformats.org/officeDocument/2006/relationships/notesMaster" Target="/ppt/notesMasters/notesMaster1.xml" Id="Ra8d058b861e545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온톨로지와 GraphRAG를 하나의 물류 예제로 연결해서 보겠습니다. ‘날씨 정보가 끊기면 어떤 시스템을 먼저 점검해야 할까?’가 출발 질문입니다.</a:t>
            </a:r>
          </a:p>
          <a:p xmlns:a="http://schemas.openxmlformats.org/drawingml/2006/main">
            <a:r>
              <a:t/>
            </a:r>
          </a:p>
          <a:p xmlns:a="http://schemas.openxmlformats.org/drawingml/2006/main">
            <a:r>
              <a:t>먼저 회사와 시스템, 모델이 어떤 의미로 연결되는지 정합니다. 그다음 규칙과 입력 검사를 실행해 보고, 마지막에는 문서에서 답변 근거를 찾는 여러 방법을 비교할 거예요. 각 방법의 개념과 질문 예시를 본 뒤 바로 처리 그림으로 연결하겠습니다.</a:t>
            </a:r>
          </a:p>
          <a:p xmlns:a="http://schemas.openxmlformats.org/drawingml/2006/main">
            <a:r>
              <a:t/>
            </a:r>
          </a:p>
          <a:p xmlns:a="http://schemas.openxmlformats.org/drawingml/2006/main">
            <a:r>
              <a:t>슬라이드의 이름을 모두 외우실 필요는 없습니다. 어떤 연결을 정의했고, 그 연결에서 어떤 근거를 찾았는지 따라오시면 됩니다. 우선 오늘의 진행 순서부터 짚고 시작하겠습니다.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하나의 업무 질문을 끝까지 따라가 보겠습니다. ‘날씨 정보가 끊기면 어떤 시스템부터 확인해야 할까?’라는 질문입니다. 이 질문에 답하려면 우선 어떤 대상이 연결돼 있는지부터 정리해야겠죠.</a:t>
            </a:r>
          </a:p>
          <a:p xmlns:a="http://schemas.openxmlformats.org/drawingml/2006/main">
            <a:r>
              <a:t/>
            </a:r>
          </a:p>
          <a:p xmlns:a="http://schemas.openxmlformats.org/drawingml/2006/main">
            <a:r>
              <a:t>화면 첫 줄이 온톨로지의 역할입니다. 대상과 관계의 뜻을 정의합니다. 둘째 줄에서는 그 정의를 직접 실행해 볼 거예요. 추론을 끄거나 관계를 지웠을 때 결과가 어떻게 달라지는지 확인하겠습니다. 마지막에는 같은 문서에서 답의 근거를 찾는 여러 GraphRAG 방법을 비교합니다.</a:t>
            </a:r>
          </a:p>
          <a:p xmlns:a="http://schemas.openxmlformats.org/drawingml/2006/main">
            <a:r>
              <a:t/>
            </a:r>
          </a:p>
          <a:p xmlns:a="http://schemas.openxmlformats.org/drawingml/2006/main">
            <a:r>
              <a:t>순서는 업무 예제를 이해하고, 관계를 정의한 뒤, 그 관계를 검색에 활용하는 것입니다. 먼저 이 물류사에 어떤 연결이 있는지 보겠습니다.</a:t>
            </a:r>
          </a:p>
          <a:p xmlns:a="http://schemas.openxmlformats.org/drawingml/2006/main">
            <a:r>
              <a:t/>
            </a:r>
          </a:p>
          <a:p xmlns:a="http://schemas.openxmlformats.org/drawingml/2006/main">
            <a:r>
              <a:t>출처</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방금 말씀드린 물류 상황입니다. 화면 첫 줄을 보시면 배차시스템이 도착예측모델을 쓰고, 모델이 날씨API를 씁니다. 배차시스템은 예측한 도착 시간을 보고 차량을 배정한다고 가정하겠습니다.</a:t>
            </a:r>
          </a:p>
          <a:p xmlns:a="http://schemas.openxmlformats.org/drawingml/2006/main">
            <a:r>
              <a:t/>
            </a:r>
          </a:p>
          <a:p xmlns:a="http://schemas.openxmlformats.org/drawingml/2006/main">
            <a:r>
              <a:t>이때 날씨API가 멈추면 모델부터 확인하고, 그 모델의 결과를 쓰는 배차시스템도 점검하고 싶겠죠. 둘째 줄은 우리가 찾을 답입니다. 관련 시스템 이름만이 아니라 왜 연결돼 있는지 설명하는 문서도 필요합니다. 의존 관계를 찾았다고 장애가 반드시 전파된다고 단정하지는 않습니다. 우선 점검할 대상을 찾는 예제예요.</a:t>
            </a:r>
          </a:p>
          <a:p xmlns:a="http://schemas.openxmlformats.org/drawingml/2006/main">
            <a:r>
              <a:t/>
            </a:r>
          </a:p>
          <a:p xmlns:a="http://schemas.openxmlformats.org/drawingml/2006/main">
            <a:r>
              <a:t>셋째 줄에는 입력 조건이 있습니다. 회사가 쓰는 시스템을 그냥 이름 문자열로 적으면 실제 대상과 연결하기 어렵습니다. 이처럼 같은 의미로 연결하고 검사하려면 무엇을 정의해야 할까요? 다음 표에서 DB 스키마와 온톨로지의 역할을 비교해 보겠습니다.</a:t>
            </a:r>
          </a:p>
          <a:p xmlns:a="http://schemas.openxmlformats.org/drawingml/2006/main">
            <a:r>
              <a:t/>
            </a:r>
          </a:p>
          <a:p xmlns:a="http://schemas.openxmlformats.org/drawingml/2006/main">
            <a:r>
              <a:t>출처</a:t>
            </a:r>
          </a:p>
          <a:p xmlns:a="http://schemas.openxmlformats.org/drawingml/2006/main">
            <a:r>
              <a:t>https://wikidocs.net/335877</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물류사의 연결을 정리하는 방법을 표로 비교해 보겠습니다. DB 스키마는 회사와 시스템을 어떤 테이블과 컬럼에 저장할지 정합니다. DB도 키와 JOIN으로 관계를 표현하고 조회할 수 있어요.</a:t>
            </a:r>
          </a:p>
          <a:p xmlns:a="http://schemas.openxmlformats.org/drawingml/2006/main">
            <a:r>
              <a:t/>
            </a:r>
          </a:p>
          <a:p xmlns:a="http://schemas.openxmlformats.org/drawingml/2006/main">
            <a:r>
              <a:t>분류체계는 종류를 정리합니다. 예측모델이 소프트웨어의 한 종류라는 식이죠. 온톨로지는 이런 분류에 더해 사용이나 의존 관계의 뜻, 적용할 규칙을 명시합니다. 지식 그래프는 그 정의에 맞춰 실제 배차시스템과 모델을 연결한 사실들입니다.</a:t>
            </a:r>
          </a:p>
          <a:p xmlns:a="http://schemas.openxmlformats.org/drawingml/2006/main">
            <a:r>
              <a:t/>
            </a:r>
          </a:p>
          <a:p xmlns:a="http://schemas.openxmlformats.org/drawingml/2006/main">
            <a:r>
              <a:t>이들은 함께 사용할 수 있습니다. 여기서는 관계의 의미와 규칙을 명확히 하기 위해 온톨로지를 보겠습니다. 그러려면 종류와 실제 대상을 먼저 구분해야 하니까, 다음 표에서 네 가지 재료를 짚어 보겠습니다.</a:t>
            </a:r>
          </a:p>
          <a:p xmlns:a="http://schemas.openxmlformats.org/drawingml/2006/main">
            <a:r>
              <a:t/>
            </a:r>
          </a:p>
          <a:p xmlns:a="http://schemas.openxmlformats.org/drawingml/2006/main">
            <a:r>
              <a:t>출처</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방금 온톨로지를 대상과 관계의 정의라고 설명했죠. 표의 첫 줄인 클래스는 대상의 종류입니다. 예측모델이라는 종류가 여기에 해당합니다. 둘째 줄인 개체는 우리가 실제로 사용하는 도착예측모델 하나예요.</a:t>
            </a:r>
          </a:p>
          <a:p xmlns:a="http://schemas.openxmlformats.org/drawingml/2006/main">
            <a:r>
              <a:t/>
            </a:r>
          </a:p>
          <a:p xmlns:a="http://schemas.openxmlformats.org/drawingml/2006/main">
            <a:r>
              <a:t>셋째 줄은 두 개체를 잇는 관계입니다. 배차시스템이 도착예측모델에 의존한다는 연결을 dependsOn이라고 이름 붙일 수 있습니다. 마지막 값은 문서 설명 같은 문자열이나 처리 시간 같은 숫자예요. 다른 개체와 연결하는 것과 글자나 숫자를 붙이는 것을 구분합니다.</a:t>
            </a:r>
          </a:p>
          <a:p xmlns:a="http://schemas.openxmlformats.org/drawingml/2006/main">
            <a:r>
              <a:t/>
            </a:r>
          </a:p>
          <a:p xmlns:a="http://schemas.openxmlformats.org/drawingml/2006/main">
            <a:r>
              <a:t>이제 ‘무엇을 적을지’는 정리됐습니다. 이어서 나오는 RDF, OWL, SHACL, SPARQL은 이 재료를 각각 어떻게 적고 다룰지에 대한 이름입니다. 약어 대신 맡은 역할로 연결해 보겠습니다.</a:t>
            </a:r>
          </a:p>
          <a:p xmlns:a="http://schemas.openxmlformats.org/drawingml/2006/main">
            <a:r>
              <a:t/>
            </a:r>
          </a:p>
          <a:p xmlns:a="http://schemas.openxmlformats.org/drawingml/2006/main">
            <a:r>
              <a:t>출처</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약어가 한꺼번에 나오니까 복잡해 보이는데, 역할로 나누면 단순합니다. 첫 줄의 RDF는 사실을 ‘누가, 어떤 관계로, 무엇과 연결된다’는 세 요소로 표현합니다. 이걸 트리플이라고 부릅니다. Turtle은 그 내용을 사람이 읽기 좋게 적는 문법이고요.</a:t>
            </a:r>
          </a:p>
          <a:p xmlns:a="http://schemas.openxmlformats.org/drawingml/2006/main">
            <a:r>
              <a:t/>
            </a:r>
          </a:p>
          <a:p xmlns:a="http://schemas.openxmlformats.org/drawingml/2006/main">
            <a:r>
              <a:t>RDFS와 OWL은 의미와 규칙을 다루는 쪽입니다. 예측모델이 소프트웨어의 한 종류라는 선언이나, 사용한다의 반대 방향 관계를 정하는 데 씁니다. 이번 실습은 그중 OWL RL 방식의 규칙 엔진을 실행합니다.</a:t>
            </a:r>
          </a:p>
          <a:p xmlns:a="http://schemas.openxmlformats.org/drawingml/2006/main">
            <a:r>
              <a:t/>
            </a:r>
          </a:p>
          <a:p xmlns:a="http://schemas.openxmlformats.org/drawingml/2006/main">
            <a:r>
              <a:t>SHACL은 입력 검사를 담당합니다. 회사에 사용 시스템이 빠졌는지 같은 조건을 확인해요. 마지막 SPARQL은 그래프에 질문하는 질의 언어입니다. 앞에서 정리한 종류와 관계를 이 표준들로 적고 다루는 겁니다. 다음에는 규칙에 해당하는 부분과 회사의 실제 데이터에 해당하는 부분을 나란히 보겠습니다.</a:t>
            </a:r>
          </a:p>
          <a:p xmlns:a="http://schemas.openxmlformats.org/drawingml/2006/main">
            <a:r>
              <a:t/>
            </a:r>
          </a:p>
          <a:p xmlns:a="http://schemas.openxmlformats.org/drawingml/2006/main">
            <a:r>
              <a:t>출처</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 표에서 표준의 역할을 봤으니 실제로 무엇을 넣는지 보겠습니다. 왼쪽은 모든 데이터에 적용할 정의입니다. 예측모델은 소프트웨어의 한 종류이고, 사용한다와 사용된다는 반대 방향이며, 이번 의존 관계는 여러 단계를 이어서 해석하도록 정했습니다.</a:t>
            </a:r>
          </a:p>
          <a:p xmlns:a="http://schemas.openxmlformats.org/drawingml/2006/main">
            <a:r>
              <a:t/>
            </a:r>
          </a:p>
          <a:p xmlns:a="http://schemas.openxmlformats.org/drawingml/2006/main">
            <a:r>
              <a:t>오른쪽은 물류사의 실제 데이터입니다. 물류사가 배차시스템을 사용하고, 배차시스템이 도착예측모델에 의존하고, 모델이 날씨API에 의존하죠. 왼쪽의 정의와 오른쪽의 사실을 합쳐 규칙 엔진에 전달합니다.</a:t>
            </a:r>
          </a:p>
          <a:p xmlns:a="http://schemas.openxmlformats.org/drawingml/2006/main">
            <a:r>
              <a:t/>
            </a:r>
          </a:p>
          <a:p xmlns:a="http://schemas.openxmlformats.org/drawingml/2006/main">
            <a:r>
              <a:t>기술 용어 TBox는 유형과 규칙에 관한 지식, ABox는 실제 개체에 관한 사실을 구분할 때 씁니다. 반드시 파일 두 개여야 한다는 뜻은 아닙니다. 다음에는 이 둘을 함께 읽었을 때 어떤 사실이 추가되는지 보겠습니다.</a:t>
            </a:r>
          </a:p>
          <a:p xmlns:a="http://schemas.openxmlformats.org/drawingml/2006/main">
            <a:r>
              <a:t/>
            </a:r>
          </a:p>
          <a:p xmlns:a="http://schemas.openxmlformats.org/drawingml/2006/main">
            <a:r>
              <a:t>출처</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줄부터 보겠습니다. 입력에는 도착예측모델이 예측모델이라는 사실만 있습니다. 그런데 앞에서 예측모델은 소프트웨어의 한 종류라고 정했죠. 두 문장을 함께 적용하면 도착예측모델도 소프트웨어라고 알 수 있습니다.</a:t>
            </a:r>
          </a:p>
          <a:p xmlns:a="http://schemas.openxmlformats.org/drawingml/2006/main">
            <a:r>
              <a:t/>
            </a:r>
          </a:p>
          <a:p xmlns:a="http://schemas.openxmlformats.org/drawingml/2006/main">
            <a:r>
              <a:t>둘째 줄은 방향을 바꾸는 예입니다. ‘물류사가 배차시스템을 사용한다’가 있으면, 반대쪽에서는 ‘배차시스템이 물류사에 의해 사용된다’라고 조회할 수 있습니다. uses를 썼는데 usedBy로도 찾을 수 있게 되는 거예요.</a:t>
            </a:r>
          </a:p>
          <a:p xmlns:a="http://schemas.openxmlformats.org/drawingml/2006/main">
            <a:r>
              <a:t/>
            </a:r>
          </a:p>
          <a:p xmlns:a="http://schemas.openxmlformats.org/drawingml/2006/main">
            <a:r>
              <a:t>이때 원본 문장을 지우거나 LLM이 추측을 보태는 것이 아닙니다. 정해 둔 규칙에서 따라오는 문장을 추가합니다. 실습에서는 추가된 문장과 그 전제가 된 문장을 함께 보여 드립니다. 다음에는 관계가 두 단계로 이어질 때를 보겠습니다.</a:t>
            </a:r>
          </a:p>
          <a:p xmlns:a="http://schemas.openxmlformats.org/drawingml/2006/main">
            <a:r>
              <a:t/>
            </a:r>
          </a:p>
          <a:p xmlns:a="http://schemas.openxmlformats.org/drawingml/2006/main">
            <a:r>
              <a:t>출처</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 장에서는 종류를 넓히거나 관계 방향을 바꿨습니다. 이번에는 화면 위에서 아래로 두 연결을 이어 읽어 보겠습니다. 배차시스템은 모델에 의존하고, 모델은 날씨API에 의존합니다.</a:t>
            </a:r>
          </a:p>
          <a:p xmlns:a="http://schemas.openxmlformats.org/drawingml/2006/main">
            <a:r>
              <a:t/>
            </a:r>
          </a:p>
          <a:p xmlns:a="http://schemas.openxmlformats.org/drawingml/2006/main">
            <a:r>
              <a:t>가운데 항목처럼 dependsOn을 전이 관계로 정했기 때문에 배차시스템도 날씨API에 간접적으로 의존한다는 사실이 따라옵니다. 그래서 마지막 항목의 조회 결과는 추론 전에는 직접 연결된 모델 하나, 추론 후에는 배차시스템까지 두 개가 됩니다.</a:t>
            </a:r>
          </a:p>
          <a:p xmlns:a="http://schemas.openxmlformats.org/drawingml/2006/main">
            <a:r>
              <a:t/>
            </a:r>
          </a:p>
          <a:p xmlns:a="http://schemas.openxmlformats.org/drawingml/2006/main">
            <a:r>
              <a:t>다만 모든 관계가 전이적인 것은 아닙니다. 친구의 친구가 반드시 내 친구는 아니죠. 업무 의미에 맞게 규칙을 정해야 합니다. 관계를 보고 새로 알아내는 정보에는 연결뿐 아니라 대상의 종류도 있습니다. 그 예가 다음 장의 domain과 range입니다.</a:t>
            </a:r>
          </a:p>
          <a:p xmlns:a="http://schemas.openxmlformats.org/drawingml/2006/main">
            <a:r>
              <a:t/>
            </a:r>
          </a:p>
          <a:p xmlns:a="http://schemas.openxmlformats.org/drawingml/2006/main">
            <a:r>
              <a:t>출처</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이번에도 관계를 보고 새 정보를 얻지만, 추가되는 것은 대상의 종류입니다. 화면 첫 줄의 domain은 uses 관계의 주어를 회사로 해석한다는 뜻입니다. 둘째 줄의 range는 목적어를 소프트웨어로 해석한다는 뜻이고요.</a:t>
            </a:r>
          </a:p>
          <a:p xmlns:a="http://schemas.openxmlformats.org/drawingml/2006/main">
            <a:r>
              <a:t/>
            </a:r>
          </a:p>
          <a:p xmlns:a="http://schemas.openxmlformats.org/drawingml/2006/main">
            <a:r>
              <a:t>예를 들어 아직 타입을 적지 않은 미등록조직이 미등록도구를 uses로 연결했다고 해 보겠습니다. 이 선언을 적용하면 조직에는 Company, 도구에는 SoftwareSystem 타입이 붙습니다. 실습 6에서 직접 볼 결과입니다.</a:t>
            </a:r>
          </a:p>
          <a:p xmlns:a="http://schemas.openxmlformats.org/drawingml/2006/main">
            <a:r>
              <a:t/>
            </a:r>
          </a:p>
          <a:p xmlns:a="http://schemas.openxmlformats.org/drawingml/2006/main">
            <a:r>
              <a:t>마지막 줄이 주의점입니다. 잘못된 입력을 거절하는 검사가 아니라 종류를 알아내는 규칙이므로, 틀린 관계에 틀린 타입이 붙을 수도 있습니다. 그럼 반드시 있어야 할 관계가 빠졌는지는 어떻게 검사할까요? 여기서 SHACL이 필요해집니다.</a:t>
            </a:r>
          </a:p>
          <a:p xmlns:a="http://schemas.openxmlformats.org/drawingml/2006/main">
            <a:r>
              <a:t/>
            </a:r>
          </a:p>
          <a:p xmlns:a="http://schemas.openxmlformats.org/drawingml/2006/main">
            <a:r>
              <a:t>출처</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회사에 uses 관계가 없다고 해 보겠습니다. OWL 입장에서는 아직 모르는 정보일 수 있습니다. 관계를 적지 않았다는 이유만으로 ‘이 회사는 아무 시스템도 안 쓴다’고 결론 내리지 않아요. 이 관점을 열린 세계 가정이라고 부릅니다.</a:t>
            </a:r>
          </a:p>
          <a:p xmlns:a="http://schemas.openxmlformats.org/drawingml/2006/main">
            <a:r>
              <a:t/>
            </a:r>
          </a:p>
          <a:p xmlns:a="http://schemas.openxmlformats.org/drawingml/2006/main">
            <a:r>
              <a:t>반면 우리 입력 규칙은 ‘회사에는 사용 시스템을 하나 이상 기록해야 한다’고 정할 수 있습니다. 이 조건을 SHACL로 검사하면 현재 데이터에 값이 없으니 위반이라고 알려줍니다. 업무에 필요한 기록이 빠졌다고 잡아내는 거죠.</a:t>
            </a:r>
          </a:p>
          <a:p xmlns:a="http://schemas.openxmlformats.org/drawingml/2006/main">
            <a:r>
              <a:t/>
            </a:r>
          </a:p>
          <a:p xmlns:a="http://schemas.openxmlformats.org/drawingml/2006/main">
            <a:r>
              <a:t>마지막 줄도 중요합니다. 추론으로 새 타입이 붙으면 검사 대상이 늘거나 타입 검사 결과가 달라질 수 있습니다. 그래서 실습에서는 추론 전과 후의 검증 결과를 같이 보여 줍니다. 그럼 오류 보고서에서 무엇을 읽어야 하는지 보겠습니다.</a:t>
            </a:r>
          </a:p>
          <a:p xmlns:a="http://schemas.openxmlformats.org/drawingml/2006/main">
            <a:r>
              <a:t/>
            </a:r>
          </a:p>
          <a:p xmlns:a="http://schemas.openxmlformats.org/drawingml/2006/main">
            <a:r>
              <a:t>출처</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 장에서 ‘필수 사용 관계가 없으면 검사에서 잡는다’고 했죠. 이번 표는 그때 받는 보고서를 읽는 방법입니다. 회사 개체는 그대로 두고 uses 관계만 지웠다고 가정하겠습니다.</a:t>
            </a:r>
          </a:p>
          <a:p xmlns:a="http://schemas.openxmlformats.org/drawingml/2006/main">
            <a:r>
              <a:t/>
            </a:r>
          </a:p>
          <a:p xmlns:a="http://schemas.openxmlformats.org/drawingml/2006/main">
            <a:r>
              <a:t>첫 번째 focusNode는 문제가 생긴 대상이니 물류사입니다. 다음 resultPath는 검사한 관계로 uses가 나옵니다. 제약의 minCount는 최소 개수인데, 하나 이상이어야 할 값이 없어서 실패한 겁니다. 마지막 줄처럼 빠진 사용 관계를 복구하면 됩니다.</a:t>
            </a:r>
          </a:p>
          <a:p xmlns:a="http://schemas.openxmlformats.org/drawingml/2006/main">
            <a:r>
              <a:t/>
            </a:r>
          </a:p>
          <a:p xmlns:a="http://schemas.openxmlformats.org/drawingml/2006/main">
            <a:r>
              <a:t>다른 실험에서는 개체 대신 따옴표로 감싼 이름 문자열을 넣어 볼 수 있어요. 이름을 적는 것과 실제 시스템 개체를 연결하는 것은 달라서 값 종류나 클래스 관련 오류가 생깁니다. 이렇게 입력을 확인했다면 이제 처음의 질문, ‘날씨API와 연결된 시스템은 무엇인가’로 돌아가 조회해 보겠습니다.</a:t>
            </a:r>
          </a:p>
          <a:p xmlns:a="http://schemas.openxmlformats.org/drawingml/2006/main">
            <a:r>
              <a:t/>
            </a:r>
          </a:p>
          <a:p xmlns:a="http://schemas.openxmlformats.org/drawingml/2006/main">
            <a:r>
              <a:t>출처</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앞에서 입력을 검사했으니 이제 처음의 질문으로 돌아가 보겠습니다. 왼쪽 SPARQL은 ‘날씨API에 의존하는 시스템은 무엇인가’를 묻습니다. 추론을 켜면 직접 의존하는 도착예측모델과 간접 의존하는 배차시스템이 나옵니다. 여기서는 그중 배차시스템 하나를 따라가 볼게요.</a:t>
            </a:r>
          </a:p>
          <a:p xmlns:a="http://schemas.openxmlformats.org/drawingml/2006/main">
            <a:r>
              <a:t/>
            </a:r>
          </a:p>
          <a:p xmlns:a="http://schemas.openxmlformats.org/drawingml/2006/main">
            <a:r>
              <a:t>오른쪽 첫 문장을 보시면 운영문서가 describes라는 관계로 배차시스템을 가리킵니다. ‘운영문서가 배차시스템을 설명한다’는 뜻이에요. 이 문장은 실습 화면의 ‘구체적인 사실 · FACTS’에 미리 넣어 둔 데이터입니다. 시스템에 문서를 붙이는 방향이 아니라 문서에서 설명 대상 시스템을 가리키는 방향이라는 점을 봐 주세요.</a:t>
            </a:r>
          </a:p>
          <a:p xmlns:a="http://schemas.openxmlformats.org/drawingml/2006/main">
            <a:r>
              <a:t/>
            </a:r>
          </a:p>
          <a:p xmlns:a="http://schemas.openxmlformats.org/drawingml/2006/main">
            <a:r>
              <a:t>그 아래 text는 같은 운영문서의 본문입니다. ‘배차시스템은 도착예측모델의 결과로 배차 순서를 정한다’고 적혀 있죠. 즉 describes는 이 문서가 누구를 설명하는지 연결하고, text는 문서가 실제로 무슨 내용을 말하는지 담습니다. 모델문서도 같은 방식으로 도착예측모델을 가리킵니다.</a:t>
            </a:r>
          </a:p>
          <a:p xmlns:a="http://schemas.openxmlformats.org/drawingml/2006/main">
            <a:r>
              <a:t/>
            </a:r>
          </a:p>
          <a:p xmlns:a="http://schemas.openxmlformats.org/drawingml/2006/main">
            <a:r>
              <a:t>이제 오른쪽 아래 두 단계를 읽어 보겠습니다. 배차시스템이 조회 결과에 나오면 프로그램은 그 시스템을 describes로 가리키는 운영문서를 찾습니다. 그다음 운영문서의 text 값을 읽어서 결과 화면의 ‘조회 개체에 연결된 원문’에 표시해요. 도착예측모델에 대해서도 같은 작업을 하니 모델문서의 본문이 함께 나옵니다.</a:t>
            </a:r>
          </a:p>
          <a:p xmlns:a="http://schemas.openxmlformats.org/drawingml/2006/main">
            <a:r>
              <a:t/>
            </a:r>
          </a:p>
          <a:p xmlns:a="http://schemas.openxmlformats.org/drawingml/2006/main">
            <a:r>
              <a:t>실제 구현에서는 왼쪽 SPARQL로 대상을 먼저 조회한 뒤 Python 코드가 문서 연결을 찾아 본문을 붙입니다. describes 관계를 추론이나 LLM이 자동으로 만든 것은 아닙니다. 이 문서 연결은 대상을 설명하는 근거를 찾기 위한 것이고, 개별 추론의 전제는 ‘새 사실과 적용 규칙’에서 따로 확인합니다. 다음 실습에서는 추론을 켜고 끄면서 조회 대상과 연결된 원문이 함께 어떻게 달라지는지 보겠습니다.</a:t>
            </a:r>
          </a:p>
          <a:p xmlns:a="http://schemas.openxmlformats.org/drawingml/2006/main">
            <a:r>
              <a:t/>
            </a:r>
          </a:p>
          <a:p xmlns:a="http://schemas.openxmlformats.org/drawingml/2006/main">
            <a:r>
              <a:t>출처</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웹사이트의 Ontology workshop으로 가겠습니다. 첫 번째 예제를 고르고 실행한 다음 추론 체크를 끄고 다시 실행해 보세요. 소프트웨어 목록이 세 개에서 두 개로 줄어드는 것을 확인하시면 됩니다.</a:t>
            </a:r>
          </a:p>
          <a:p xmlns:a="http://schemas.openxmlformats.org/drawingml/2006/main">
            <a:r>
              <a:t/>
            </a:r>
          </a:p>
          <a:p xmlns:a="http://schemas.openxmlformats.org/drawingml/2006/main">
            <a:r>
              <a:t>둘째는 의존 경로 질문입니다. 직접 의존하는 모델 하나와 간접 의존까지 포함한 두 결과를 비교해 주세요. 셋째는 관계를 반대 방향으로 찾는 실험입니다. 원본에 usedBy를 쓰지 않았는데도 추론 후 물류사가 나오는지 보시면 됩니다.</a:t>
            </a:r>
          </a:p>
          <a:p xmlns:a="http://schemas.openxmlformats.org/drawingml/2006/main">
            <a:r>
              <a:t/>
            </a:r>
          </a:p>
          <a:p xmlns:a="http://schemas.openxmlformats.org/drawingml/2006/main">
            <a:r>
              <a:t>넷째와 다섯째는 일부러 입력을 망가뜨리는 실험입니다. 필수 관계를 지우거나 개체를 문자열로 바꿔 보고, 아래 보고서의 대상과 관계를 읽어 보세요. 마지막은 domain과 range가 타입을 붙이는 실험입니다. 각 예제는 복원 버튼으로 되돌릴 수 있고, 예상 결과와 실제 결과를 비교할 수 있습니다.</a:t>
            </a:r>
          </a:p>
          <a:p xmlns:a="http://schemas.openxmlformats.org/drawingml/2006/main">
            <a:r>
              <a:t/>
            </a:r>
          </a:p>
          <a:p xmlns:a="http://schemas.openxmlformats.org/drawingml/2006/main">
            <a:r>
              <a:t>여기까지 해 보시면 정의 하나와 데이터 한 줄이 결과를 어떻게 바꾸는지 보셨을 겁니다. 그렇다면 실제 업무에서는 누가 이런 정의를 바꾸고, 바꾼 뒤 무엇을 확인해야 할까요? 그 운영 방법을 짚고 검색으로 넘어가겠습니다.</a:t>
            </a:r>
          </a:p>
          <a:p xmlns:a="http://schemas.openxmlformats.org/drawingml/2006/main">
            <a:r>
              <a:t/>
            </a:r>
          </a:p>
          <a:p xmlns:a="http://schemas.openxmlformats.org/drawingml/2006/main">
            <a:r>
              <a:t>출처</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방금은 직접 규칙을 끄고 관계를 지워 보면서 결과가 바뀌는 것을 확인했습니다. 실무에서는 이런 변화가 시스템 추가나 업무 용어 변경 때문에 생깁니다. 그래서 온톨로지도 운영하면서 고쳐 나가야 해요.</a:t>
            </a:r>
          </a:p>
          <a:p xmlns:a="http://schemas.openxmlformats.org/drawingml/2006/main">
            <a:r>
              <a:t/>
            </a:r>
          </a:p>
          <a:p xmlns:a="http://schemas.openxmlformats.org/drawingml/2006/main">
            <a:r>
              <a:t>화면 첫 줄처럼 해결할 업무 질문부터 작게 정합니다. 이번에는 날씨API와 관련된 시스템을 찾는 질문이었죠. 둘째 줄에서는 사용과 의존이 어떤 뜻인지 담당자와 맞추고, 누가 정의를 바꿀지 정합니다. 마지막에는 수정 전후의 대표 질문과 입력 검사 결과를 비교합니다.</a:t>
            </a:r>
          </a:p>
          <a:p xmlns:a="http://schemas.openxmlformats.org/drawingml/2006/main">
            <a:r>
              <a:t/>
            </a:r>
          </a:p>
          <a:p xmlns:a="http://schemas.openxmlformats.org/drawingml/2006/main">
            <a:r>
              <a:t>LLM으로 문서에서 관계를 추출하더라도 출처와 검수 상태를 관리해야 합니다. 이제 연결을 정의하고 관리하는 이야기는 정리됐습니다. 다음 관심사는 ‘이 연결을 이용해서 답변에 쓸 원문을 어떻게 찾을까’입니다. 여기서 GraphRAG로 넘어가겠습니다.</a:t>
            </a:r>
          </a:p>
          <a:p xmlns:a="http://schemas.openxmlformats.org/drawingml/2006/main">
            <a:r>
              <a:t/>
            </a:r>
          </a:p>
          <a:p xmlns:a="http://schemas.openxmlformats.org/drawingml/2006/main">
            <a:r>
              <a:t>출처</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앞에서는 어떤 관계가 있고 어떤 사실이 따라오는지 정했습니다. 이제 그 연결에서 질문에 필요한 근거를 찾겠습니다. 표 첫 줄의 규칙 추론은 예측모델이 소프트웨어에도 속한다는 식으로 규칙에서 새 사실을 얻는 일입니다.</a:t>
            </a:r>
          </a:p>
          <a:p xmlns:a="http://schemas.openxmlformats.org/drawingml/2006/main">
            <a:r>
              <a:t/>
            </a:r>
          </a:p>
          <a:p xmlns:a="http://schemas.openxmlformats.org/drawingml/2006/main">
            <a:r>
              <a:t>둘째 줄의 GraphRAG 검색은 질문과 관련된 개체, 연결, 원문을 고르는 일입니다. 날씨API와 연결된 시스템을 찾아 그 시스템의 운영 문서를 가져오는 예를 생각하시면 됩니다. 셋째 줄에서는 LLM이 그 근거를 읽고 자연어 답변과 인용을 씁니다.</a:t>
            </a:r>
          </a:p>
          <a:p xmlns:a="http://schemas.openxmlformats.org/drawingml/2006/main">
            <a:r>
              <a:t/>
            </a:r>
          </a:p>
          <a:p xmlns:a="http://schemas.openxmlformats.org/drawingml/2006/main">
            <a:r>
              <a:t>각 단계가 맡은 일이 다르므로 따로 관찰해야 오류 원인을 찾을 수 있습니다. 또 GraphRAG가 반드시 OWL 온톨로지를 쓰는 것은 아닙니다. 요약이나 개체 연결 같은 다른 구조도 사용할 수 있어요. 다음 장에서 이 방법들을 같은 기준으로 비교할 준비를 하겠습니다.</a:t>
            </a:r>
          </a:p>
          <a:p xmlns:a="http://schemas.openxmlformats.org/drawingml/2006/main">
            <a:r>
              <a:t/>
            </a:r>
          </a:p>
          <a:p xmlns:a="http://schemas.openxmlformats.org/drawingml/2006/main">
            <a:r>
              <a:t>출처</a:t>
            </a:r>
          </a:p>
          <a:p xmlns:a="http://schemas.openxmlformats.org/drawingml/2006/main">
            <a:r>
              <a:t>https://www.w3.org/TR/rdf11-concepts/</a:t>
            </a:r>
          </a:p>
          <a:p xmlns:a="http://schemas.openxmlformats.org/drawingml/2006/main">
            <a:r>
              <a:t>https://www.w3.org/TR/owl2-primer/</a:t>
            </a:r>
          </a:p>
          <a:p xmlns:a="http://schemas.openxmlformats.org/drawingml/2006/main">
            <a:r>
              <a:t>https://www.w3.org/TR/shacl/</a:t>
            </a:r>
          </a:p>
          <a:p xmlns:a="http://schemas.openxmlformats.org/drawingml/2006/main">
            <a:r>
              <a:t>https://www.w3.org/TR/sparql11-query/</a:t>
            </a:r>
          </a:p>
          <a:p xmlns:a="http://schemas.openxmlformats.org/drawingml/2006/main">
            <a:r>
              <a:t>https://arxiv.org/abs/2401.18059</a:t>
            </a:r>
          </a:p>
          <a:p xmlns:a="http://schemas.openxmlformats.org/drawingml/2006/main">
            <a:r>
              <a:t>https://arxiv.org/abs/2405.14831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이제부터 이름이 다른 방법들이 나옵니다. 매번 새로 외우기보다 이 표의 질문을 반복해서 적용하시면 됩니다. 무엇을 저장했는지, 문서가 들어올 때 무엇을 준비하는지, 질문이 오면 무엇을 찾는지부터 보겠습니다.</a:t>
            </a:r>
          </a:p>
          <a:p xmlns:a="http://schemas.openxmlformats.org/drawingml/2006/main">
            <a:r>
              <a:t/>
            </a:r>
          </a:p>
          <a:p xmlns:a="http://schemas.openxmlformats.org/drawingml/2006/main">
            <a:r>
              <a:t>그 결과 중 어떤 원문이나 요약을 답변 모델에 주는지도 확인합니다. 마지막 비용과 오류는 준비 단계에서 생겼는지, 검색에서 생겼는지, 답변을 쓰면서 생겼는지 나눠 보겠습니다.</a:t>
            </a:r>
          </a:p>
          <a:p xmlns:a="http://schemas.openxmlformats.org/drawingml/2006/main">
            <a:r>
              <a:t/>
            </a:r>
          </a:p>
          <a:p xmlns:a="http://schemas.openxmlformats.org/drawingml/2006/main">
            <a:r>
              <a:t>각 방법은 개념을 보고, 같은 물류 문서의 질문에 대입하고, 바로 다음 그림에서 전체 처리 순서를 확인하겠습니다. 먼저 여러 문서를 묶어 큰 그림을 읽는 방법들입니다. 문서 요약의 층을 만드는 RAPTOR부터 시작할게요.</a:t>
            </a:r>
          </a:p>
          <a:p xmlns:a="http://schemas.openxmlformats.org/drawingml/2006/main">
            <a:r>
              <a:t/>
            </a:r>
          </a:p>
          <a:p xmlns:a="http://schemas.openxmlformats.org/drawingml/2006/main">
            <a:r>
              <a:t>출처</a:t>
            </a:r>
          </a:p>
          <a:p xmlns:a="http://schemas.openxmlformats.org/drawingml/2006/main">
            <a:r>
              <a:t>https://arxiv.org/abs/2401.18059</a:t>
            </a:r>
          </a:p>
          <a:p xmlns:a="http://schemas.openxmlformats.org/drawingml/2006/main">
            <a:r>
              <a:t>https://arxiv.org/abs/2404.16130</a:t>
            </a:r>
          </a:p>
          <a:p xmlns:a="http://schemas.openxmlformats.org/drawingml/2006/main">
            <a:r>
              <a:t>https://arxiv.org/abs/2410.05779</a:t>
            </a:r>
          </a:p>
          <a:p xmlns:a="http://schemas.openxmlformats.org/drawingml/2006/main">
            <a:r>
              <a:t>https://arxiv.org/abs/2405.14831</a:t>
            </a:r>
          </a:p>
          <a:p xmlns:a="http://schemas.openxmlformats.org/drawingml/2006/main">
            <a:r>
              <a:t>https://arxiv.org/abs/2502.14802</a:t>
            </a:r>
          </a:p>
          <a:p xmlns:a="http://schemas.openxmlformats.org/drawingml/2006/main">
            <a:r>
              <a:t>https://arxiv.org/abs/2502.09891</a:t>
            </a:r>
          </a:p>
          <a:p xmlns:a="http://schemas.openxmlformats.org/drawingml/2006/main">
            <a:r>
              <a:t>https://arxiv.org/abs/2510.10114</a:t>
            </a:r>
          </a:p>
          <a:p xmlns:a="http://schemas.openxmlformats.org/drawingml/2006/main">
            <a:r>
              <a:t>https://arxiv.org/abs/2604.20844</a:t>
            </a:r>
          </a:p>
          <a:p xmlns:a="http://schemas.openxmlformats.org/drawingml/2006/main">
            <a:r>
              <a:t>https://arxiv.org/abs/2501.06713</a:t>
            </a:r>
          </a:p>
          <a:p xmlns:a="http://schemas.openxmlformats.org/drawingml/2006/main">
            <a:r>
              <a:t>https://arxiv.org/abs/2502.01113</a:t>
            </a:r>
          </a:p>
          <a:p xmlns:a="http://schemas.openxmlformats.org/drawingml/2006/main">
            <a:r>
              <a:t>https://arxiv.org/abs/2509.24276</a:t>
            </a:r>
          </a:p>
          <a:p xmlns:a="http://schemas.openxmlformats.org/drawingml/2006/main">
            <a:r>
              <a:t>https://arxiv.org/abs/2510.12323</a:t>
            </a:r>
          </a:p>
          <a:p xmlns:a="http://schemas.openxmlformats.org/drawingml/2006/main">
            <a:r>
              <a:t>https://arxiv.org/abs/2506.05690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차별점: 문서를 요약의 층으로 정리</a:t>
            </a:r>
          </a:p>
          <a:p xmlns:a="http://schemas.openxmlformats.org/drawingml/2006/main">
            <a:r>
              <a:t/>
            </a:r>
          </a:p>
          <a:p xmlns:a="http://schemas.openxmlformats.org/drawingml/2006/main">
            <a:r>
              <a:t>앞 장에서 본 질문을 이 그림에 대입해 보겠습니다. 왼쪽은 문서가 들어왔을 때 미리 준비하는 일이고, 오른쪽은 질문마다 실행하는 일입니다. 가운데를 넘어갈 때 어떤 검색 구조가 준비돼 있는지 생각하시면 됩니다.</a:t>
            </a:r>
          </a:p>
          <a:p xmlns:a="http://schemas.openxmlformats.org/drawingml/2006/main">
            <a:r>
              <a:t/>
            </a:r>
          </a:p>
          <a:p xmlns:a="http://schemas.openxmlformats.org/drawingml/2006/main">
            <a:r>
              <a:t>왼쪽 첫 단계는 ‘원문을 나누고 벡터로 변환’입니다. 그 결과를 받아 ‘비슷한 문서 조각을 묶기’ 작업을 하고, 이어서 ‘묶음마다 요약문 작성’ 과정을 진행합니다. 그다음 ‘요약을 다시 묶고 요약’ 단계까지 처리한 뒤, 마지막으로 ‘원문과 여러 층의 요약 저장’ 작업을 마칩니다. 여기까지가 질문이 오기 전에 준비하는 부분이에요.</a:t>
            </a:r>
          </a:p>
          <a:p xmlns:a="http://schemas.openxmlformats.org/drawingml/2006/main">
            <a:r>
              <a:t/>
            </a:r>
          </a:p>
          <a:p xmlns:a="http://schemas.openxmlformats.org/drawingml/2006/main">
            <a:r>
              <a:t>오른쪽은 질문이 들어온 뒤의 흐름입니다. 먼저 ‘질문을 벡터로 변환’에서 시작합니다. 그다음 ‘질문과 맞는 층·노드 찾기’, ‘관련 원문과 요약 선택’ 과정을 거칩니다. 이어서 ‘필요한 내용을 함께 모으기’ 단계에서 답에 필요한 내용을 정리하고, 마지막 ‘근거를 읽고 답변 작성’까지 진행합니다.</a:t>
            </a:r>
          </a:p>
          <a:p xmlns:a="http://schemas.openxmlformats.org/drawingml/2006/main">
            <a:r>
              <a:t/>
            </a:r>
          </a:p>
          <a:p xmlns:a="http://schemas.openxmlformats.org/drawingml/2006/main">
            <a:r>
              <a:t>예시 질문으로 돌아오면, 오른쪽에서 고른 근거가 답변에 필요한 연결을 담고 있는지 확인해야 합니다. 웹 실습은 이 구조의 핵심 아이디어를 보여 주는 축소 예제입니다. 실제 논문 전체와 동일한 구현이나 성능 결과로 보시면 안 됩니다.</a:t>
            </a:r>
          </a:p>
          <a:p xmlns:a="http://schemas.openxmlformats.org/drawingml/2006/main">
            <a:r>
              <a:t/>
            </a:r>
          </a:p>
          <a:p xmlns:a="http://schemas.openxmlformats.org/drawingml/2006/main">
            <a:r>
              <a:t>문서 요약을 층으로 쌓는 흐름을 봤습니다. 다음 Microsoft GraphRAG는 문서 자체 대신 연결된 개체들을 그룹으로 묶고 요약합니다. 무엇을 묶느냐가 달라지는 겁니다.</a:t>
            </a:r>
          </a:p>
          <a:p xmlns:a="http://schemas.openxmlformats.org/drawingml/2006/main">
            <a:r>
              <a:t/>
            </a:r>
          </a:p>
          <a:p xmlns:a="http://schemas.openxmlformats.org/drawingml/2006/main">
            <a:r>
              <a:t>출처</a:t>
            </a:r>
          </a:p>
          <a:p xmlns:a="http://schemas.openxmlformats.org/drawingml/2006/main">
            <a:r>
              <a:t>https://arxiv.org/abs/2401.18059</a:t>
            </a:r>
          </a:p>
          <a:p xmlns:a="http://schemas.openxmlformats.org/drawingml/2006/main">
            <a:r>
              <a:t>https://github.com/parthsarthi03/raptor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차별점: 연결된 개체를 묶어 전체를 요약</a:t>
            </a:r>
          </a:p>
          <a:p xmlns:a="http://schemas.openxmlformats.org/drawingml/2006/main">
            <a:r>
              <a:t/>
            </a:r>
          </a:p>
          <a:p xmlns:a="http://schemas.openxmlformats.org/drawingml/2006/main">
            <a:r>
              <a:t>앞 장에서 본 질문을 이 그림에 대입해 보겠습니다. 왼쪽은 문서가 들어왔을 때 미리 준비하는 일이고, 오른쪽은 질문마다 실행하는 일입니다. 가운데를 넘어갈 때 어떤 검색 구조가 준비돼 있는지 생각하시면 됩니다.</a:t>
            </a:r>
          </a:p>
          <a:p xmlns:a="http://schemas.openxmlformats.org/drawingml/2006/main">
            <a:r>
              <a:t/>
            </a:r>
          </a:p>
          <a:p xmlns:a="http://schemas.openxmlformats.org/drawingml/2006/main">
            <a:r>
              <a:t>왼쪽 첫 단계는 ‘문서를 검색용 조각으로 나누기’입니다. 그 결과를 받아 ‘개체와 관계를 LLM으로 추출’ 작업을 하고, 이어서 ‘같은 개체와 관계 설명 합치기’ 과정을 진행합니다. 그다음 ‘연결된 개체들의 그룹 찾기’ 단계까지 처리한 뒤, 마지막으로 ‘그룹별 요약 보고서 저장’ 작업을 마칩니다. 여기까지가 질문이 오기 전에 준비하는 부분이에요.</a:t>
            </a:r>
          </a:p>
          <a:p xmlns:a="http://schemas.openxmlformats.org/drawingml/2006/main">
            <a:r>
              <a:t/>
            </a:r>
          </a:p>
          <a:p xmlns:a="http://schemas.openxmlformats.org/drawingml/2006/main">
            <a:r>
              <a:t>오른쪽은 질문이 들어온 뒤의 흐름입니다. 먼저 ‘전체를 묻는 질문 받기’에서 시작합니다. 그다음 ‘그룹별 보고서로 부분 답 작성’, ‘부분 답의 중요도 평가’ 과정을 거칩니다. 이어서 ‘핵심 부분 답을 모아 정리’ 단계에서 답에 필요한 내용을 정리하고, 마지막 ‘최종 답변과 근거 표시’까지 진행합니다.</a:t>
            </a:r>
          </a:p>
          <a:p xmlns:a="http://schemas.openxmlformats.org/drawingml/2006/main">
            <a:r>
              <a:t/>
            </a:r>
          </a:p>
          <a:p xmlns:a="http://schemas.openxmlformats.org/drawingml/2006/main">
            <a:r>
              <a:t>예시 질문으로 돌아오면, 오른쪽에서 고른 근거가 답변에 필요한 연결을 담고 있는지 확인해야 합니다. 웹 실습은 이 구조의 핵심 아이디어를 보여 주는 축소 예제입니다. 실제 논문 전체와 동일한 구현이나 성능 결과로 보시면 안 됩니다.</a:t>
            </a:r>
          </a:p>
          <a:p xmlns:a="http://schemas.openxmlformats.org/drawingml/2006/main">
            <a:r>
              <a:t/>
            </a:r>
          </a:p>
          <a:p xmlns:a="http://schemas.openxmlformats.org/drawingml/2006/main">
            <a:r>
              <a:t>지금은 그룹 보고서를 활용하는 구조를 봤습니다. 그럼 질문과 상관없는 그룹까지 읽는 일을 줄일 수 있을까요? 관련 그룹을 계층에서 좁혀 찾는 ArchRAG를 이어서 보겠습니다.</a:t>
            </a:r>
          </a:p>
          <a:p xmlns:a="http://schemas.openxmlformats.org/drawingml/2006/main">
            <a:r>
              <a:t/>
            </a:r>
          </a:p>
          <a:p xmlns:a="http://schemas.openxmlformats.org/drawingml/2006/main">
            <a:r>
              <a:t>출처</a:t>
            </a:r>
          </a:p>
          <a:p xmlns:a="http://schemas.openxmlformats.org/drawingml/2006/main">
            <a:r>
              <a:t>https://arxiv.org/abs/2404.16130</a:t>
            </a:r>
          </a:p>
          <a:p xmlns:a="http://schemas.openxmlformats.org/drawingml/2006/main">
            <a:r>
              <a:t>https://github.com/microsoft/graphrag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차별점: 연결과 의미가 비슷한 그룹 찾기</a:t>
            </a:r>
          </a:p>
          <a:p xmlns:a="http://schemas.openxmlformats.org/drawingml/2006/main">
            <a:r>
              <a:t/>
            </a:r>
          </a:p>
          <a:p xmlns:a="http://schemas.openxmlformats.org/drawingml/2006/main">
            <a:r>
              <a:t>앞 장에서 본 질문을 이 그림에 대입해 보겠습니다. 왼쪽은 문서가 들어왔을 때 미리 준비하는 일이고, 오른쪽은 질문마다 실행하는 일입니다. 가운데를 넘어갈 때 어떤 검색 구조가 준비돼 있는지 생각하시면 됩니다.</a:t>
            </a:r>
          </a:p>
          <a:p xmlns:a="http://schemas.openxmlformats.org/drawingml/2006/main">
            <a:r>
              <a:t/>
            </a:r>
          </a:p>
          <a:p xmlns:a="http://schemas.openxmlformats.org/drawingml/2006/main">
            <a:r>
              <a:t>왼쪽 첫 단계는 ‘문서에서 개체 그래프 구성’입니다. 그 결과를 받아 ‘설명과 특징을 벡터로 변환’ 작업을 하고, 이어서 ‘연결과 의미를 함께 보고 묶기’ 과정을 진행합니다. 그다음 ‘그룹을 여러 층으로 요약’ 단계까지 처리한 뒤, 마지막으로 ‘빠른 계층 검색 구조 준비’ 작업을 마칩니다. 여기까지가 질문이 오기 전에 준비하는 부분이에요.</a:t>
            </a:r>
          </a:p>
          <a:p xmlns:a="http://schemas.openxmlformats.org/drawingml/2006/main">
            <a:r>
              <a:t/>
            </a:r>
          </a:p>
          <a:p xmlns:a="http://schemas.openxmlformats.org/drawingml/2006/main">
            <a:r>
              <a:t>오른쪽은 질문이 들어온 뒤의 흐름입니다. 먼저 ‘질문과 관련된 큰 그룹 찾기’에서 시작합니다. 그다음 ‘계층 검색 구조를 따라 탐색’, ‘큰 그룹에서 세부 후보로 좁히기’ 과정을 거칩니다. 이어서 ‘관련 없는 후보 걸러내기’ 단계에서 답에 필요한 내용을 정리하고, 마지막 ‘선택한 요약·원문으로 답변’까지 진행합니다.</a:t>
            </a:r>
          </a:p>
          <a:p xmlns:a="http://schemas.openxmlformats.org/drawingml/2006/main">
            <a:r>
              <a:t/>
            </a:r>
          </a:p>
          <a:p xmlns:a="http://schemas.openxmlformats.org/drawingml/2006/main">
            <a:r>
              <a:t>예시 질문으로 돌아오면, 오른쪽에서 고른 근거가 답변에 필요한 연결을 담고 있는지 확인해야 합니다. 웹 실습은 이 구조의 핵심 아이디어를 보여 주는 축소 예제입니다. 실제 논문 전체와 동일한 구현이나 성능 결과로 보시면 안 됩니다.</a:t>
            </a:r>
          </a:p>
          <a:p xmlns:a="http://schemas.openxmlformats.org/drawingml/2006/main">
            <a:r>
              <a:t/>
            </a:r>
          </a:p>
          <a:p xmlns:a="http://schemas.openxmlformats.org/drawingml/2006/main">
            <a:r>
              <a:t>여기까지 문서나 개체를 묶어 큰 그림을 읽는 방법들을 봤습니다. 이제 질문을 특정 대상으로 좁혀 보죠. 배차시스템과 모델의 관계를 직접 찾는 LightRAG로 넘어가겠습니다.</a:t>
            </a:r>
          </a:p>
          <a:p xmlns:a="http://schemas.openxmlformats.org/drawingml/2006/main">
            <a:r>
              <a:t/>
            </a:r>
          </a:p>
          <a:p xmlns:a="http://schemas.openxmlformats.org/drawingml/2006/main">
            <a:r>
              <a:t>출처</a:t>
            </a:r>
          </a:p>
          <a:p xmlns:a="http://schemas.openxmlformats.org/drawingml/2006/main">
            <a:r>
              <a:t>https://arxiv.org/abs/2502.09891</a:t>
            </a:r>
          </a:p>
          <a:p xmlns:a="http://schemas.openxmlformats.org/drawingml/2006/main">
            <a:r>
              <a:t>https://github.com/sam234990/ArchRAG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차별점: 개체와 관계를 나눠 검색</a:t>
            </a:r>
          </a:p>
          <a:p xmlns:a="http://schemas.openxmlformats.org/drawingml/2006/main">
            <a:r>
              <a:t/>
            </a:r>
          </a:p>
          <a:p xmlns:a="http://schemas.openxmlformats.org/drawingml/2006/main">
            <a:r>
              <a:t>앞 장에서 본 질문을 이 그림에 대입해 보겠습니다. 왼쪽은 문서가 들어왔을 때 미리 준비하는 일이고, 오른쪽은 질문마다 실행하는 일입니다. 가운데를 넘어갈 때 어떤 검색 구조가 준비돼 있는지 생각하시면 됩니다.</a:t>
            </a:r>
          </a:p>
          <a:p xmlns:a="http://schemas.openxmlformats.org/drawingml/2006/main">
            <a:r>
              <a:t/>
            </a:r>
          </a:p>
          <a:p xmlns:a="http://schemas.openxmlformats.org/drawingml/2006/main">
            <a:r>
              <a:t>왼쪽 첫 단계는 ‘문서를 조각으로 나누기’입니다. 그 결과를 받아 ‘개체와 관계 추출’ 작업을 하고, 이어서 ‘중복된 설명을 합치기’ 과정을 진행합니다. 그다음 ‘그래프·벡터·원문 위치 저장’ 단계까지 처리한 뒤, 마지막으로 ‘새 문서의 정보를 추가’ 작업을 마칩니다. 여기까지가 질문이 오기 전에 준비하는 부분이에요.</a:t>
            </a:r>
          </a:p>
          <a:p xmlns:a="http://schemas.openxmlformats.org/drawingml/2006/main">
            <a:r>
              <a:t/>
            </a:r>
          </a:p>
          <a:p xmlns:a="http://schemas.openxmlformats.org/drawingml/2006/main">
            <a:r>
              <a:t>오른쪽은 질문이 들어온 뒤의 흐름입니다. 먼저 ‘대상·주제 키워드 추출’에서 시작합니다. 그다음 ‘대상 키워드로 개체 찾기’, ‘주제 키워드로 관계 찾기’ 과정을 거칩니다. 이어서 ‘주변 연결과 원문 모으기’ 단계에서 답에 필요한 내용을 정리하고, 마지막 ‘모은 근거로 답변 작성’까지 진행합니다.</a:t>
            </a:r>
          </a:p>
          <a:p xmlns:a="http://schemas.openxmlformats.org/drawingml/2006/main">
            <a:r>
              <a:t/>
            </a:r>
          </a:p>
          <a:p xmlns:a="http://schemas.openxmlformats.org/drawingml/2006/main">
            <a:r>
              <a:t>예시 질문으로 돌아오면, 오른쪽에서 고른 근거가 답변에 필요한 연결을 담고 있는지 확인해야 합니다. 웹 실습은 이 구조의 핵심 아이디어를 보여 주는 축소 예제입니다. 실제 논문 전체와 동일한 구현이나 성능 결과로 보시면 안 됩니다.</a:t>
            </a:r>
          </a:p>
          <a:p xmlns:a="http://schemas.openxmlformats.org/drawingml/2006/main">
            <a:r>
              <a:t/>
            </a:r>
          </a:p>
          <a:p xmlns:a="http://schemas.openxmlformats.org/drawingml/2006/main">
            <a:r>
              <a:t>LightRAG는 구체적인 개체와 넓은 관계 단서를 함께 활용했습니다. 그런데 질문에 회사 이름이 없어도 날씨API에서 출발해 회사를 찾고 싶을 수 있죠. 다음에는 이런 먼 연결을 정렬할 때 쓰는 PPR 점수부터 설명하겠습니다.</a:t>
            </a:r>
          </a:p>
          <a:p xmlns:a="http://schemas.openxmlformats.org/drawingml/2006/main">
            <a:r>
              <a:t/>
            </a:r>
          </a:p>
          <a:p xmlns:a="http://schemas.openxmlformats.org/drawingml/2006/main">
            <a:r>
              <a:t>출처</a:t>
            </a:r>
          </a:p>
          <a:p xmlns:a="http://schemas.openxmlformats.org/drawingml/2006/main">
            <a:r>
              <a:t>https://arxiv.org/abs/2410.05779</a:t>
            </a:r>
          </a:p>
          <a:p xmlns:a="http://schemas.openxmlformats.org/drawingml/2006/main">
            <a:r>
              <a:t>https://github.com/HKUDS/LightRAG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차별점: 질문의 단서를 연결망에 퍼뜨리기</a:t>
            </a:r>
          </a:p>
          <a:p xmlns:a="http://schemas.openxmlformats.org/drawingml/2006/main">
            <a:r>
              <a:t/>
            </a:r>
          </a:p>
          <a:p xmlns:a="http://schemas.openxmlformats.org/drawingml/2006/main">
            <a:r>
              <a:t>앞 장에서 본 질문을 이 그림에 대입해 보겠습니다. 왼쪽은 문서가 들어왔을 때 미리 준비하는 일이고, 오른쪽은 질문마다 실행하는 일입니다. 가운데를 넘어갈 때 어떤 검색 구조가 준비돼 있는지 생각하시면 됩니다.</a:t>
            </a:r>
          </a:p>
          <a:p xmlns:a="http://schemas.openxmlformats.org/drawingml/2006/main">
            <a:r>
              <a:t/>
            </a:r>
          </a:p>
          <a:p xmlns:a="http://schemas.openxmlformats.org/drawingml/2006/main">
            <a:r>
              <a:t>왼쪽 첫 단계는 ‘문서를 문단으로 나누기’입니다. 그 결과를 받아 ‘문장에서 개체·관계 추출’ 작업을 하고, 이어서 ‘같은 의미의 개체 연결’ 과정을 진행합니다. 그다음 ‘개체와 원문 문단 연결’ 단계까지 처리한 뒤, 마지막으로 ‘연결망을 검색용으로 저장’ 작업을 마칩니다. 여기까지가 질문이 오기 전에 준비하는 부분이에요.</a:t>
            </a:r>
          </a:p>
          <a:p xmlns:a="http://schemas.openxmlformats.org/drawingml/2006/main">
            <a:r>
              <a:t/>
            </a:r>
          </a:p>
          <a:p xmlns:a="http://schemas.openxmlformats.org/drawingml/2006/main">
            <a:r>
              <a:t>오른쪽은 질문이 들어온 뒤의 흐름입니다. 먼저 ‘질문에서 시작 단서 추출’에서 시작합니다. 그다음 ‘단서를 그래프 개체와 맞추기’, ‘PPR로 연결망 점수 계산’ 과정을 거칩니다. 이어서 ‘개체 점수를 원문에 반영’ 단계에서 답에 필요한 내용을 정리하고, 마지막 ‘상위 원문으로 답변 작성’까지 진행합니다.</a:t>
            </a:r>
          </a:p>
          <a:p xmlns:a="http://schemas.openxmlformats.org/drawingml/2006/main">
            <a:r>
              <a:t/>
            </a:r>
          </a:p>
          <a:p xmlns:a="http://schemas.openxmlformats.org/drawingml/2006/main">
            <a:r>
              <a:t>예시 질문으로 돌아오면, 오른쪽에서 고른 근거가 답변에 필요한 연결을 담고 있는지 확인해야 합니다. 웹 실습은 이 구조의 핵심 아이디어를 보여 주는 축소 예제입니다. 실제 논문 전체와 동일한 구현이나 성능 결과로 보시면 안 됩니다.</a:t>
            </a:r>
          </a:p>
          <a:p xmlns:a="http://schemas.openxmlformats.org/drawingml/2006/main">
            <a:r>
              <a:t/>
            </a:r>
          </a:p>
          <a:p xmlns:a="http://schemas.openxmlformats.org/drawingml/2006/main">
            <a:r>
              <a:t>날씨API에서 시작해 회사를 설명하는 원문까지 연결하는 구조를 봤습니다. 다만 개체와 관계만으로는 사용 문맥이 부족할 수 있죠. HippoRAG 2는 원문 문단을 더 직접 연결하는 방향으로 이어집니다.</a:t>
            </a:r>
          </a:p>
          <a:p xmlns:a="http://schemas.openxmlformats.org/drawingml/2006/main">
            <a:r>
              <a:t/>
            </a:r>
          </a:p>
          <a:p xmlns:a="http://schemas.openxmlformats.org/drawingml/2006/main">
            <a:r>
              <a:t>출처</a:t>
            </a:r>
          </a:p>
          <a:p xmlns:a="http://schemas.openxmlformats.org/drawingml/2006/main">
            <a:r>
              <a:t>https://arxiv.org/abs/2405.14831</a:t>
            </a:r>
          </a:p>
          <a:p xmlns:a="http://schemas.openxmlformats.org/drawingml/2006/main">
            <a:r>
              <a:t>https://github.com/OSU-NLP-Group/HippoRAG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차별점: 개체 연결과 원문 문맥을 함께 사용</a:t>
            </a:r>
          </a:p>
          <a:p xmlns:a="http://schemas.openxmlformats.org/drawingml/2006/main">
            <a:r>
              <a:t/>
            </a:r>
          </a:p>
          <a:p xmlns:a="http://schemas.openxmlformats.org/drawingml/2006/main">
            <a:r>
              <a:t>앞 장에서 본 질문을 이 그림에 대입해 보겠습니다. 왼쪽은 문서가 들어왔을 때 미리 준비하는 일이고, 오른쪽은 질문마다 실행하는 일입니다. 가운데를 넘어갈 때 어떤 검색 구조가 준비돼 있는지 생각하시면 됩니다.</a:t>
            </a:r>
          </a:p>
          <a:p xmlns:a="http://schemas.openxmlformats.org/drawingml/2006/main">
            <a:r>
              <a:t/>
            </a:r>
          </a:p>
          <a:p xmlns:a="http://schemas.openxmlformats.org/drawingml/2006/main">
            <a:r>
              <a:t>왼쪽 첫 단계는 ‘개념 표현과 관계 추출’입니다. 그 결과를 받아 ‘비슷한 개념 표현 연결’ 작업을 하고, 이어서 ‘원문 문단도 그래프에 연결’ 과정을 진행합니다. 그다음 ‘개념·문단의 벡터 저장’ 단계까지 처리한 뒤, 마지막으로 ‘문맥을 포함한 그래프 저장’ 작업을 마칩니다. 여기까지가 질문이 오기 전에 준비하는 부분이에요.</a:t>
            </a:r>
          </a:p>
          <a:p xmlns:a="http://schemas.openxmlformats.org/drawingml/2006/main">
            <a:r>
              <a:t/>
            </a:r>
          </a:p>
          <a:p xmlns:a="http://schemas.openxmlformats.org/drawingml/2006/main">
            <a:r>
              <a:t>오른쪽은 질문이 들어온 뒤의 흐름입니다. 먼저 ‘관련 관계 후보 찾기’에서 시작합니다. 그다음 ‘LLM으로 관련 후보 걸러내기’, ‘관계·원문에서 출발점 정하기’ 과정을 거칩니다. 이어서 ‘통합 그래프에 PPR 적용’ 단계에서 답에 필요한 내용을 정리하고, 마지막 ‘상위 원문으로 답변 작성’까지 진행합니다.</a:t>
            </a:r>
          </a:p>
          <a:p xmlns:a="http://schemas.openxmlformats.org/drawingml/2006/main">
            <a:r>
              <a:t/>
            </a:r>
          </a:p>
          <a:p xmlns:a="http://schemas.openxmlformats.org/drawingml/2006/main">
            <a:r>
              <a:t>예시 질문으로 돌아오면, 오른쪽에서 고른 근거가 답변에 필요한 연결을 담고 있는지 확인해야 합니다. 웹 실습은 이 구조의 핵심 아이디어를 보여 주는 축소 예제입니다. 실제 논문 전체와 동일한 구현이나 성능 결과로 보시면 안 됩니다.</a:t>
            </a:r>
          </a:p>
          <a:p xmlns:a="http://schemas.openxmlformats.org/drawingml/2006/main">
            <a:r>
              <a:t/>
            </a:r>
          </a:p>
          <a:p xmlns:a="http://schemas.openxmlformats.org/drawingml/2006/main">
            <a:r>
              <a:t>여기서는 관계 후보를 찾고 LLM으로 거르는 단계까지 들어갔습니다. 그 준비와 호출이 부담스럽다면 관계 이름 자체를 덜 추출하는 방향도 생각할 수 있어요. 다음 LinearRAG가 그 비교 대상입니다.</a:t>
            </a:r>
          </a:p>
          <a:p xmlns:a="http://schemas.openxmlformats.org/drawingml/2006/main">
            <a:r>
              <a:t/>
            </a:r>
          </a:p>
          <a:p xmlns:a="http://schemas.openxmlformats.org/drawingml/2006/main">
            <a:r>
              <a:t>출처</a:t>
            </a:r>
          </a:p>
          <a:p xmlns:a="http://schemas.openxmlformats.org/drawingml/2006/main">
            <a:r>
              <a:t>https://arxiv.org/abs/2502.14802</a:t>
            </a:r>
          </a:p>
          <a:p xmlns:a="http://schemas.openxmlformats.org/drawingml/2006/main">
            <a:r>
              <a:t>https://github.com/OSU-NLP-Group/HippoRAG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차별점: 관계 이름보다 개체의 출현을 활용</a:t>
            </a:r>
          </a:p>
          <a:p xmlns:a="http://schemas.openxmlformats.org/drawingml/2006/main">
            <a:r>
              <a:t/>
            </a:r>
          </a:p>
          <a:p xmlns:a="http://schemas.openxmlformats.org/drawingml/2006/main">
            <a:r>
              <a:t>앞 장에서 본 질문을 이 그림에 대입해 보겠습니다. 왼쪽은 문서가 들어왔을 때 미리 준비하는 일이고, 오른쪽은 질문마다 실행하는 일입니다. 가운데를 넘어갈 때 어떤 검색 구조가 준비돼 있는지 생각하시면 됩니다.</a:t>
            </a:r>
          </a:p>
          <a:p xmlns:a="http://schemas.openxmlformats.org/drawingml/2006/main">
            <a:r>
              <a:t/>
            </a:r>
          </a:p>
          <a:p xmlns:a="http://schemas.openxmlformats.org/drawingml/2006/main">
            <a:r>
              <a:t>왼쪽 첫 단계는 ‘원문을 문단과 문장으로 나누기’입니다. 그 결과를 받아 ‘등장 개체 찾기’ 작업을 하고, 이어서 ‘개체·문장·문단 연결’ 과정을 진행합니다. 그다음 ‘함께 나온 위치와 소속 연결’ 단계까지 처리한 뒤, 마지막으로 ‘관계 이름 없이 그래프 저장’ 작업을 마칩니다. 여기까지가 질문이 오기 전에 준비하는 부분이에요.</a:t>
            </a:r>
          </a:p>
          <a:p xmlns:a="http://schemas.openxmlformats.org/drawingml/2006/main">
            <a:r>
              <a:t/>
            </a:r>
          </a:p>
          <a:p xmlns:a="http://schemas.openxmlformats.org/drawingml/2006/main">
            <a:r>
              <a:t>오른쪽은 질문이 들어온 뒤의 흐름입니다. 먼저 ‘질문 속 개체 맞추기’에서 시작합니다. 그다음 ‘비슷한 문장을 찾기’, ‘문장과 개체로 단서 보강’ 과정을 거칩니다. 이어서 ‘그래프 확산으로 문단 정렬’ 단계에서 답에 필요한 내용을 정리하고, 마지막 ‘상위 원문으로 답변 작성’까지 진행합니다.</a:t>
            </a:r>
          </a:p>
          <a:p xmlns:a="http://schemas.openxmlformats.org/drawingml/2006/main">
            <a:r>
              <a:t/>
            </a:r>
          </a:p>
          <a:p xmlns:a="http://schemas.openxmlformats.org/drawingml/2006/main">
            <a:r>
              <a:t>예시 질문으로 돌아오면, 오른쪽에서 고른 근거가 답변에 필요한 연결을 담고 있는지 확인해야 합니다. 웹 실습은 이 구조의 핵심 아이디어를 보여 주는 축소 예제입니다. 실제 논문 전체와 동일한 구현이나 성능 결과로 보시면 안 됩니다.</a:t>
            </a:r>
          </a:p>
          <a:p xmlns:a="http://schemas.openxmlformats.org/drawingml/2006/main">
            <a:r>
              <a:t/>
            </a:r>
          </a:p>
          <a:p xmlns:a="http://schemas.openxmlformats.org/drawingml/2006/main">
            <a:r>
              <a:t>LinearRAG는 개체를 공유하는 문장과 문단을 검색 단서로 삼았습니다. 이번에는 연결할 근거 단위를 바꿔 보겠습니다. 긴 문단을 독립적으로 이해할 수 있는 작은 사실로 나누는 AtomicRAG입니다.</a:t>
            </a:r>
          </a:p>
          <a:p xmlns:a="http://schemas.openxmlformats.org/drawingml/2006/main">
            <a:r>
              <a:t/>
            </a:r>
          </a:p>
          <a:p xmlns:a="http://schemas.openxmlformats.org/drawingml/2006/main">
            <a:r>
              <a:t>출처</a:t>
            </a:r>
          </a:p>
          <a:p xmlns:a="http://schemas.openxmlformats.org/drawingml/2006/main">
            <a:r>
              <a:t>https://arxiv.org/abs/2510.10114</a:t>
            </a:r>
          </a:p>
          <a:p xmlns:a="http://schemas.openxmlformats.org/drawingml/2006/main">
            <a:r>
              <a:t>https://github.com/DEEP-PolyU/LinearRAG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차별점: 문서를 독립적인 작은 사실로 나누기</a:t>
            </a:r>
          </a:p>
          <a:p xmlns:a="http://schemas.openxmlformats.org/drawingml/2006/main">
            <a:r>
              <a:t/>
            </a:r>
          </a:p>
          <a:p xmlns:a="http://schemas.openxmlformats.org/drawingml/2006/main">
            <a:r>
              <a:t>앞 장에서 본 질문을 이 그림에 대입해 보겠습니다. 왼쪽은 문서가 들어왔을 때 미리 준비하는 일이고, 오른쪽은 질문마다 실행하는 일입니다. 가운데를 넘어갈 때 어떤 검색 구조가 준비돼 있는지 생각하시면 됩니다.</a:t>
            </a:r>
          </a:p>
          <a:p xmlns:a="http://schemas.openxmlformats.org/drawingml/2006/main">
            <a:r>
              <a:t/>
            </a:r>
          </a:p>
          <a:p xmlns:a="http://schemas.openxmlformats.org/drawingml/2006/main">
            <a:r>
              <a:t>왼쪽 첫 단계는 ‘문서를 독립적인 사실로 나누기’입니다. 그 결과를 받아 ‘각 사실에 나온 개체 찾기’ 작업을 하고, 이어서 ‘사실과 개체 연결’ 과정을 진행합니다. 그다음 ‘관련 개체들의 연결 구성’ 단계까지 처리한 뒤, 마지막으로 ‘각 사실의 원문 출처 저장’ 작업을 마칩니다. 여기까지가 질문이 오기 전에 준비하는 부분이에요.</a:t>
            </a:r>
          </a:p>
          <a:p xmlns:a="http://schemas.openxmlformats.org/drawingml/2006/main">
            <a:r>
              <a:t/>
            </a:r>
          </a:p>
          <a:p xmlns:a="http://schemas.openxmlformats.org/drawingml/2006/main">
            <a:r>
              <a:t>오른쪽은 질문이 들어온 뒤의 흐름입니다. 먼저 ‘필요하면 질문을 작게 나누기’에서 시작합니다. 그다음 ‘관련 사실과 개체 찾기’, ‘PPR로 관련 사실 범위 넓히기’ 과정을 거칩니다. 이어서 ‘중복·무관한 사실 걸러내기’ 단계에서 답에 필요한 내용을 정리하고, 마지막 ‘남긴 사실과 원문으로 답변’까지 진행합니다.</a:t>
            </a:r>
          </a:p>
          <a:p xmlns:a="http://schemas.openxmlformats.org/drawingml/2006/main">
            <a:r>
              <a:t/>
            </a:r>
          </a:p>
          <a:p xmlns:a="http://schemas.openxmlformats.org/drawingml/2006/main">
            <a:r>
              <a:t>예시 질문으로 돌아오면, 오른쪽에서 고른 근거가 답변에 필요한 연결을 담고 있는지 확인해야 합니다. 웹 실습은 이 구조의 핵심 아이디어를 보여 주는 축소 예제입니다. 실제 논문 전체와 동일한 구현이나 성능 결과로 보시면 안 됩니다.</a:t>
            </a:r>
          </a:p>
          <a:p xmlns:a="http://schemas.openxmlformats.org/drawingml/2006/main">
            <a:r>
              <a:t/>
            </a:r>
          </a:p>
          <a:p xmlns:a="http://schemas.openxmlformats.org/drawingml/2006/main">
            <a:r>
              <a:t>필요한 사실을 고르는 과정을 봤습니다. 그다음에는 이 근거를 누가 읽는지도 중요해져요. 작은 언어 모델이 읽을 수 있게 짧은 연결과 원문을 구성하는 MiniRAG로 이어가겠습니다.</a:t>
            </a:r>
          </a:p>
          <a:p xmlns:a="http://schemas.openxmlformats.org/drawingml/2006/main">
            <a:r>
              <a:t/>
            </a:r>
          </a:p>
          <a:p xmlns:a="http://schemas.openxmlformats.org/drawingml/2006/main">
            <a:r>
              <a:t>출처</a:t>
            </a:r>
          </a:p>
          <a:p xmlns:a="http://schemas.openxmlformats.org/drawingml/2006/main">
            <a:r>
              <a:t>https://arxiv.org/abs/2604.20844</a:t>
            </a:r>
          </a:p>
          <a:p xmlns:a="http://schemas.openxmlformats.org/drawingml/2006/main">
            <a:r>
              <a:t>https://github.com/7HHHHH/AtomicRAG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차별점: 작은 모델이 읽을 짧은 연결 찾기</a:t>
            </a:r>
          </a:p>
          <a:p xmlns:a="http://schemas.openxmlformats.org/drawingml/2006/main">
            <a:r>
              <a:t/>
            </a:r>
          </a:p>
          <a:p xmlns:a="http://schemas.openxmlformats.org/drawingml/2006/main">
            <a:r>
              <a:t>앞 장에서 본 질문을 이 그림에 대입해 보겠습니다. 왼쪽은 문서가 들어왔을 때 미리 준비하는 일이고, 오른쪽은 질문마다 실행하는 일입니다. 가운데를 넘어갈 때 어떤 검색 구조가 준비돼 있는지 생각하시면 됩니다.</a:t>
            </a:r>
          </a:p>
          <a:p xmlns:a="http://schemas.openxmlformats.org/drawingml/2006/main">
            <a:r>
              <a:t/>
            </a:r>
          </a:p>
          <a:p xmlns:a="http://schemas.openxmlformats.org/drawingml/2006/main">
            <a:r>
              <a:t>왼쪽 첫 단계는 ‘문서에서 원문 조각 준비’입니다. 그 결과를 받아 ‘가벼운 개체 추출’ 작업을 하고, 이어서 ‘개체와 원문을 함께 연결’ 과정을 진행합니다. 그다음 ‘내용과 연결 구조 저장’ 단계까지 처리한 뒤, 마지막으로 ‘작은 모델용 검색 구조 준비’ 작업을 마칩니다. 여기까지가 질문이 오기 전에 준비하는 부분이에요.</a:t>
            </a:r>
          </a:p>
          <a:p xmlns:a="http://schemas.openxmlformats.org/drawingml/2006/main">
            <a:r>
              <a:t/>
            </a:r>
          </a:p>
          <a:p xmlns:a="http://schemas.openxmlformats.org/drawingml/2006/main">
            <a:r>
              <a:t>오른쪽은 질문이 들어온 뒤의 흐름입니다. 먼저 ‘질문 속 개체와 답 종류 파악’에서 시작합니다. 그다음 ‘관련 개체·원문 후보 찾기’, ‘연결 구조로 경로 탐색’ 과정을 거칩니다. 이어서 ‘짧은 경로와 원문 선택’ 단계에서 답에 필요한 내용을 정리하고, 마지막 ‘선택한 근거로 답변 작성’까지 진행합니다.</a:t>
            </a:r>
          </a:p>
          <a:p xmlns:a="http://schemas.openxmlformats.org/drawingml/2006/main">
            <a:r>
              <a:t/>
            </a:r>
          </a:p>
          <a:p xmlns:a="http://schemas.openxmlformats.org/drawingml/2006/main">
            <a:r>
              <a:t>예시 질문으로 돌아오면, 오른쪽에서 고른 근거가 답변에 필요한 연결을 담고 있는지 확인해야 합니다. 웹 실습은 이 구조의 핵심 아이디어를 보여 주는 축소 예제입니다. 실제 논문 전체와 동일한 구현이나 성능 결과로 보시면 안 됩니다.</a:t>
            </a:r>
          </a:p>
          <a:p xmlns:a="http://schemas.openxmlformats.org/drawingml/2006/main">
            <a:r>
              <a:t/>
            </a:r>
          </a:p>
          <a:p xmlns:a="http://schemas.openxmlformats.org/drawingml/2006/main">
            <a:r>
              <a:t>여기까지는 저장 구조와 검색 규칙을 주로 설계하는 방향이었습니다. 이제 ‘어느 연결이 질문에 중요한지’를 학습 모델이 계산하는 방법을 보겠습니다. 첫 번째가 GFM-RAG입니다.</a:t>
            </a:r>
          </a:p>
          <a:p xmlns:a="http://schemas.openxmlformats.org/drawingml/2006/main">
            <a:r>
              <a:t/>
            </a:r>
          </a:p>
          <a:p xmlns:a="http://schemas.openxmlformats.org/drawingml/2006/main">
            <a:r>
              <a:t>출처</a:t>
            </a:r>
          </a:p>
          <a:p xmlns:a="http://schemas.openxmlformats.org/drawingml/2006/main">
            <a:r>
              <a:t>https://arxiv.org/abs/2501.06713</a:t>
            </a:r>
          </a:p>
          <a:p xmlns:a="http://schemas.openxmlformats.org/drawingml/2006/main">
            <a:r>
              <a:t>https://github.com/HKUDS/MiniRAG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차별점: 어디로 검색할지 모델이 학습</a:t>
            </a:r>
          </a:p>
          <a:p xmlns:a="http://schemas.openxmlformats.org/drawingml/2006/main">
            <a:r>
              <a:t/>
            </a:r>
          </a:p>
          <a:p xmlns:a="http://schemas.openxmlformats.org/drawingml/2006/main">
            <a:r>
              <a:t>앞 장에서 본 질문을 이 그림에 대입해 보겠습니다. 왼쪽은 문서가 들어왔을 때 미리 준비하는 일이고, 오른쪽은 질문마다 실행하는 일입니다. 가운데를 넘어갈 때 어떤 검색 구조가 준비돼 있는지 생각하시면 됩니다.</a:t>
            </a:r>
          </a:p>
          <a:p xmlns:a="http://schemas.openxmlformats.org/drawingml/2006/main">
            <a:r>
              <a:t/>
            </a:r>
          </a:p>
          <a:p xmlns:a="http://schemas.openxmlformats.org/drawingml/2006/main">
            <a:r>
              <a:t>왼쪽 첫 단계는 ‘문서에서 지식 그래프 준비’입니다. 그 결과를 받아 ‘개체·관계·문서 매핑 저장’ 작업을 하고, 이어서 ‘모델이 읽을 형태로 변환’ 과정을 진행합니다. 그다음 ‘학습된 검색 모델 불러오기’ 단계까지 처리한 뒤, 마지막으로 ‘새 문서 그래프에 적용 준비’ 작업을 마칩니다. 여기까지가 질문이 오기 전에 준비하는 부분이에요.</a:t>
            </a:r>
          </a:p>
          <a:p xmlns:a="http://schemas.openxmlformats.org/drawingml/2006/main">
            <a:r>
              <a:t/>
            </a:r>
          </a:p>
          <a:p xmlns:a="http://schemas.openxmlformats.org/drawingml/2006/main">
            <a:r>
              <a:t>오른쪽은 질문이 들어온 뒤의 흐름입니다. 먼저 ‘질문과 개체 연결’에서 시작합니다. 그다음 ‘질문을 반영한 GNN 실행’, ‘이웃 정보로 개체 점수 계산’ 과정을 거칩니다. 이어서 ‘개체 점수로 문서 정렬’ 단계에서 답에 필요한 내용을 정리하고, 마지막 ‘검색 문서로 답변 작성’까지 진행합니다.</a:t>
            </a:r>
          </a:p>
          <a:p xmlns:a="http://schemas.openxmlformats.org/drawingml/2006/main">
            <a:r>
              <a:t/>
            </a:r>
          </a:p>
          <a:p xmlns:a="http://schemas.openxmlformats.org/drawingml/2006/main">
            <a:r>
              <a:t>예시 질문으로 돌아오면, 오른쪽에서 고른 근거가 답변에 필요한 연결을 담고 있는지 확인해야 합니다. 웹 실습은 이 구조의 핵심 아이디어를 보여 주는 축소 예제입니다. 실제 논문 전체와 동일한 구현이나 성능 결과로 보시면 안 됩니다.</a:t>
            </a:r>
          </a:p>
          <a:p xmlns:a="http://schemas.openxmlformats.org/drawingml/2006/main">
            <a:r>
              <a:t/>
            </a:r>
          </a:p>
          <a:p xmlns:a="http://schemas.openxmlformats.org/drawingml/2006/main">
            <a:r>
              <a:t>GFM-RAG에서는 학습한 그래프 검색 모델이 개체 관련도를 계산했습니다. 다음 G-reasoner는 개체 관계에 더해 속성과 문서, 그룹 정보까지 검색 구조에 연결합니다.</a:t>
            </a:r>
          </a:p>
          <a:p xmlns:a="http://schemas.openxmlformats.org/drawingml/2006/main">
            <a:r>
              <a:t/>
            </a:r>
          </a:p>
          <a:p xmlns:a="http://schemas.openxmlformats.org/drawingml/2006/main">
            <a:r>
              <a:t>출처</a:t>
            </a:r>
          </a:p>
          <a:p xmlns:a="http://schemas.openxmlformats.org/drawingml/2006/main">
            <a:r>
              <a:t>https://arxiv.org/abs/2502.01113</a:t>
            </a:r>
          </a:p>
          <a:p xmlns:a="http://schemas.openxmlformats.org/drawingml/2006/main">
            <a:r>
              <a:t>https://github.com/RManLuo/gfm-rag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차별점: 여러 지식 구조를 한 그래프로 연결</a:t>
            </a:r>
          </a:p>
          <a:p xmlns:a="http://schemas.openxmlformats.org/drawingml/2006/main">
            <a:r>
              <a:t/>
            </a:r>
          </a:p>
          <a:p xmlns:a="http://schemas.openxmlformats.org/drawingml/2006/main">
            <a:r>
              <a:t>앞 장에서 본 질문을 이 그림에 대입해 보겠습니다. 왼쪽은 문서가 들어왔을 때 미리 준비하는 일이고, 오른쪽은 질문마다 실행하는 일입니다. 가운데를 넘어갈 때 어떤 검색 구조가 준비돼 있는지 생각하시면 됩니다.</a:t>
            </a:r>
          </a:p>
          <a:p xmlns:a="http://schemas.openxmlformats.org/drawingml/2006/main">
            <a:r>
              <a:t/>
            </a:r>
          </a:p>
          <a:p xmlns:a="http://schemas.openxmlformats.org/drawingml/2006/main">
            <a:r>
              <a:t>왼쪽 첫 단계는 ‘개체 사이 지식 관계 구성’입니다. 그 결과를 받아 ‘원문 문서 연결’ 작업을 하고, 이어서 ‘개체의 속성 정보 연결’ 과정을 진행합니다. 그다음 ‘그룹 정보 연결’ 단계까지 처리한 뒤, 마지막으로 ‘네 구조를 QuadGraph로 통합’ 작업을 마칩니다. 여기까지가 질문이 오기 전에 준비하는 부분이에요.</a:t>
            </a:r>
          </a:p>
          <a:p xmlns:a="http://schemas.openxmlformats.org/drawingml/2006/main">
            <a:r>
              <a:t/>
            </a:r>
          </a:p>
          <a:p xmlns:a="http://schemas.openxmlformats.org/drawingml/2006/main">
            <a:r>
              <a:t>오른쪽은 질문이 들어온 뒤의 흐름입니다. 먼저 ‘질문을 벡터로 변환’에서 시작합니다. 그다음 ‘학습 모델로 그래프 정보 전달’, ‘관련 노드와 문서 예측’ 과정을 거칩니다. 이어서 ‘답변에 필요한 근거 선택’ 단계에서 답에 필요한 내용을 정리하고, 마지막 ‘선택한 근거로 답변 작성’까지 진행합니다.</a:t>
            </a:r>
          </a:p>
          <a:p xmlns:a="http://schemas.openxmlformats.org/drawingml/2006/main">
            <a:r>
              <a:t/>
            </a:r>
          </a:p>
          <a:p xmlns:a="http://schemas.openxmlformats.org/drawingml/2006/main">
            <a:r>
              <a:t>예시 질문으로 돌아오면, 오른쪽에서 고른 근거가 답변에 필요한 연결을 담고 있는지 확인해야 합니다. 웹 실습은 이 구조의 핵심 아이디어를 보여 주는 축소 예제입니다. 실제 논문 전체와 동일한 구현이나 성능 결과로 보시면 안 됩니다.</a:t>
            </a:r>
          </a:p>
          <a:p xmlns:a="http://schemas.openxmlformats.org/drawingml/2006/main">
            <a:r>
              <a:t/>
            </a:r>
          </a:p>
          <a:p xmlns:a="http://schemas.openxmlformats.org/drawingml/2006/main">
            <a:r>
              <a:t>속성과 관계, 문서와 그룹 정보를 함께 연결하는 방법을 봤습니다. 실제 문서에는 글 외에 표와 그림도 있죠. 다음에는 정보의 형태를 넓히는 RAG-Anything으로 넘어가겠습니다.</a:t>
            </a:r>
          </a:p>
          <a:p xmlns:a="http://schemas.openxmlformats.org/drawingml/2006/main">
            <a:r>
              <a:t/>
            </a:r>
          </a:p>
          <a:p xmlns:a="http://schemas.openxmlformats.org/drawingml/2006/main">
            <a:r>
              <a:t>출처</a:t>
            </a:r>
          </a:p>
          <a:p xmlns:a="http://schemas.openxmlformats.org/drawingml/2006/main">
            <a:r>
              <a:t>https://arxiv.org/abs/2509.24276</a:t>
            </a:r>
          </a:p>
          <a:p xmlns:a="http://schemas.openxmlformats.org/drawingml/2006/main">
            <a:r>
              <a:t>https://github.com/RManLuo/gfm-rag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차별점: 글·표·그림을 함께 검색</a:t>
            </a:r>
          </a:p>
          <a:p xmlns:a="http://schemas.openxmlformats.org/drawingml/2006/main">
            <a:r>
              <a:t/>
            </a:r>
          </a:p>
          <a:p xmlns:a="http://schemas.openxmlformats.org/drawingml/2006/main">
            <a:r>
              <a:t>앞 장에서 본 질문을 이 그림에 대입해 보겠습니다. 왼쪽은 문서가 들어왔을 때 미리 준비하는 일이고, 오른쪽은 질문마다 실행하는 일입니다. 가운데를 넘어갈 때 어떤 검색 구조가 준비돼 있는지 생각하시면 됩니다.</a:t>
            </a:r>
          </a:p>
          <a:p xmlns:a="http://schemas.openxmlformats.org/drawingml/2006/main">
            <a:r>
              <a:t/>
            </a:r>
          </a:p>
          <a:p xmlns:a="http://schemas.openxmlformats.org/drawingml/2006/main">
            <a:r>
              <a:t>왼쪽 첫 단계는 ‘문서에서 글·표·그림 읽기’입니다. 그 결과를 받아 ‘요소별 종류 구분’ 작업을 하고, 이어서 ‘각 요소의 내용을 설명·정리’ 과정을 진행합니다. 그다음 ‘서로 다른 요소를 연결’ 단계까지 처리한 뒤, 마지막으로 ‘검색용 그래프와 벡터 저장’ 작업을 마칩니다. 여기까지가 질문이 오기 전에 준비하는 부분이에요.</a:t>
            </a:r>
          </a:p>
          <a:p xmlns:a="http://schemas.openxmlformats.org/drawingml/2006/main">
            <a:r>
              <a:t/>
            </a:r>
          </a:p>
          <a:p xmlns:a="http://schemas.openxmlformats.org/drawingml/2006/main">
            <a:r>
              <a:t>오른쪽은 질문이 들어온 뒤의 흐름입니다. 먼저 ‘질문의 내용과 형태 파악’에서 시작합니다. 그다음 ‘관련 개체와 관계 검색’, ‘관련 글·표·그림 가져오기’ 과정을 거칩니다. 이어서 ‘서로 맞는 근거끼리 모으기’ 단계에서 답에 필요한 내용을 정리하고, 마지막 ‘언어·시각 모델로 답변 작성’까지 진행합니다.</a:t>
            </a:r>
          </a:p>
          <a:p xmlns:a="http://schemas.openxmlformats.org/drawingml/2006/main">
            <a:r>
              <a:t/>
            </a:r>
          </a:p>
          <a:p xmlns:a="http://schemas.openxmlformats.org/drawingml/2006/main">
            <a:r>
              <a:t>예시 질문으로 돌아오면, 오른쪽에서 고른 근거가 답변에 필요한 연결을 담고 있는지 확인해야 합니다. 웹 실습은 이 구조의 핵심 아이디어를 보여 주는 축소 예제입니다. 실제 논문 전체와 동일한 구현이나 성능 결과로 보시면 안 됩니다.</a:t>
            </a:r>
          </a:p>
          <a:p xmlns:a="http://schemas.openxmlformats.org/drawingml/2006/main">
            <a:r>
              <a:t/>
            </a:r>
          </a:p>
          <a:p xmlns:a="http://schemas.openxmlformats.org/drawingml/2006/main">
            <a:r>
              <a:t>본문과 표를 함께 읽을 수 있는 검색까지 봤습니다. 구조를 늘리는 만큼 준비 비용과 오류도 생기겠죠. 마지막에는 ‘어떤 질문에서 이 비용을 들일 가치가 있나’를 평가하는 관점으로 정리하겠습니다.</a:t>
            </a:r>
          </a:p>
          <a:p xmlns:a="http://schemas.openxmlformats.org/drawingml/2006/main">
            <a:r>
              <a:t/>
            </a:r>
          </a:p>
          <a:p xmlns:a="http://schemas.openxmlformats.org/drawingml/2006/main">
            <a:r>
              <a:t>출처</a:t>
            </a:r>
          </a:p>
          <a:p xmlns:a="http://schemas.openxmlformats.org/drawingml/2006/main">
            <a:r>
              <a:t>https://arxiv.org/abs/2510.12323</a:t>
            </a:r>
          </a:p>
          <a:p xmlns:a="http://schemas.openxmlformats.org/drawingml/2006/main">
            <a:r>
              <a:t>https://github.com/HKUDS/RAG-Anything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차별점: 질문 유형별 품질과 비용을 비교하는 평가 연구</a:t>
            </a:r>
          </a:p>
          <a:p xmlns:a="http://schemas.openxmlformats.org/drawingml/2006/main">
            <a:r>
              <a:t/>
            </a:r>
          </a:p>
          <a:p xmlns:a="http://schemas.openxmlformats.org/drawingml/2006/main">
            <a:r>
              <a:t>앞 장에서는 어떤 질문을 나눠 평가할지 봤습니다. 이번 그림의 왼쪽은 비교 조건을 준비하는 일이고, 오른쪽은 그 조건에서 실행하고 결과를 읽는 일입니다.</a:t>
            </a:r>
          </a:p>
          <a:p xmlns:a="http://schemas.openxmlformats.org/drawingml/2006/main">
            <a:r>
              <a:t/>
            </a:r>
          </a:p>
          <a:p xmlns:a="http://schemas.openxmlformats.org/drawingml/2006/main">
            <a:r>
              <a:t>왼쪽은 비교를 준비하는 과정입니다. 문서와 질문 유형을 정하고 비교할 검색 시스템을 같은 조건으로 준비합니다. 품질과 시간, 비용을 어떤 기준으로 잴지도 먼저 정해야 합니다.</a:t>
            </a:r>
          </a:p>
          <a:p xmlns:a="http://schemas.openxmlformats.org/drawingml/2006/main">
            <a:r>
              <a:t/>
            </a:r>
          </a:p>
          <a:p xmlns:a="http://schemas.openxmlformats.org/drawingml/2006/main">
            <a:r>
              <a:t>오른쪽은 준비한 질문으로 각 시스템을 실행하는 과정입니다. 검색한 근거가 맞는지와 답변 품질을 따로 확인하고, 비용까지 나눠 기록합니다. 마지막에는 전체 평균뿐 아니라 질문 유형별로 차이를 읽습니다.</a:t>
            </a:r>
          </a:p>
          <a:p xmlns:a="http://schemas.openxmlformats.org/drawingml/2006/main">
            <a:r>
              <a:t/>
            </a:r>
          </a:p>
          <a:p xmlns:a="http://schemas.openxmlformats.org/drawingml/2006/main">
            <a:r>
              <a:t>웹의 질문별 방법 선택 기능은 별도로 만든 단순 키워드 규칙입니다. 이 평가 연구가 자동 라우터를 제안했다는 뜻은 아닙니다. 실습 수치는 축소 예제의 동작을 확인하는 데 사용해 주세요.</a:t>
            </a:r>
          </a:p>
          <a:p xmlns:a="http://schemas.openxmlformats.org/drawingml/2006/main">
            <a:r>
              <a:t/>
            </a:r>
          </a:p>
          <a:p xmlns:a="http://schemas.openxmlformats.org/drawingml/2006/main">
            <a:r>
              <a:t>이 그림은 새 검색 알고리즘의 실행 순서가 아니라 도입 가치를 비교하는 평가 순서입니다. 이제 이 관점을 우리 물류 문서에서 직접 비교할 질문 목록으로 바꿔 보겠습니다.</a:t>
            </a:r>
          </a:p>
          <a:p xmlns:a="http://schemas.openxmlformats.org/drawingml/2006/main">
            <a:r>
              <a:t/>
            </a:r>
          </a:p>
          <a:p xmlns:a="http://schemas.openxmlformats.org/drawingml/2006/main">
            <a:r>
              <a:t>출처</a:t>
            </a:r>
          </a:p>
          <a:p xmlns:a="http://schemas.openxmlformats.org/drawingml/2006/main">
            <a:r>
              <a:t>https://arxiv.org/abs/2506.05690</a:t>
            </a:r>
          </a:p>
          <a:p xmlns:a="http://schemas.openxmlformats.org/drawingml/2006/main">
            <a:r>
              <a:t>https://github.com/GraphRAG-Bench/GraphRAG-Benchmark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19ac27f26143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6fae86a481405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e11cf4da7944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aad9338331f419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d99fb5509041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826db95765484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9e037e6315eb40f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e53eb5fd8f524db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544679fca5ee47b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f99a1568eab0444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e4245101269d4af0"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9784093b1de0484b"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3.xml" Id="Rf9c0c58ae85440f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3.xml" Id="R41c32c9132bc4e10"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3.xml" Id="R917ddd20547d48af"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3.xml" Id="R0e2b3977e02f4843"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3.xml" Id="Rdfc8282398944ff2"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3.xml" Id="Rc15684a581984a4b"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4.xml" Id="Rba5a30f0a36243b0"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4.xml" Id="R3886ae140f1643aa"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4.xml" Id="R6374c8cf8aa147d4"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4.xml" Id="R5c7680925da9444b"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4.xml" Id="Rbdc8eb980bd049ea"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4.xml" Id="R54e5ad39519049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86B2D9-4DB3-4882-B25F-B98F672B08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F2E001-B633-4379-8076-12433EE40D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3F7C8B-903A-44E2-A047-1FD502C37B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51B1E0-641A-461E-8FF2-27931F833D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0919B6B-AFCC-46C7-9436-D011E95D21E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33B8F1-01A1-4577-8FB9-45A31DA834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607130-AC05-4610-90B5-7680E1C50D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3BA2AC-F188-47E6-8443-5902D9124D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828D4E-D611-45F7-B457-82C42F7D52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462571-967A-41AA-92EA-5D5E5390AF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86B2D9-4DB3-4882-B25F-B98F672B08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F2E001-B633-4379-8076-12433EE40D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3F7C8B-903A-44E2-A047-1FD502C37B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51B1E0-641A-461E-8FF2-27931F833D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0919B6B-AFCC-46C7-9436-D011E95D21E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33B8F1-01A1-4577-8FB9-45A31DA834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607130-AC05-4610-90B5-7680E1C50D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3BA2AC-F188-47E6-8443-5902D9124D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828D4E-D611-45F7-B457-82C42F7D52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462571-967A-41AA-92EA-5D5E5390AF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13.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86B2D9-4DB3-4882-B25F-B98F672B08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F2E001-B633-4379-8076-12433EE40D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14.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3F7C8B-903A-44E2-A047-1FD502C37B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15.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51B1E0-641A-461E-8FF2-27931F833D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0919B6B-AFCC-46C7-9436-D011E95D21E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6.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33B8F1-01A1-4577-8FB9-45A31DA834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607130-AC05-4610-90B5-7680E1C50D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3BA2AC-F188-47E6-8443-5902D9124D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7.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828D4E-D611-45F7-B457-82C42F7D52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462571-967A-41AA-92EA-5D5E5390AF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8.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19.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86B2D9-4DB3-4882-B25F-B98F672B08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F2E001-B633-4379-8076-12433EE40D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0.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3F7C8B-903A-44E2-A047-1FD502C37B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21.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51B1E0-641A-461E-8FF2-27931F833D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0919B6B-AFCC-46C7-9436-D011E95D21E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22.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33B8F1-01A1-4577-8FB9-45A31DA834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607130-AC05-4610-90B5-7680E1C50D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3BA2AC-F188-47E6-8443-5902D9124D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23.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828D4E-D611-45F7-B457-82C42F7D52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462571-967A-41AA-92EA-5D5E5390AF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24.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12e1e97fc94404" /><Relationship Type="http://schemas.openxmlformats.org/officeDocument/2006/relationships/slideLayout" Target="/ppt/slideLayouts/slideLayout1.xml" Id="R958981a8fc1f43c6" /><Relationship Type="http://schemas.openxmlformats.org/officeDocument/2006/relationships/slideLayout" Target="/ppt/slideLayouts/slideLayout2.xml" Id="R418ebd0759d44887" /><Relationship Type="http://schemas.openxmlformats.org/officeDocument/2006/relationships/slideLayout" Target="/ppt/slideLayouts/slideLayout3.xml" Id="Rdd24fb339e7b47fd" /><Relationship Type="http://schemas.openxmlformats.org/officeDocument/2006/relationships/slideLayout" Target="/ppt/slideLayouts/slideLayout4.xml" Id="Rc18a7896d0554ef5" /><Relationship Type="http://schemas.openxmlformats.org/officeDocument/2006/relationships/slideLayout" Target="/ppt/slideLayouts/slideLayout5.xml" Id="Rea0c8e2835b54a0d" /><Relationship Type="http://schemas.openxmlformats.org/officeDocument/2006/relationships/slideLayout" Target="/ppt/slideLayouts/slideLayout6.xml" Id="R1a83838850ad4a6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cef258d08cf0450e" /><Relationship Type="http://schemas.openxmlformats.org/officeDocument/2006/relationships/slideLayout" Target="/ppt/slideLayouts/slideLayout7.xml" Id="R6b7fd4b960524dd1" /><Relationship Type="http://schemas.openxmlformats.org/officeDocument/2006/relationships/slideLayout" Target="/ppt/slideLayouts/slideLayout8.xml" Id="R427ffa40ded14191" /><Relationship Type="http://schemas.openxmlformats.org/officeDocument/2006/relationships/slideLayout" Target="/ppt/slideLayouts/slideLayout9.xml" Id="R7a8762f4bbc74629" /><Relationship Type="http://schemas.openxmlformats.org/officeDocument/2006/relationships/slideLayout" Target="/ppt/slideLayouts/slideLayout10.xml" Id="Rd98730e1186448dc" /><Relationship Type="http://schemas.openxmlformats.org/officeDocument/2006/relationships/slideLayout" Target="/ppt/slideLayouts/slideLayout11.xml" Id="R91f3d76f37a34f33" /><Relationship Type="http://schemas.openxmlformats.org/officeDocument/2006/relationships/slideLayout" Target="/ppt/slideLayouts/slideLayout12.xml" Id="Rce5c7c97a9d84d20"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1158850618fa47fd" /><Relationship Type="http://schemas.openxmlformats.org/officeDocument/2006/relationships/slideLayout" Target="/ppt/slideLayouts/slideLayout13.xml" Id="Ra70183c7345144c6" /><Relationship Type="http://schemas.openxmlformats.org/officeDocument/2006/relationships/slideLayout" Target="/ppt/slideLayouts/slideLayout14.xml" Id="R0a3a8a4e55394008" /><Relationship Type="http://schemas.openxmlformats.org/officeDocument/2006/relationships/slideLayout" Target="/ppt/slideLayouts/slideLayout15.xml" Id="R5450462048994e5f" /><Relationship Type="http://schemas.openxmlformats.org/officeDocument/2006/relationships/slideLayout" Target="/ppt/slideLayouts/slideLayout16.xml" Id="R6f6dcef8e16c41d5" /><Relationship Type="http://schemas.openxmlformats.org/officeDocument/2006/relationships/slideLayout" Target="/ppt/slideLayouts/slideLayout17.xml" Id="R5b6aec8fcc8f4abd" /><Relationship Type="http://schemas.openxmlformats.org/officeDocument/2006/relationships/slideLayout" Target="/ppt/slideLayouts/slideLayout18.xml" Id="Re2c06e11caf64bbf"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4fa41da963d24d21" /><Relationship Type="http://schemas.openxmlformats.org/officeDocument/2006/relationships/slideLayout" Target="/ppt/slideLayouts/slideLayout19.xml" Id="R5a0253196cc64e51" /><Relationship Type="http://schemas.openxmlformats.org/officeDocument/2006/relationships/slideLayout" Target="/ppt/slideLayouts/slideLayout20.xml" Id="R8e48d48aeaf64168" /><Relationship Type="http://schemas.openxmlformats.org/officeDocument/2006/relationships/slideLayout" Target="/ppt/slideLayouts/slideLayout21.xml" Id="R1df2a5582ceb4671" /><Relationship Type="http://schemas.openxmlformats.org/officeDocument/2006/relationships/slideLayout" Target="/ppt/slideLayouts/slideLayout22.xml" Id="R8c2101587f3b48ed" /><Relationship Type="http://schemas.openxmlformats.org/officeDocument/2006/relationships/slideLayout" Target="/ppt/slideLayouts/slideLayout23.xml" Id="Rf60582e30a5a4ab2" /><Relationship Type="http://schemas.openxmlformats.org/officeDocument/2006/relationships/slideLayout" Target="/ppt/slideLayouts/slideLayout24.xml" Id="Re07ad47efdf244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8981a8fc1f43c6"/>
    <p:sldLayoutId xmlns:r="http://schemas.openxmlformats.org/officeDocument/2006/relationships" id="2147483650" r:id="R418ebd0759d44887"/>
    <p:sldLayoutId xmlns:r="http://schemas.openxmlformats.org/officeDocument/2006/relationships" id="2147483651" r:id="Rdd24fb339e7b47fd"/>
    <p:sldLayoutId xmlns:r="http://schemas.openxmlformats.org/officeDocument/2006/relationships" id="2147483652" r:id="Rc18a7896d0554ef5"/>
    <p:sldLayoutId xmlns:r="http://schemas.openxmlformats.org/officeDocument/2006/relationships" id="2147483653" r:id="Rea0c8e2835b54a0d"/>
    <p:sldLayoutId xmlns:r="http://schemas.openxmlformats.org/officeDocument/2006/relationships" id="2147483654" r:id="R1a83838850ad4a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6b7fd4b960524dd1"/>
    <p:sldLayoutId xmlns:r="http://schemas.openxmlformats.org/officeDocument/2006/relationships" id="2147483657" r:id="R427ffa40ded14191"/>
    <p:sldLayoutId xmlns:r="http://schemas.openxmlformats.org/officeDocument/2006/relationships" id="2147483658" r:id="R7a8762f4bbc74629"/>
    <p:sldLayoutId xmlns:r="http://schemas.openxmlformats.org/officeDocument/2006/relationships" id="2147483659" r:id="Rd98730e1186448dc"/>
    <p:sldLayoutId xmlns:r="http://schemas.openxmlformats.org/officeDocument/2006/relationships" id="2147483660" r:id="R91f3d76f37a34f33"/>
    <p:sldLayoutId xmlns:r="http://schemas.openxmlformats.org/officeDocument/2006/relationships" id="2147483661" r:id="Rce5c7c97a9d84d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3" r:id="Ra70183c7345144c6"/>
    <p:sldLayoutId xmlns:r="http://schemas.openxmlformats.org/officeDocument/2006/relationships" id="2147483664" r:id="R0a3a8a4e55394008"/>
    <p:sldLayoutId xmlns:r="http://schemas.openxmlformats.org/officeDocument/2006/relationships" id="2147483665" r:id="R5450462048994e5f"/>
    <p:sldLayoutId xmlns:r="http://schemas.openxmlformats.org/officeDocument/2006/relationships" id="2147483666" r:id="R6f6dcef8e16c41d5"/>
    <p:sldLayoutId xmlns:r="http://schemas.openxmlformats.org/officeDocument/2006/relationships" id="2147483667" r:id="R5b6aec8fcc8f4abd"/>
    <p:sldLayoutId xmlns:r="http://schemas.openxmlformats.org/officeDocument/2006/relationships" id="2147483668" r:id="Re2c06e11caf64b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4.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0" r:id="R5a0253196cc64e51"/>
    <p:sldLayoutId xmlns:r="http://schemas.openxmlformats.org/officeDocument/2006/relationships" id="2147483671" r:id="R8e48d48aeaf64168"/>
    <p:sldLayoutId xmlns:r="http://schemas.openxmlformats.org/officeDocument/2006/relationships" id="2147483672" r:id="R1df2a5582ceb4671"/>
    <p:sldLayoutId xmlns:r="http://schemas.openxmlformats.org/officeDocument/2006/relationships" id="2147483673" r:id="R8c2101587f3b48ed"/>
    <p:sldLayoutId xmlns:r="http://schemas.openxmlformats.org/officeDocument/2006/relationships" id="2147483674" r:id="Rf60582e30a5a4ab2"/>
    <p:sldLayoutId xmlns:r="http://schemas.openxmlformats.org/officeDocument/2006/relationships" id="2147483675" r:id="Re07ad47efdf244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62fc688978f4e33" /><Relationship Type="http://schemas.openxmlformats.org/officeDocument/2006/relationships/notesSlide" Target="/ppt/notesSlides/notesSlide1.xml" Id="R56c13f2009f242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aafd9e02fd4968" /><Relationship Type="http://schemas.openxmlformats.org/officeDocument/2006/relationships/notesSlide" Target="/ppt/notesSlides/notesSlide2.xml" Id="Re5038f61196e42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1e4db63bad41b0" /><Relationship Type="http://schemas.openxmlformats.org/officeDocument/2006/relationships/notesSlide" Target="/ppt/notesSlides/notesSlide3.xml" Id="Rc1c88bd5813e49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82c1766df2846cf" /><Relationship Type="http://schemas.openxmlformats.org/officeDocument/2006/relationships/notesSlide" Target="/ppt/notesSlides/notesSlide4.xml" Id="Rd3f9e1044d0440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07bc0464cf9410d" /><Relationship Type="http://schemas.openxmlformats.org/officeDocument/2006/relationships/notesSlide" Target="/ppt/notesSlides/notesSlide5.xml" Id="R9d0dada75bc549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ee38958846f4d18" /><Relationship Type="http://schemas.openxmlformats.org/officeDocument/2006/relationships/notesSlide" Target="/ppt/notesSlides/notesSlide6.xml" Id="R8a659b1aa23545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17e42e06eb54ef6" /><Relationship Type="http://schemas.openxmlformats.org/officeDocument/2006/relationships/notesSlide" Target="/ppt/notesSlides/notesSlide7.xml" Id="Rf9df789d4ba641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7eb020bc85f4db4" /><Relationship Type="http://schemas.openxmlformats.org/officeDocument/2006/relationships/notesSlide" Target="/ppt/notesSlides/notesSlide8.xml" Id="Re96d1eee594440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51a14c1d4d740a1" /><Relationship Type="http://schemas.openxmlformats.org/officeDocument/2006/relationships/notesSlide" Target="/ppt/notesSlides/notesSlide9.xml" Id="R94f4e7134dcc42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2300ff43bd84136" /><Relationship Type="http://schemas.openxmlformats.org/officeDocument/2006/relationships/notesSlide" Target="/ppt/notesSlides/notesSlide10.xml" Id="R332ef5c3ab4045a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7f03338dfe443bb" /><Relationship Type="http://schemas.openxmlformats.org/officeDocument/2006/relationships/notesSlide" Target="/ppt/notesSlides/notesSlide11.xml" Id="R2f21db13d9df45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442da4bc0f445dd" /><Relationship Type="http://schemas.openxmlformats.org/officeDocument/2006/relationships/notesSlide" Target="/ppt/notesSlides/notesSlide12.xml" Id="Re63e03656b144f2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5a2507f6112469f" /><Relationship Type="http://schemas.openxmlformats.org/officeDocument/2006/relationships/notesSlide" Target="/ppt/notesSlides/notesSlide13.xml" Id="Rca8a9485a84d48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6b8d60853e34b66" /><Relationship Type="http://schemas.openxmlformats.org/officeDocument/2006/relationships/notesSlide" Target="/ppt/notesSlides/notesSlide14.xml" Id="R3df151ad0661432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56445aa078547df" /><Relationship Type="http://schemas.openxmlformats.org/officeDocument/2006/relationships/notesSlide" Target="/ppt/notesSlides/notesSlide15.xml" Id="R7721441af380486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d9a952cb4614224" /><Relationship Type="http://schemas.openxmlformats.org/officeDocument/2006/relationships/notesSlide" Target="/ppt/notesSlides/notesSlide16.xml" Id="R16d590ab60ea473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f56181fc26145ca" /><Relationship Type="http://schemas.openxmlformats.org/officeDocument/2006/relationships/notesSlide" Target="/ppt/notesSlides/notesSlide17.xml" Id="R61a60b50adc8498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4.xml" Id="R6e0572d826774859" /><Relationship Type="http://schemas.openxmlformats.org/officeDocument/2006/relationships/notesSlide" Target="/ppt/notesSlides/notesSlide18.xml" Id="Rd3c7b6ac9147497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4.xml" Id="R31691e3b36ec46a3" /><Relationship Type="http://schemas.openxmlformats.org/officeDocument/2006/relationships/notesSlide" Target="/ppt/notesSlides/notesSlide19.xml" Id="R851e5a461be643e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4.xml" Id="Rd12ef2781f0f4d8d" /><Relationship Type="http://schemas.openxmlformats.org/officeDocument/2006/relationships/notesSlide" Target="/ppt/notesSlides/notesSlide20.xml" Id="R340c730b2f98466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4.xml" Id="Rb777c18caf9d4c2f" /><Relationship Type="http://schemas.openxmlformats.org/officeDocument/2006/relationships/notesSlide" Target="/ppt/notesSlides/notesSlide21.xml" Id="R259f1d7da8fd444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4.xml" Id="R91a6eed12df64f08" /><Relationship Type="http://schemas.openxmlformats.org/officeDocument/2006/relationships/notesSlide" Target="/ppt/notesSlides/notesSlide22.xml" Id="R743d9af07bdd43a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4.xml" Id="Rf06746211cd54871" /><Relationship Type="http://schemas.openxmlformats.org/officeDocument/2006/relationships/notesSlide" Target="/ppt/notesSlides/notesSlide23.xml" Id="Rc758a3f009bc418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4.xml" Id="Rff61cf77fb7b45d6" /><Relationship Type="http://schemas.openxmlformats.org/officeDocument/2006/relationships/notesSlide" Target="/ppt/notesSlides/notesSlide24.xml" Id="R5c77862b47dc472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4.xml" Id="Rb33dee569b7447e2" /><Relationship Type="http://schemas.openxmlformats.org/officeDocument/2006/relationships/notesSlide" Target="/ppt/notesSlides/notesSlide25.xml" Id="R1290181151b0492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4.xml" Id="R3424f18d802e42bd" /><Relationship Type="http://schemas.openxmlformats.org/officeDocument/2006/relationships/notesSlide" Target="/ppt/notesSlides/notesSlide26.xml" Id="R8633a4588ad9402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4.xml" Id="R9a4dab8d81e54c7c" /><Relationship Type="http://schemas.openxmlformats.org/officeDocument/2006/relationships/notesSlide" Target="/ppt/notesSlides/notesSlide27.xml" Id="R772ba091dea84d7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4.xml" Id="R3ac6b3aeda1142d5" /><Relationship Type="http://schemas.openxmlformats.org/officeDocument/2006/relationships/notesSlide" Target="/ppt/notesSlides/notesSlide28.xml" Id="R99eb5bf71d5d45e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4.xml" Id="Rbb82a6a659c045d5" /><Relationship Type="http://schemas.openxmlformats.org/officeDocument/2006/relationships/notesSlide" Target="/ppt/notesSlides/notesSlide29.xml" Id="R366f47ff87384fe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4.xml" Id="Rdfbc68a6c88f4160" /><Relationship Type="http://schemas.openxmlformats.org/officeDocument/2006/relationships/notesSlide" Target="/ppt/notesSlides/notesSlide30.xml" Id="Ra82a74981fd24c16" /></Relationships>
</file>

<file path=ppt/slides/slide1.xml><?xml version="1.0" encoding="utf-8"?>
<p:sld xmlns:p="http://schemas.openxmlformats.org/presentationml/2006/main">
  <p:cSld>
    <p:bg>
      <p:bgPr>
        <a:solidFill xmlns:a="http://schemas.openxmlformats.org/drawingml/2006/main">
          <a:srgbClr val="07182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060870-AE29-4F59-B70F-A9942F512828}"/>
              </a:ext>
            </a:extLst>
          </p:cNvPr>
          <p:cNvSpPr>
            <a:spLocks xmlns:a="http://schemas.openxmlformats.org/drawingml/2006/main" noGrp="1"/>
          </p:cNvSpPr>
          <p:nvPr/>
        </p:nvSpPr>
        <p:spPr>
          <a:xfrm xmlns:a="http://schemas.openxmlformats.org/drawingml/2006/main">
            <a:off x="571500" y="285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8DE5CA"/>
                </a:solidFill>
                <a:latin typeface="Noto Sans KR"/>
                <a:ea typeface="Noto Sans KR"/>
                <a:cs typeface="Noto Sans KR"/>
              </a:defRPr>
            </a:defPPr>
            <a:lvl1pPr>
              <a:buNone/>
              <a:defRPr sz="900" b="1">
                <a:solidFill>
                  <a:srgbClr val="8DE5CA"/>
                </a:solidFill>
                <a:latin typeface="Noto Sans KR"/>
                <a:ea typeface="Noto Sans KR"/>
                <a:cs typeface="Noto Sans KR"/>
              </a:defRPr>
            </a:lvl1pPr>
            <a:lvl2pPr>
              <a:buNone/>
              <a:defRPr sz="900" b="1">
                <a:solidFill>
                  <a:srgbClr val="8DE5CA"/>
                </a:solidFill>
                <a:latin typeface="Noto Sans KR"/>
                <a:ea typeface="Noto Sans KR"/>
                <a:cs typeface="Noto Sans KR"/>
              </a:defRPr>
            </a:lvl2pPr>
            <a:lvl3pPr>
              <a:buNone/>
              <a:defRPr sz="900" b="1">
                <a:solidFill>
                  <a:srgbClr val="8DE5CA"/>
                </a:solidFill>
                <a:latin typeface="Noto Sans KR"/>
                <a:ea typeface="Noto Sans KR"/>
                <a:cs typeface="Noto Sans KR"/>
              </a:defRPr>
            </a:lvl3pPr>
            <a:lvl4pPr>
              <a:buNone/>
              <a:defRPr sz="900" b="1">
                <a:solidFill>
                  <a:srgbClr val="8DE5CA"/>
                </a:solidFill>
                <a:latin typeface="Noto Sans KR"/>
                <a:ea typeface="Noto Sans KR"/>
                <a:cs typeface="Noto Sans KR"/>
              </a:defRPr>
            </a:lvl4pPr>
            <a:lvl5pPr>
              <a:buNone/>
              <a:defRPr sz="900" b="1">
                <a:solidFill>
                  <a:srgbClr val="8DE5CA"/>
                </a:solidFill>
                <a:latin typeface="Noto Sans KR"/>
                <a:ea typeface="Noto Sans KR"/>
                <a:cs typeface="Noto Sans KR"/>
              </a:defRPr>
            </a:lvl5pPr>
            <a:lvl6pPr>
              <a:buNone/>
              <a:defRPr sz="900" b="1">
                <a:solidFill>
                  <a:srgbClr val="8DE5CA"/>
                </a:solidFill>
                <a:latin typeface="Noto Sans KR"/>
                <a:ea typeface="Noto Sans KR"/>
                <a:cs typeface="Noto Sans KR"/>
              </a:defRPr>
            </a:lvl6pPr>
            <a:lvl7pPr>
              <a:buNone/>
              <a:defRPr sz="900" b="1">
                <a:solidFill>
                  <a:srgbClr val="8DE5CA"/>
                </a:solidFill>
                <a:latin typeface="Noto Sans KR"/>
                <a:ea typeface="Noto Sans KR"/>
                <a:cs typeface="Noto Sans KR"/>
              </a:defRPr>
            </a:lvl7pPr>
            <a:lvl8pPr>
              <a:buNone/>
              <a:defRPr sz="900" b="1">
                <a:solidFill>
                  <a:srgbClr val="8DE5CA"/>
                </a:solidFill>
                <a:latin typeface="Noto Sans KR"/>
                <a:ea typeface="Noto Sans KR"/>
                <a:cs typeface="Noto Sans KR"/>
              </a:defRPr>
            </a:lvl8pPr>
            <a:lvl9pPr>
              <a:buNone/>
              <a:defRPr sz="900" b="1">
                <a:solidFill>
                  <a:srgbClr val="8DE5CA"/>
                </a:solidFill>
                <a:latin typeface="Noto Sans KR"/>
                <a:ea typeface="Noto Sans KR"/>
                <a:cs typeface="Noto Sans KR"/>
              </a:defRPr>
            </a:lvl9pPr>
          </a:lstStyle>
          <a:p xmlns:a="http://schemas.openxmlformats.org/drawingml/2006/main">
            <a:pPr>
              <a:buNone/>
              <a:defRPr sz="900" b="1">
                <a:solidFill>
                  <a:srgbClr val="8DE5CA"/>
                </a:solidFill>
                <a:latin typeface="Noto Sans KR"/>
                <a:ea typeface="Noto Sans KR"/>
                <a:cs typeface="Noto Sans KR"/>
              </a:defRPr>
            </a:pPr>
            <a:r>
              <a:rPr sz="900" b="1">
                <a:solidFill>
                  <a:srgbClr val="8DE5CA"/>
                </a:solidFill>
                <a:latin typeface="Noto Sans KR"/>
                <a:ea typeface="Noto Sans KR"/>
                <a:cs typeface="Noto Sans KR"/>
              </a:rPr>
              <a:t>TECHNICAL SEMINAR / EASY GUIDE</a:t>
            </a:r>
          </a:p>
        </p:txBody>
      </p:sp>
      <p:sp>
        <p:nvSpPr>
          <p:cNvPr id="2" name="">
            <a:extLst xmlns:a="http://schemas.openxmlformats.org/drawingml/2006/main">
              <a:ext uri="{FF2B5EF4-FFF2-40B4-BE49-F238E27FC236}">
                <a16:creationId xmlns:a16="http://schemas.microsoft.com/office/drawing/2014/main" id="{14686A0E-BEF3-43A8-8D56-EBE1EDD2F0E0}"/>
              </a:ext>
            </a:extLst>
          </p:cNvPr>
          <p:cNvSpPr>
            <a:spLocks xmlns:a="http://schemas.openxmlformats.org/drawingml/2006/main" noGrp="1"/>
          </p:cNvSpPr>
          <p:nvPr/>
        </p:nvSpPr>
        <p:spPr>
          <a:xfrm xmlns:a="http://schemas.openxmlformats.org/drawingml/2006/main">
            <a:off x="571500" y="7620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EAF5F3"/>
                </a:solidFill>
                <a:latin typeface="Noto Sans KR"/>
                <a:ea typeface="Noto Sans KR"/>
                <a:cs typeface="Noto Sans KR"/>
              </a:defRPr>
            </a:defPPr>
            <a:lvl1pPr>
              <a:buNone/>
              <a:defRPr sz="2850" b="1">
                <a:solidFill>
                  <a:srgbClr val="EAF5F3"/>
                </a:solidFill>
                <a:latin typeface="Noto Sans KR"/>
                <a:ea typeface="Noto Sans KR"/>
                <a:cs typeface="Noto Sans KR"/>
              </a:defRPr>
            </a:lvl1pPr>
            <a:lvl2pPr>
              <a:buNone/>
              <a:defRPr sz="2850" b="1">
                <a:solidFill>
                  <a:srgbClr val="EAF5F3"/>
                </a:solidFill>
                <a:latin typeface="Noto Sans KR"/>
                <a:ea typeface="Noto Sans KR"/>
                <a:cs typeface="Noto Sans KR"/>
              </a:defRPr>
            </a:lvl2pPr>
            <a:lvl3pPr>
              <a:buNone/>
              <a:defRPr sz="2850" b="1">
                <a:solidFill>
                  <a:srgbClr val="EAF5F3"/>
                </a:solidFill>
                <a:latin typeface="Noto Sans KR"/>
                <a:ea typeface="Noto Sans KR"/>
                <a:cs typeface="Noto Sans KR"/>
              </a:defRPr>
            </a:lvl3pPr>
            <a:lvl4pPr>
              <a:buNone/>
              <a:defRPr sz="2850" b="1">
                <a:solidFill>
                  <a:srgbClr val="EAF5F3"/>
                </a:solidFill>
                <a:latin typeface="Noto Sans KR"/>
                <a:ea typeface="Noto Sans KR"/>
                <a:cs typeface="Noto Sans KR"/>
              </a:defRPr>
            </a:lvl4pPr>
            <a:lvl5pPr>
              <a:buNone/>
              <a:defRPr sz="2850" b="1">
                <a:solidFill>
                  <a:srgbClr val="EAF5F3"/>
                </a:solidFill>
                <a:latin typeface="Noto Sans KR"/>
                <a:ea typeface="Noto Sans KR"/>
                <a:cs typeface="Noto Sans KR"/>
              </a:defRPr>
            </a:lvl5pPr>
            <a:lvl6pPr>
              <a:buNone/>
              <a:defRPr sz="2850" b="1">
                <a:solidFill>
                  <a:srgbClr val="EAF5F3"/>
                </a:solidFill>
                <a:latin typeface="Noto Sans KR"/>
                <a:ea typeface="Noto Sans KR"/>
                <a:cs typeface="Noto Sans KR"/>
              </a:defRPr>
            </a:lvl6pPr>
            <a:lvl7pPr>
              <a:buNone/>
              <a:defRPr sz="2850" b="1">
                <a:solidFill>
                  <a:srgbClr val="EAF5F3"/>
                </a:solidFill>
                <a:latin typeface="Noto Sans KR"/>
                <a:ea typeface="Noto Sans KR"/>
                <a:cs typeface="Noto Sans KR"/>
              </a:defRPr>
            </a:lvl7pPr>
            <a:lvl8pPr>
              <a:buNone/>
              <a:defRPr sz="2850" b="1">
                <a:solidFill>
                  <a:srgbClr val="EAF5F3"/>
                </a:solidFill>
                <a:latin typeface="Noto Sans KR"/>
                <a:ea typeface="Noto Sans KR"/>
                <a:cs typeface="Noto Sans KR"/>
              </a:defRPr>
            </a:lvl8pPr>
            <a:lvl9pPr>
              <a:buNone/>
              <a:defRPr sz="2850" b="1">
                <a:solidFill>
                  <a:srgbClr val="EAF5F3"/>
                </a:solidFill>
                <a:latin typeface="Noto Sans KR"/>
                <a:ea typeface="Noto Sans KR"/>
                <a:cs typeface="Noto Sans KR"/>
              </a:defRPr>
            </a:lvl9pPr>
          </a:lstStyle>
          <a:p xmlns:a="http://schemas.openxmlformats.org/drawingml/2006/main">
            <a:pPr>
              <a:buNone/>
              <a:defRPr sz="2850" b="1">
                <a:solidFill>
                  <a:srgbClr val="EAF5F3"/>
                </a:solidFill>
                <a:latin typeface="Noto Sans KR"/>
                <a:ea typeface="Noto Sans KR"/>
                <a:cs typeface="Noto Sans KR"/>
              </a:defRPr>
            </a:pPr>
            <a:r>
              <a:rPr sz="2850" b="1">
                <a:solidFill>
                  <a:srgbClr val="EAF5F3"/>
                </a:solidFill>
                <a:latin typeface="Noto Sans KR"/>
                <a:ea typeface="Noto Sans KR"/>
                <a:cs typeface="Noto Sans KR"/>
              </a:rPr>
              <a:t>온톨로지와 GraphRAG</a:t>
            </a:r>
          </a:p>
        </p:txBody>
      </p:sp>
      <p:sp>
        <p:nvSpPr>
          <p:cNvPr id="3" name="">
            <a:extLst xmlns:a="http://schemas.openxmlformats.org/drawingml/2006/main">
              <a:ext uri="{FF2B5EF4-FFF2-40B4-BE49-F238E27FC236}">
                <a16:creationId xmlns:a16="http://schemas.microsoft.com/office/drawing/2014/main" id="{39FC783F-C2FE-4307-881B-54C03F2CE3F1}"/>
              </a:ext>
            </a:extLst>
          </p:cNvPr>
          <p:cNvSpPr>
            <a:spLocks xmlns:a="http://schemas.openxmlformats.org/drawingml/2006/main" noGrp="1"/>
          </p:cNvSpPr>
          <p:nvPr/>
        </p:nvSpPr>
        <p:spPr>
          <a:xfrm xmlns:a="http://schemas.openxmlformats.org/drawingml/2006/main">
            <a:off x="11144250" y="642937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DE5CA"/>
                </a:solidFill>
                <a:latin typeface="Noto Sans KR"/>
                <a:ea typeface="Noto Sans KR"/>
                <a:cs typeface="Noto Sans KR"/>
              </a:defRPr>
            </a:defPPr>
            <a:lvl1pPr>
              <a:buNone/>
              <a:defRPr sz="1050" b="0">
                <a:solidFill>
                  <a:srgbClr val="8DE5CA"/>
                </a:solidFill>
                <a:latin typeface="Noto Sans KR"/>
                <a:ea typeface="Noto Sans KR"/>
                <a:cs typeface="Noto Sans KR"/>
              </a:defRPr>
            </a:lvl1pPr>
            <a:lvl2pPr>
              <a:buNone/>
              <a:defRPr sz="1050" b="0">
                <a:solidFill>
                  <a:srgbClr val="8DE5CA"/>
                </a:solidFill>
                <a:latin typeface="Noto Sans KR"/>
                <a:ea typeface="Noto Sans KR"/>
                <a:cs typeface="Noto Sans KR"/>
              </a:defRPr>
            </a:lvl2pPr>
            <a:lvl3pPr>
              <a:buNone/>
              <a:defRPr sz="1050" b="0">
                <a:solidFill>
                  <a:srgbClr val="8DE5CA"/>
                </a:solidFill>
                <a:latin typeface="Noto Sans KR"/>
                <a:ea typeface="Noto Sans KR"/>
                <a:cs typeface="Noto Sans KR"/>
              </a:defRPr>
            </a:lvl3pPr>
            <a:lvl4pPr>
              <a:buNone/>
              <a:defRPr sz="1050" b="0">
                <a:solidFill>
                  <a:srgbClr val="8DE5CA"/>
                </a:solidFill>
                <a:latin typeface="Noto Sans KR"/>
                <a:ea typeface="Noto Sans KR"/>
                <a:cs typeface="Noto Sans KR"/>
              </a:defRPr>
            </a:lvl4pPr>
            <a:lvl5pPr>
              <a:buNone/>
              <a:defRPr sz="1050" b="0">
                <a:solidFill>
                  <a:srgbClr val="8DE5CA"/>
                </a:solidFill>
                <a:latin typeface="Noto Sans KR"/>
                <a:ea typeface="Noto Sans KR"/>
                <a:cs typeface="Noto Sans KR"/>
              </a:defRPr>
            </a:lvl5pPr>
            <a:lvl6pPr>
              <a:buNone/>
              <a:defRPr sz="1050" b="0">
                <a:solidFill>
                  <a:srgbClr val="8DE5CA"/>
                </a:solidFill>
                <a:latin typeface="Noto Sans KR"/>
                <a:ea typeface="Noto Sans KR"/>
                <a:cs typeface="Noto Sans KR"/>
              </a:defRPr>
            </a:lvl6pPr>
            <a:lvl7pPr>
              <a:buNone/>
              <a:defRPr sz="1050" b="0">
                <a:solidFill>
                  <a:srgbClr val="8DE5CA"/>
                </a:solidFill>
                <a:latin typeface="Noto Sans KR"/>
                <a:ea typeface="Noto Sans KR"/>
                <a:cs typeface="Noto Sans KR"/>
              </a:defRPr>
            </a:lvl7pPr>
            <a:lvl8pPr>
              <a:buNone/>
              <a:defRPr sz="1050" b="0">
                <a:solidFill>
                  <a:srgbClr val="8DE5CA"/>
                </a:solidFill>
                <a:latin typeface="Noto Sans KR"/>
                <a:ea typeface="Noto Sans KR"/>
                <a:cs typeface="Noto Sans KR"/>
              </a:defRPr>
            </a:lvl8pPr>
            <a:lvl9pPr>
              <a:buNone/>
              <a:defRPr sz="1050" b="0">
                <a:solidFill>
                  <a:srgbClr val="8DE5CA"/>
                </a:solidFill>
                <a:latin typeface="Noto Sans KR"/>
                <a:ea typeface="Noto Sans KR"/>
                <a:cs typeface="Noto Sans KR"/>
              </a:defRPr>
            </a:lvl9pPr>
          </a:lstStyle>
          <a:p xmlns:a="http://schemas.openxmlformats.org/drawingml/2006/main">
            <a:pPr>
              <a:buNone/>
              <a:defRPr sz="1050" b="0">
                <a:solidFill>
                  <a:srgbClr val="8DE5CA"/>
                </a:solidFill>
                <a:latin typeface="Noto Sans KR"/>
                <a:ea typeface="Noto Sans KR"/>
                <a:cs typeface="Noto Sans KR"/>
              </a:defRPr>
            </a:pPr>
            <a:r>
              <a:rPr sz="1050" b="0">
                <a:solidFill>
                  <a:srgbClr val="8DE5CA"/>
                </a:solidFill>
                <a:latin typeface="Noto Sans KR"/>
                <a:ea typeface="Noto Sans KR"/>
                <a:cs typeface="Noto Sans KR"/>
              </a:rPr>
              <a:t>01</a:t>
            </a:r>
          </a:p>
        </p:txBody>
      </p:sp>
      <p:sp>
        <p:nvSpPr>
          <p:cNvPr id="4" name="">
            <a:extLst xmlns:a="http://schemas.openxmlformats.org/drawingml/2006/main">
              <a:ext uri="{FF2B5EF4-FFF2-40B4-BE49-F238E27FC236}">
                <a16:creationId xmlns:a16="http://schemas.microsoft.com/office/drawing/2014/main" id="{37CD9A53-79A6-4B34-B743-8BC3E3724E78}"/>
              </a:ext>
            </a:extLst>
          </p:cNvPr>
          <p:cNvSpPr>
            <a:spLocks xmlns:a="http://schemas.openxmlformats.org/drawingml/2006/main" noGrp="1"/>
          </p:cNvSpPr>
          <p:nvPr/>
        </p:nvSpPr>
        <p:spPr>
          <a:xfrm xmlns:a="http://schemas.openxmlformats.org/drawingml/2006/main">
            <a:off x="571500" y="2047875"/>
            <a:ext cx="7048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EAF5F3"/>
                </a:solidFill>
                <a:latin typeface="Noto Sans KR"/>
                <a:ea typeface="Noto Sans KR"/>
                <a:cs typeface="Noto Sans KR"/>
              </a:defRPr>
            </a:defPPr>
            <a:lvl1pPr>
              <a:buNone/>
              <a:defRPr sz="4050" b="1">
                <a:solidFill>
                  <a:srgbClr val="EAF5F3"/>
                </a:solidFill>
                <a:latin typeface="Noto Sans KR"/>
                <a:ea typeface="Noto Sans KR"/>
                <a:cs typeface="Noto Sans KR"/>
              </a:defRPr>
            </a:lvl1pPr>
            <a:lvl2pPr>
              <a:buNone/>
              <a:defRPr sz="4050" b="1">
                <a:solidFill>
                  <a:srgbClr val="EAF5F3"/>
                </a:solidFill>
                <a:latin typeface="Noto Sans KR"/>
                <a:ea typeface="Noto Sans KR"/>
                <a:cs typeface="Noto Sans KR"/>
              </a:defRPr>
            </a:lvl2pPr>
            <a:lvl3pPr>
              <a:buNone/>
              <a:defRPr sz="4050" b="1">
                <a:solidFill>
                  <a:srgbClr val="EAF5F3"/>
                </a:solidFill>
                <a:latin typeface="Noto Sans KR"/>
                <a:ea typeface="Noto Sans KR"/>
                <a:cs typeface="Noto Sans KR"/>
              </a:defRPr>
            </a:lvl3pPr>
            <a:lvl4pPr>
              <a:buNone/>
              <a:defRPr sz="4050" b="1">
                <a:solidFill>
                  <a:srgbClr val="EAF5F3"/>
                </a:solidFill>
                <a:latin typeface="Noto Sans KR"/>
                <a:ea typeface="Noto Sans KR"/>
                <a:cs typeface="Noto Sans KR"/>
              </a:defRPr>
            </a:lvl4pPr>
            <a:lvl5pPr>
              <a:buNone/>
              <a:defRPr sz="4050" b="1">
                <a:solidFill>
                  <a:srgbClr val="EAF5F3"/>
                </a:solidFill>
                <a:latin typeface="Noto Sans KR"/>
                <a:ea typeface="Noto Sans KR"/>
                <a:cs typeface="Noto Sans KR"/>
              </a:defRPr>
            </a:lvl5pPr>
            <a:lvl6pPr>
              <a:buNone/>
              <a:defRPr sz="4050" b="1">
                <a:solidFill>
                  <a:srgbClr val="EAF5F3"/>
                </a:solidFill>
                <a:latin typeface="Noto Sans KR"/>
                <a:ea typeface="Noto Sans KR"/>
                <a:cs typeface="Noto Sans KR"/>
              </a:defRPr>
            </a:lvl6pPr>
            <a:lvl7pPr>
              <a:buNone/>
              <a:defRPr sz="4050" b="1">
                <a:solidFill>
                  <a:srgbClr val="EAF5F3"/>
                </a:solidFill>
                <a:latin typeface="Noto Sans KR"/>
                <a:ea typeface="Noto Sans KR"/>
                <a:cs typeface="Noto Sans KR"/>
              </a:defRPr>
            </a:lvl7pPr>
            <a:lvl8pPr>
              <a:buNone/>
              <a:defRPr sz="4050" b="1">
                <a:solidFill>
                  <a:srgbClr val="EAF5F3"/>
                </a:solidFill>
                <a:latin typeface="Noto Sans KR"/>
                <a:ea typeface="Noto Sans KR"/>
                <a:cs typeface="Noto Sans KR"/>
              </a:defRPr>
            </a:lvl8pPr>
            <a:lvl9pPr>
              <a:buNone/>
              <a:defRPr sz="4050" b="1">
                <a:solidFill>
                  <a:srgbClr val="EAF5F3"/>
                </a:solidFill>
                <a:latin typeface="Noto Sans KR"/>
                <a:ea typeface="Noto Sans KR"/>
                <a:cs typeface="Noto Sans KR"/>
              </a:defRPr>
            </a:lvl9pPr>
          </a:lstStyle>
          <a:p xmlns:a="http://schemas.openxmlformats.org/drawingml/2006/main">
            <a:pPr>
              <a:buNone/>
              <a:defRPr sz="4050" b="1">
                <a:solidFill>
                  <a:srgbClr val="EAF5F3"/>
                </a:solidFill>
                <a:latin typeface="Noto Sans KR"/>
                <a:ea typeface="Noto Sans KR"/>
                <a:cs typeface="Noto Sans KR"/>
              </a:defRPr>
            </a:pPr>
            <a:r>
              <a:rPr sz="4050" b="1">
                <a:solidFill>
                  <a:srgbClr val="EAF5F3"/>
                </a:solidFill>
                <a:latin typeface="Noto Sans KR"/>
                <a:ea typeface="Noto Sans KR"/>
                <a:cs typeface="Noto Sans KR"/>
              </a:rPr>
              <a:t>업무의 연결을 정리하고</a:t>
            </a:r>
          </a:p>
          <a:p xmlns:a="http://schemas.openxmlformats.org/drawingml/2006/main">
            <a:pPr>
              <a:buNone/>
              <a:defRPr sz="4050" b="1">
                <a:solidFill>
                  <a:srgbClr val="EAF5F3"/>
                </a:solidFill>
                <a:latin typeface="Noto Sans KR"/>
                <a:ea typeface="Noto Sans KR"/>
                <a:cs typeface="Noto Sans KR"/>
              </a:defRPr>
            </a:pPr>
            <a:r>
              <a:rPr sz="4050" b="1">
                <a:solidFill>
                  <a:srgbClr val="EAF5F3"/>
                </a:solidFill>
                <a:latin typeface="Noto Sans KR"/>
                <a:ea typeface="Noto Sans KR"/>
                <a:cs typeface="Noto Sans KR"/>
              </a:rPr>
              <a:t>필요한 근거를 찾기</a:t>
            </a:r>
          </a:p>
        </p:txBody>
      </p:sp>
      <p:sp>
        <p:nvSpPr>
          <p:cNvPr id="5" name="">
            <a:extLst xmlns:a="http://schemas.openxmlformats.org/drawingml/2006/main">
              <a:ext uri="{FF2B5EF4-FFF2-40B4-BE49-F238E27FC236}">
                <a16:creationId xmlns:a16="http://schemas.microsoft.com/office/drawing/2014/main" id="{87B1EF22-DFE6-4C7F-8775-C076E22AEF3F}"/>
              </a:ext>
            </a:extLst>
          </p:cNvPr>
          <p:cNvSpPr>
            <a:spLocks xmlns:a="http://schemas.openxmlformats.org/drawingml/2006/main" noGrp="1"/>
          </p:cNvSpPr>
          <p:nvPr/>
        </p:nvSpPr>
        <p:spPr>
          <a:xfrm xmlns:a="http://schemas.openxmlformats.org/drawingml/2006/main">
            <a:off x="609600" y="4400550"/>
            <a:ext cx="704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8DE5CA"/>
                </a:solidFill>
                <a:latin typeface="Noto Sans KR"/>
                <a:ea typeface="Noto Sans KR"/>
                <a:cs typeface="Noto Sans KR"/>
              </a:defRPr>
            </a:defPPr>
            <a:lvl1pPr>
              <a:buNone/>
              <a:defRPr sz="1800" b="0">
                <a:solidFill>
                  <a:srgbClr val="8DE5CA"/>
                </a:solidFill>
                <a:latin typeface="Noto Sans KR"/>
                <a:ea typeface="Noto Sans KR"/>
                <a:cs typeface="Noto Sans KR"/>
              </a:defRPr>
            </a:lvl1pPr>
            <a:lvl2pPr>
              <a:buNone/>
              <a:defRPr sz="1800" b="0">
                <a:solidFill>
                  <a:srgbClr val="8DE5CA"/>
                </a:solidFill>
                <a:latin typeface="Noto Sans KR"/>
                <a:ea typeface="Noto Sans KR"/>
                <a:cs typeface="Noto Sans KR"/>
              </a:defRPr>
            </a:lvl2pPr>
            <a:lvl3pPr>
              <a:buNone/>
              <a:defRPr sz="1800" b="0">
                <a:solidFill>
                  <a:srgbClr val="8DE5CA"/>
                </a:solidFill>
                <a:latin typeface="Noto Sans KR"/>
                <a:ea typeface="Noto Sans KR"/>
                <a:cs typeface="Noto Sans KR"/>
              </a:defRPr>
            </a:lvl3pPr>
            <a:lvl4pPr>
              <a:buNone/>
              <a:defRPr sz="1800" b="0">
                <a:solidFill>
                  <a:srgbClr val="8DE5CA"/>
                </a:solidFill>
                <a:latin typeface="Noto Sans KR"/>
                <a:ea typeface="Noto Sans KR"/>
                <a:cs typeface="Noto Sans KR"/>
              </a:defRPr>
            </a:lvl4pPr>
            <a:lvl5pPr>
              <a:buNone/>
              <a:defRPr sz="1800" b="0">
                <a:solidFill>
                  <a:srgbClr val="8DE5CA"/>
                </a:solidFill>
                <a:latin typeface="Noto Sans KR"/>
                <a:ea typeface="Noto Sans KR"/>
                <a:cs typeface="Noto Sans KR"/>
              </a:defRPr>
            </a:lvl5pPr>
            <a:lvl6pPr>
              <a:buNone/>
              <a:defRPr sz="1800" b="0">
                <a:solidFill>
                  <a:srgbClr val="8DE5CA"/>
                </a:solidFill>
                <a:latin typeface="Noto Sans KR"/>
                <a:ea typeface="Noto Sans KR"/>
                <a:cs typeface="Noto Sans KR"/>
              </a:defRPr>
            </a:lvl6pPr>
            <a:lvl7pPr>
              <a:buNone/>
              <a:defRPr sz="1800" b="0">
                <a:solidFill>
                  <a:srgbClr val="8DE5CA"/>
                </a:solidFill>
                <a:latin typeface="Noto Sans KR"/>
                <a:ea typeface="Noto Sans KR"/>
                <a:cs typeface="Noto Sans KR"/>
              </a:defRPr>
            </a:lvl7pPr>
            <a:lvl8pPr>
              <a:buNone/>
              <a:defRPr sz="1800" b="0">
                <a:solidFill>
                  <a:srgbClr val="8DE5CA"/>
                </a:solidFill>
                <a:latin typeface="Noto Sans KR"/>
                <a:ea typeface="Noto Sans KR"/>
                <a:cs typeface="Noto Sans KR"/>
              </a:defRPr>
            </a:lvl8pPr>
            <a:lvl9pPr>
              <a:buNone/>
              <a:defRPr sz="1800" b="0">
                <a:solidFill>
                  <a:srgbClr val="8DE5CA"/>
                </a:solidFill>
                <a:latin typeface="Noto Sans KR"/>
                <a:ea typeface="Noto Sans KR"/>
                <a:cs typeface="Noto Sans KR"/>
              </a:defRPr>
            </a:lvl9pPr>
          </a:lstStyle>
          <a:p xmlns:a="http://schemas.openxmlformats.org/drawingml/2006/main">
            <a:pPr>
              <a:buNone/>
              <a:defRPr sz="1800" b="0">
                <a:solidFill>
                  <a:srgbClr val="8DE5CA"/>
                </a:solidFill>
                <a:latin typeface="Noto Sans KR"/>
                <a:ea typeface="Noto Sans KR"/>
                <a:cs typeface="Noto Sans KR"/>
              </a:defRPr>
            </a:pPr>
            <a:r>
              <a:rPr sz="1800" b="0">
                <a:solidFill>
                  <a:srgbClr val="8DE5CA"/>
                </a:solidFill>
                <a:latin typeface="Noto Sans KR"/>
                <a:ea typeface="Noto Sans KR"/>
                <a:cs typeface="Noto Sans KR"/>
              </a:rPr>
              <a:t>하나의 예제로 이해하는 온톨로지와 GraphRAG</a:t>
            </a:r>
          </a:p>
        </p:txBody>
      </p:sp>
    </p:spTree>
    <p:extLst>
      <p:ext uri="{BB962C8B-B14F-4D97-AF65-F5344CB8AC3E}">
        <p14:creationId xmlns:p14="http://schemas.microsoft.com/office/powerpoint/2010/main" val="1147136095"/>
      </p:ext>
    </p:extLst>
  </p:cSld>
</p:sld>
</file>

<file path=ppt/slides/slide2.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A9DC843C-5831-45FB-B5B3-EB214F9CAF2F}"/>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01 / 업무 의미와 규칙</a:t>
            </a:r>
          </a:p>
        </p:txBody>
      </p:sp>
      <p:sp>
        <p:nvSpPr>
          <p:cNvPr id="2" name="title">
            <a:extLst xmlns:a="http://schemas.openxmlformats.org/drawingml/2006/main">
              <a:ext uri="{FF2B5EF4-FFF2-40B4-BE49-F238E27FC236}">
                <a16:creationId xmlns:a16="http://schemas.microsoft.com/office/drawing/2014/main" id="{F15C1B24-A03B-4BCC-955E-290493E54516}"/>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오늘은 무엇을 배우나요?</a:t>
            </a:r>
          </a:p>
        </p:txBody>
      </p:sp>
      <p:sp>
        <p:nvSpPr>
          <p:cNvPr id="3" name="label-0">
            <a:extLst xmlns:a="http://schemas.openxmlformats.org/drawingml/2006/main">
              <a:ext uri="{FF2B5EF4-FFF2-40B4-BE49-F238E27FC236}">
                <a16:creationId xmlns:a16="http://schemas.microsoft.com/office/drawing/2014/main" id="{5184DD82-79AF-4AB4-968E-D598D7353312}"/>
              </a:ext>
            </a:extLst>
          </p:cNvPr>
          <p:cNvSpPr>
            <a:spLocks xmlns:a="http://schemas.openxmlformats.org/drawingml/2006/main" noGrp="1"/>
          </p:cNvSpPr>
          <p:nvPr/>
        </p:nvSpPr>
        <p:spPr>
          <a:xfrm xmlns:a="http://schemas.openxmlformats.org/drawingml/2006/main">
            <a:off x="609600" y="186690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업무를 정리하기</a:t>
            </a:r>
          </a:p>
        </p:txBody>
      </p:sp>
      <p:sp>
        <p:nvSpPr>
          <p:cNvPr id="4" name="body-0">
            <a:extLst xmlns:a="http://schemas.openxmlformats.org/drawingml/2006/main">
              <a:ext uri="{FF2B5EF4-FFF2-40B4-BE49-F238E27FC236}">
                <a16:creationId xmlns:a16="http://schemas.microsoft.com/office/drawing/2014/main" id="{718661FB-6536-4605-AE9A-DBE88530ABE6}"/>
              </a:ext>
            </a:extLst>
          </p:cNvPr>
          <p:cNvSpPr>
            <a:spLocks xmlns:a="http://schemas.openxmlformats.org/drawingml/2006/main" noGrp="1"/>
          </p:cNvSpPr>
          <p:nvPr/>
        </p:nvSpPr>
        <p:spPr>
          <a:xfrm xmlns:a="http://schemas.openxmlformats.org/drawingml/2006/main">
            <a:off x="3190875" y="1866900"/>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어떤 대상이 있고, 무엇과 연결되는지 정의합니다.</a:t>
            </a:r>
          </a:p>
        </p:txBody>
      </p:sp>
      <p:sp>
        <p:nvSpPr>
          <p:cNvPr id="5" name="label-1">
            <a:extLst xmlns:a="http://schemas.openxmlformats.org/drawingml/2006/main">
              <a:ext uri="{FF2B5EF4-FFF2-40B4-BE49-F238E27FC236}">
                <a16:creationId xmlns:a16="http://schemas.microsoft.com/office/drawing/2014/main" id="{7E44BAEC-0B19-4576-83E4-1FEB159CF5A0}"/>
              </a:ext>
            </a:extLst>
          </p:cNvPr>
          <p:cNvSpPr>
            <a:spLocks xmlns:a="http://schemas.openxmlformats.org/drawingml/2006/main" noGrp="1"/>
          </p:cNvSpPr>
          <p:nvPr/>
        </p:nvSpPr>
        <p:spPr>
          <a:xfrm xmlns:a="http://schemas.openxmlformats.org/drawingml/2006/main">
            <a:off x="609600" y="3133725"/>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직접 실행하기</a:t>
            </a:r>
          </a:p>
        </p:txBody>
      </p:sp>
      <p:sp>
        <p:nvSpPr>
          <p:cNvPr id="6" name="body-1">
            <a:extLst xmlns:a="http://schemas.openxmlformats.org/drawingml/2006/main">
              <a:ext uri="{FF2B5EF4-FFF2-40B4-BE49-F238E27FC236}">
                <a16:creationId xmlns:a16="http://schemas.microsoft.com/office/drawing/2014/main" id="{EC6B1179-9BD0-4C2C-A0B4-F3E3DA03D7C1}"/>
              </a:ext>
            </a:extLst>
          </p:cNvPr>
          <p:cNvSpPr>
            <a:spLocks xmlns:a="http://schemas.openxmlformats.org/drawingml/2006/main" noGrp="1"/>
          </p:cNvSpPr>
          <p:nvPr/>
        </p:nvSpPr>
        <p:spPr>
          <a:xfrm xmlns:a="http://schemas.openxmlformats.org/drawingml/2006/main">
            <a:off x="3190875" y="3133725"/>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규칙을 켜고 끄거나 데이터를 지워 결과를 확인합니다.</a:t>
            </a:r>
          </a:p>
        </p:txBody>
      </p:sp>
      <p:sp>
        <p:nvSpPr>
          <p:cNvPr id="7" name="label-2">
            <a:extLst xmlns:a="http://schemas.openxmlformats.org/drawingml/2006/main">
              <a:ext uri="{FF2B5EF4-FFF2-40B4-BE49-F238E27FC236}">
                <a16:creationId xmlns:a16="http://schemas.microsoft.com/office/drawing/2014/main" id="{617DDE0E-3A78-43C4-9E75-5A4A77C656CC}"/>
              </a:ext>
            </a:extLst>
          </p:cNvPr>
          <p:cNvSpPr>
            <a:spLocks xmlns:a="http://schemas.openxmlformats.org/drawingml/2006/main" noGrp="1"/>
          </p:cNvSpPr>
          <p:nvPr/>
        </p:nvSpPr>
        <p:spPr>
          <a:xfrm xmlns:a="http://schemas.openxmlformats.org/drawingml/2006/main">
            <a:off x="609600" y="440055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검색 방법 비교하기</a:t>
            </a:r>
          </a:p>
        </p:txBody>
      </p:sp>
      <p:sp>
        <p:nvSpPr>
          <p:cNvPr id="8" name="body-2">
            <a:extLst xmlns:a="http://schemas.openxmlformats.org/drawingml/2006/main">
              <a:ext uri="{FF2B5EF4-FFF2-40B4-BE49-F238E27FC236}">
                <a16:creationId xmlns:a16="http://schemas.microsoft.com/office/drawing/2014/main" id="{0BC4D4D3-ED7C-4359-87A7-E01EEECCFF9C}"/>
              </a:ext>
            </a:extLst>
          </p:cNvPr>
          <p:cNvSpPr>
            <a:spLocks xmlns:a="http://schemas.openxmlformats.org/drawingml/2006/main" noGrp="1"/>
          </p:cNvSpPr>
          <p:nvPr/>
        </p:nvSpPr>
        <p:spPr>
          <a:xfrm xmlns:a="http://schemas.openxmlformats.org/drawingml/2006/main">
            <a:off x="3190875" y="4400550"/>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GraphRAG마다 저장하고 찾는 대상이 어떻게 다른지 봅니다.</a:t>
            </a:r>
          </a:p>
        </p:txBody>
      </p:sp>
      <p:sp>
        <p:nvSpPr>
          <p:cNvPr id="9" name="page">
            <a:extLst xmlns:a="http://schemas.openxmlformats.org/drawingml/2006/main">
              <a:ext uri="{FF2B5EF4-FFF2-40B4-BE49-F238E27FC236}">
                <a16:creationId xmlns:a16="http://schemas.microsoft.com/office/drawing/2014/main" id="{6D8330DA-419E-41FA-B84D-C7A96BE8CBAC}"/>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02</a:t>
            </a:r>
          </a:p>
        </p:txBody>
      </p:sp>
      <p:sp>
        <p:nvSpPr>
          <p:cNvPr id="11" name="narrative-bridge">
            <a:extLst xmlns:a="http://schemas.openxmlformats.org/drawingml/2006/main">
              <a:ext uri="{FF2B5EF4-FFF2-40B4-BE49-F238E27FC236}">
                <a16:creationId xmlns:a16="http://schemas.microsoft.com/office/drawing/2014/main" id="{FE54DD37-FBA9-4803-9859-22B13DA3F81F}"/>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공통 예제: 날씨 정보가 끊겼을 때 점검할 대상을 찾아봅니다.</a:t>
            </a:r>
          </a:p>
        </p:txBody>
      </p:sp>
    </p:spTree>
    <p:extLst>
      <p:ext uri="{BB962C8B-B14F-4D97-AF65-F5344CB8AC3E}">
        <p14:creationId xmlns:p14="http://schemas.microsoft.com/office/powerpoint/2010/main" val="35290610"/>
      </p:ext>
    </p:extLst>
  </p:cSld>
</p:sld>
</file>

<file path=ppt/slides/slide3.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7B60BE8A-A9DC-427B-917A-336B8241474C}"/>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01 / 업무 의미와 규칙</a:t>
            </a:r>
          </a:p>
        </p:txBody>
      </p:sp>
      <p:sp>
        <p:nvSpPr>
          <p:cNvPr id="2" name="title">
            <a:extLst xmlns:a="http://schemas.openxmlformats.org/drawingml/2006/main">
              <a:ext uri="{FF2B5EF4-FFF2-40B4-BE49-F238E27FC236}">
                <a16:creationId xmlns:a16="http://schemas.microsoft.com/office/drawing/2014/main" id="{6C92CBE2-52D3-41CE-9907-E9E157C966E8}"/>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날씨 정보가 끊기면 무엇을 확인할까요?</a:t>
            </a:r>
          </a:p>
        </p:txBody>
      </p:sp>
      <p:sp>
        <p:nvSpPr>
          <p:cNvPr id="3" name="label-0">
            <a:extLst xmlns:a="http://schemas.openxmlformats.org/drawingml/2006/main">
              <a:ext uri="{FF2B5EF4-FFF2-40B4-BE49-F238E27FC236}">
                <a16:creationId xmlns:a16="http://schemas.microsoft.com/office/drawing/2014/main" id="{25529D8C-DCCE-426D-B011-EC5A752011D0}"/>
              </a:ext>
            </a:extLst>
          </p:cNvPr>
          <p:cNvSpPr>
            <a:spLocks xmlns:a="http://schemas.openxmlformats.org/drawingml/2006/main" noGrp="1"/>
          </p:cNvSpPr>
          <p:nvPr/>
        </p:nvSpPr>
        <p:spPr>
          <a:xfrm xmlns:a="http://schemas.openxmlformats.org/drawingml/2006/main">
            <a:off x="609600" y="186690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업무 상황</a:t>
            </a:r>
          </a:p>
        </p:txBody>
      </p:sp>
      <p:sp>
        <p:nvSpPr>
          <p:cNvPr id="4" name="body-0">
            <a:extLst xmlns:a="http://schemas.openxmlformats.org/drawingml/2006/main">
              <a:ext uri="{FF2B5EF4-FFF2-40B4-BE49-F238E27FC236}">
                <a16:creationId xmlns:a16="http://schemas.microsoft.com/office/drawing/2014/main" id="{AB44D5EE-9389-4FBC-A596-D25588FEDB11}"/>
              </a:ext>
            </a:extLst>
          </p:cNvPr>
          <p:cNvSpPr>
            <a:spLocks xmlns:a="http://schemas.openxmlformats.org/drawingml/2006/main" noGrp="1"/>
          </p:cNvSpPr>
          <p:nvPr/>
        </p:nvSpPr>
        <p:spPr>
          <a:xfrm xmlns:a="http://schemas.openxmlformats.org/drawingml/2006/main">
            <a:off x="3190875" y="1866900"/>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배차시스템은 도착예측모델을 쓰고, 모델은 날씨API를 씁니다.</a:t>
            </a:r>
          </a:p>
        </p:txBody>
      </p:sp>
      <p:sp>
        <p:nvSpPr>
          <p:cNvPr id="5" name="label-1">
            <a:extLst xmlns:a="http://schemas.openxmlformats.org/drawingml/2006/main">
              <a:ext uri="{FF2B5EF4-FFF2-40B4-BE49-F238E27FC236}">
                <a16:creationId xmlns:a16="http://schemas.microsoft.com/office/drawing/2014/main" id="{A0919E53-C543-4C30-845B-DFC7C967F162}"/>
              </a:ext>
            </a:extLst>
          </p:cNvPr>
          <p:cNvSpPr>
            <a:spLocks xmlns:a="http://schemas.openxmlformats.org/drawingml/2006/main" noGrp="1"/>
          </p:cNvSpPr>
          <p:nvPr/>
        </p:nvSpPr>
        <p:spPr>
          <a:xfrm xmlns:a="http://schemas.openxmlformats.org/drawingml/2006/main">
            <a:off x="609600" y="3133725"/>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찾고 싶은 답</a:t>
            </a:r>
          </a:p>
        </p:txBody>
      </p:sp>
      <p:sp>
        <p:nvSpPr>
          <p:cNvPr id="6" name="body-1">
            <a:extLst xmlns:a="http://schemas.openxmlformats.org/drawingml/2006/main">
              <a:ext uri="{FF2B5EF4-FFF2-40B4-BE49-F238E27FC236}">
                <a16:creationId xmlns:a16="http://schemas.microsoft.com/office/drawing/2014/main" id="{EAE0AED9-5CFE-4F7D-960D-F85D3499F2B3}"/>
              </a:ext>
            </a:extLst>
          </p:cNvPr>
          <p:cNvSpPr>
            <a:spLocks xmlns:a="http://schemas.openxmlformats.org/drawingml/2006/main" noGrp="1"/>
          </p:cNvSpPr>
          <p:nvPr/>
        </p:nvSpPr>
        <p:spPr>
          <a:xfrm xmlns:a="http://schemas.openxmlformats.org/drawingml/2006/main">
            <a:off x="3190875" y="3133725"/>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날씨API에 의존하는 시스템과 그 연결을 설명하는 문서입니다.</a:t>
            </a:r>
          </a:p>
        </p:txBody>
      </p:sp>
      <p:sp>
        <p:nvSpPr>
          <p:cNvPr id="7" name="label-2">
            <a:extLst xmlns:a="http://schemas.openxmlformats.org/drawingml/2006/main">
              <a:ext uri="{FF2B5EF4-FFF2-40B4-BE49-F238E27FC236}">
                <a16:creationId xmlns:a16="http://schemas.microsoft.com/office/drawing/2014/main" id="{875A4C50-9D2F-4688-9A6F-7EDFD842D33C}"/>
              </a:ext>
            </a:extLst>
          </p:cNvPr>
          <p:cNvSpPr>
            <a:spLocks xmlns:a="http://schemas.openxmlformats.org/drawingml/2006/main" noGrp="1"/>
          </p:cNvSpPr>
          <p:nvPr/>
        </p:nvSpPr>
        <p:spPr>
          <a:xfrm xmlns:a="http://schemas.openxmlformats.org/drawingml/2006/main">
            <a:off x="609600" y="440055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연결 방식</a:t>
            </a:r>
          </a:p>
        </p:txBody>
      </p:sp>
      <p:sp>
        <p:nvSpPr>
          <p:cNvPr id="8" name="body-2">
            <a:extLst xmlns:a="http://schemas.openxmlformats.org/drawingml/2006/main">
              <a:ext uri="{FF2B5EF4-FFF2-40B4-BE49-F238E27FC236}">
                <a16:creationId xmlns:a16="http://schemas.microsoft.com/office/drawing/2014/main" id="{311050F4-9010-4120-B37C-433CCC86BDE4}"/>
              </a:ext>
            </a:extLst>
          </p:cNvPr>
          <p:cNvSpPr>
            <a:spLocks xmlns:a="http://schemas.openxmlformats.org/drawingml/2006/main" noGrp="1"/>
          </p:cNvSpPr>
          <p:nvPr/>
        </p:nvSpPr>
        <p:spPr>
          <a:xfrm xmlns:a="http://schemas.openxmlformats.org/drawingml/2006/main">
            <a:off x="3190875" y="4400550"/>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회사가 쓰는 시스템을 이름 문자열이 아닌 실제 개체로 연결합니다.</a:t>
            </a:r>
          </a:p>
        </p:txBody>
      </p:sp>
      <p:sp>
        <p:nvSpPr>
          <p:cNvPr id="9" name="page">
            <a:extLst xmlns:a="http://schemas.openxmlformats.org/drawingml/2006/main">
              <a:ext uri="{FF2B5EF4-FFF2-40B4-BE49-F238E27FC236}">
                <a16:creationId xmlns:a16="http://schemas.microsoft.com/office/drawing/2014/main" id="{D713C2DF-2E21-4537-920E-C9F8BC4D6251}"/>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03</a:t>
            </a:r>
          </a:p>
        </p:txBody>
      </p:sp>
      <p:sp>
        <p:nvSpPr>
          <p:cNvPr id="11" name="narrative-bridge">
            <a:extLst xmlns:a="http://schemas.openxmlformats.org/drawingml/2006/main">
              <a:ext uri="{FF2B5EF4-FFF2-40B4-BE49-F238E27FC236}">
                <a16:creationId xmlns:a16="http://schemas.microsoft.com/office/drawing/2014/main" id="{8250C935-A398-4492-97E2-CCBE2D7B3F5E}"/>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이 연결을 함께 읽으려면 대상과 관계의 의미부터 맞춰야 합니다.</a:t>
            </a:r>
          </a:p>
        </p:txBody>
      </p:sp>
    </p:spTree>
    <p:extLst>
      <p:ext uri="{BB962C8B-B14F-4D97-AF65-F5344CB8AC3E}">
        <p14:creationId xmlns:p14="http://schemas.microsoft.com/office/powerpoint/2010/main" val="1531488739"/>
      </p:ext>
    </p:extLst>
  </p:cSld>
</p:sld>
</file>

<file path=ppt/slides/slide4.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5" name="section">
            <a:extLst xmlns:a="http://schemas.openxmlformats.org/drawingml/2006/main">
              <a:ext uri="{FF2B5EF4-FFF2-40B4-BE49-F238E27FC236}">
                <a16:creationId xmlns:a16="http://schemas.microsoft.com/office/drawing/2014/main" id="{1ED48877-2835-43F3-98FF-D5C3E62F76A6}"/>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01 / 업무 의미와 규칙</a:t>
            </a:r>
          </a:p>
        </p:txBody>
      </p:sp>
      <p:sp>
        <p:nvSpPr>
          <p:cNvPr id="2" name="title">
            <a:extLst xmlns:a="http://schemas.openxmlformats.org/drawingml/2006/main">
              <a:ext uri="{FF2B5EF4-FFF2-40B4-BE49-F238E27FC236}">
                <a16:creationId xmlns:a16="http://schemas.microsoft.com/office/drawing/2014/main" id="{FC24171B-D351-44BD-B044-F1ECF9AA76EF}"/>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정보를 정리하는 네 가지 방식</a:t>
            </a:r>
          </a:p>
        </p:txBody>
      </p:sp>
      <p:graphicFrame>
        <p:nvGraphicFramePr>
          <p:cNvPr id="3" name="">
            <a:extLst xmlns:a="http://schemas.openxmlformats.org/drawingml/2006/main">
              <a:ext uri="{FF2B5EF4-FFF2-40B4-BE49-F238E27FC236}">
                <a16:creationId xmlns:a16="http://schemas.microsoft.com/office/drawing/2014/main" id="{08F5C6FF-0AEF-46C3-88FC-98DE2F95F285}"/>
              </a:ext>
            </a:extLst>
          </p:cNvPr>
          <p:cNvGraphicFramePr/>
          <p:nvPr/>
        </p:nvGraphicFramePr>
        <p:xfrm>
          <a:off xmlns:a="http://schemas.openxmlformats.org/drawingml/2006/main" x="609600" y="1866900"/>
          <a:ext xmlns:a="http://schemas.openxmlformats.org/drawingml/2006/main" cx="10972800" cy="3095625"/>
        </p:xfrm>
        <a:graphic xmlns:a="http://schemas.openxmlformats.org/drawingml/2006/main">
          <a:graphicData uri="http://schemas.openxmlformats.org/drawingml/2006/table">
            <a:tbl>
              <a:tblPr/>
              <a:tblGrid>
                <a:gridCol w="2286000"/>
                <a:gridCol w="3857625"/>
                <a:gridCol w="4829175"/>
              </a:tblGrid>
              <a:tr h="619125">
                <a:tc>
                  <a:txBody>
                    <a:bodyPr/>
                    <a:lstStyle/>
                    <a:p>
                      <a:r>
                        <a:rPr sz="1800" b="1">
                          <a:solidFill>
                            <a:srgbClr val="A4DDCA"/>
                          </a:solidFill>
                          <a:latin typeface="Noto Sans KR"/>
                          <a:ea typeface="Noto Sans KR"/>
                          <a:cs typeface="Noto Sans KR"/>
                        </a:rPr>
                        <a:t>방식</a:t>
                      </a:r>
                    </a:p>
                  </a:txBody>
                  <a:tcPr marL="114300" marR="114300" marT="95250" marB="95250" anchor="ctr">
                    <a:lnL w="9525">
                      <a:solidFill>
                        <a:srgbClr val="284B5A"/>
                      </a:solidFill>
                      <a:prstDash val="solid"/>
                    </a:lnL>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쉽게 말하면</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예시</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r>
              <a:tr h="619125">
                <a:tc>
                  <a:txBody>
                    <a:bodyPr/>
                    <a:lstStyle/>
                    <a:p>
                      <a:r>
                        <a:rPr sz="1725" b="0">
                          <a:solidFill>
                            <a:srgbClr val="E4EFEC"/>
                          </a:solidFill>
                          <a:latin typeface="Noto Sans KR"/>
                          <a:ea typeface="Noto Sans KR"/>
                          <a:cs typeface="Noto Sans KR"/>
                        </a:rPr>
                        <a:t>DB 스키마</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데이터를 저장할 틀</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회사 테이블, 시스템 테이블</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분류체계</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종류를 나누는 기준</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예측모델은 소프트웨어의 한 종류</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온톨로지</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대상·관계·규칙의 정의</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사용 관계, 상위 종류, 역관계</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지식 그래프</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실제 대상들이 연결된 사실</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배차시스템이 도착예측모델에 의존</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bl>
          </a:graphicData>
        </a:graphic>
      </p:graphicFrame>
      <p:sp>
        <p:nvSpPr>
          <p:cNvPr id="4" name="page">
            <a:extLst xmlns:a="http://schemas.openxmlformats.org/drawingml/2006/main">
              <a:ext uri="{FF2B5EF4-FFF2-40B4-BE49-F238E27FC236}">
                <a16:creationId xmlns:a16="http://schemas.microsoft.com/office/drawing/2014/main" id="{3DF35948-391E-4A9B-948A-AA166BAAF05C}"/>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04</a:t>
            </a:r>
          </a:p>
        </p:txBody>
      </p:sp>
      <p:sp>
        <p:nvSpPr>
          <p:cNvPr id="6" name="narrative-bridge">
            <a:extLst xmlns:a="http://schemas.openxmlformats.org/drawingml/2006/main">
              <a:ext uri="{FF2B5EF4-FFF2-40B4-BE49-F238E27FC236}">
                <a16:creationId xmlns:a16="http://schemas.microsoft.com/office/drawing/2014/main" id="{F6B9B96C-56DB-4B02-B797-8FC5ACDFECAD}"/>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온톨로지의 정의를 실제 대상과 관계로 나눠 보겠습니다.</a:t>
            </a:r>
          </a:p>
        </p:txBody>
      </p:sp>
    </p:spTree>
    <p:extLst>
      <p:ext uri="{BB962C8B-B14F-4D97-AF65-F5344CB8AC3E}">
        <p14:creationId xmlns:p14="http://schemas.microsoft.com/office/powerpoint/2010/main" val="1838804072"/>
      </p:ext>
    </p:extLst>
  </p:cSld>
</p:sld>
</file>

<file path=ppt/slides/slide5.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5" name="section">
            <a:extLst xmlns:a="http://schemas.openxmlformats.org/drawingml/2006/main">
              <a:ext uri="{FF2B5EF4-FFF2-40B4-BE49-F238E27FC236}">
                <a16:creationId xmlns:a16="http://schemas.microsoft.com/office/drawing/2014/main" id="{1A21BAAD-FF5A-4F93-BE3D-170C627B6EAF}"/>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01 / 업무 의미와 규칙</a:t>
            </a:r>
          </a:p>
        </p:txBody>
      </p:sp>
      <p:sp>
        <p:nvSpPr>
          <p:cNvPr id="2" name="title">
            <a:extLst xmlns:a="http://schemas.openxmlformats.org/drawingml/2006/main">
              <a:ext uri="{FF2B5EF4-FFF2-40B4-BE49-F238E27FC236}">
                <a16:creationId xmlns:a16="http://schemas.microsoft.com/office/drawing/2014/main" id="{ED46A580-9C93-4CBA-8D3A-399378099C6B}"/>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종류·실제 대상·관계·값</a:t>
            </a:r>
          </a:p>
        </p:txBody>
      </p:sp>
      <p:graphicFrame>
        <p:nvGraphicFramePr>
          <p:cNvPr id="3" name="">
            <a:extLst xmlns:a="http://schemas.openxmlformats.org/drawingml/2006/main">
              <a:ext uri="{FF2B5EF4-FFF2-40B4-BE49-F238E27FC236}">
                <a16:creationId xmlns:a16="http://schemas.microsoft.com/office/drawing/2014/main" id="{F3B78F6E-E762-4B6B-95F9-DA437110F083}"/>
              </a:ext>
            </a:extLst>
          </p:cNvPr>
          <p:cNvGraphicFramePr/>
          <p:nvPr/>
        </p:nvGraphicFramePr>
        <p:xfrm>
          <a:off xmlns:a="http://schemas.openxmlformats.org/drawingml/2006/main" x="609600" y="1866900"/>
          <a:ext xmlns:a="http://schemas.openxmlformats.org/drawingml/2006/main" cx="10972800" cy="3095625"/>
        </p:xfrm>
        <a:graphic xmlns:a="http://schemas.openxmlformats.org/drawingml/2006/main">
          <a:graphicData uri="http://schemas.openxmlformats.org/drawingml/2006/table">
            <a:tbl>
              <a:tblPr/>
              <a:tblGrid>
                <a:gridCol w="2286000"/>
                <a:gridCol w="3857625"/>
                <a:gridCol w="4829175"/>
              </a:tblGrid>
              <a:tr h="619125">
                <a:tc>
                  <a:txBody>
                    <a:bodyPr/>
                    <a:lstStyle/>
                    <a:p>
                      <a:r>
                        <a:rPr sz="1800" b="1">
                          <a:solidFill>
                            <a:srgbClr val="A4DDCA"/>
                          </a:solidFill>
                          <a:latin typeface="Noto Sans KR"/>
                          <a:ea typeface="Noto Sans KR"/>
                          <a:cs typeface="Noto Sans KR"/>
                        </a:rPr>
                        <a:t>용어</a:t>
                      </a:r>
                    </a:p>
                  </a:txBody>
                  <a:tcPr marL="114300" marR="114300" marT="95250" marB="95250" anchor="ctr">
                    <a:lnL w="9525">
                      <a:solidFill>
                        <a:srgbClr val="284B5A"/>
                      </a:solidFill>
                      <a:prstDash val="solid"/>
                    </a:lnL>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뜻</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예시</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r>
              <a:tr h="619125">
                <a:tc>
                  <a:txBody>
                    <a:bodyPr/>
                    <a:lstStyle/>
                    <a:p>
                      <a:r>
                        <a:rPr sz="1725" b="0">
                          <a:solidFill>
                            <a:srgbClr val="E4EFEC"/>
                          </a:solidFill>
                          <a:latin typeface="Noto Sans KR"/>
                          <a:ea typeface="Noto Sans KR"/>
                          <a:cs typeface="Noto Sans KR"/>
                        </a:rPr>
                        <a:t>클래스 / Class</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대상의 종류</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예측모델이라는 종류</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개체 / Individual</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실제 대상 하나</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우리가 사용하는 도착예측모델</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관계 / Object property</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대상과 대상의 연결</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배차시스템이 모델에 의존</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값 / Literal</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문자나 숫자</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문서 설명, 처리 시간 3초</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bl>
          </a:graphicData>
        </a:graphic>
      </p:graphicFrame>
      <p:sp>
        <p:nvSpPr>
          <p:cNvPr id="4" name="page">
            <a:extLst xmlns:a="http://schemas.openxmlformats.org/drawingml/2006/main">
              <a:ext uri="{FF2B5EF4-FFF2-40B4-BE49-F238E27FC236}">
                <a16:creationId xmlns:a16="http://schemas.microsoft.com/office/drawing/2014/main" id="{E562FE1D-C257-4DA8-81AC-1F45573A44D4}"/>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05</a:t>
            </a:r>
          </a:p>
        </p:txBody>
      </p:sp>
      <p:sp>
        <p:nvSpPr>
          <p:cNvPr id="6" name="narrative-bridge">
            <a:extLst xmlns:a="http://schemas.openxmlformats.org/drawingml/2006/main">
              <a:ext uri="{FF2B5EF4-FFF2-40B4-BE49-F238E27FC236}">
                <a16:creationId xmlns:a16="http://schemas.microsoft.com/office/drawing/2014/main" id="{7C7363B1-238B-4A33-9B7A-07C26A444E5C}"/>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이 재료를 적고, 해석하고, 검사하고, 조회하는 표준이 있습니다.</a:t>
            </a:r>
          </a:p>
        </p:txBody>
      </p:sp>
    </p:spTree>
    <p:extLst>
      <p:ext uri="{BB962C8B-B14F-4D97-AF65-F5344CB8AC3E}">
        <p14:creationId xmlns:p14="http://schemas.microsoft.com/office/powerpoint/2010/main" val="1985404544"/>
      </p:ext>
    </p:extLst>
  </p:cSld>
</p:sld>
</file>

<file path=ppt/slides/slide6.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5" name="section">
            <a:extLst xmlns:a="http://schemas.openxmlformats.org/drawingml/2006/main">
              <a:ext uri="{FF2B5EF4-FFF2-40B4-BE49-F238E27FC236}">
                <a16:creationId xmlns:a16="http://schemas.microsoft.com/office/drawing/2014/main" id="{52ED0038-EFE3-4E29-9736-4D3201A1AC84}"/>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01 / 업무 의미와 규칙</a:t>
            </a:r>
          </a:p>
        </p:txBody>
      </p:sp>
      <p:sp>
        <p:nvSpPr>
          <p:cNvPr id="2" name="title">
            <a:extLst xmlns:a="http://schemas.openxmlformats.org/drawingml/2006/main">
              <a:ext uri="{FF2B5EF4-FFF2-40B4-BE49-F238E27FC236}">
                <a16:creationId xmlns:a16="http://schemas.microsoft.com/office/drawing/2014/main" id="{46492902-1FE9-49DD-940B-18EF2F19CA78}"/>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표준 이름은 역할로 기억하면 됩니다</a:t>
            </a:r>
          </a:p>
        </p:txBody>
      </p:sp>
      <p:graphicFrame>
        <p:nvGraphicFramePr>
          <p:cNvPr id="3" name="">
            <a:extLst xmlns:a="http://schemas.openxmlformats.org/drawingml/2006/main">
              <a:ext uri="{FF2B5EF4-FFF2-40B4-BE49-F238E27FC236}">
                <a16:creationId xmlns:a16="http://schemas.microsoft.com/office/drawing/2014/main" id="{3E0942E6-B5C2-4800-8C15-8A193363D25E}"/>
              </a:ext>
            </a:extLst>
          </p:cNvPr>
          <p:cNvGraphicFramePr/>
          <p:nvPr/>
        </p:nvGraphicFramePr>
        <p:xfrm>
          <a:off xmlns:a="http://schemas.openxmlformats.org/drawingml/2006/main" x="609600" y="1866900"/>
          <a:ext xmlns:a="http://schemas.openxmlformats.org/drawingml/2006/main" cx="10972800" cy="3095625"/>
        </p:xfrm>
        <a:graphic xmlns:a="http://schemas.openxmlformats.org/drawingml/2006/main">
          <a:graphicData uri="http://schemas.openxmlformats.org/drawingml/2006/table">
            <a:tbl>
              <a:tblPr/>
              <a:tblGrid>
                <a:gridCol w="2286000"/>
                <a:gridCol w="3857625"/>
                <a:gridCol w="4829175"/>
              </a:tblGrid>
              <a:tr h="619125">
                <a:tc>
                  <a:txBody>
                    <a:bodyPr/>
                    <a:lstStyle/>
                    <a:p>
                      <a:r>
                        <a:rPr sz="1800" b="1">
                          <a:solidFill>
                            <a:srgbClr val="A4DDCA"/>
                          </a:solidFill>
                          <a:latin typeface="Noto Sans KR"/>
                          <a:ea typeface="Noto Sans KR"/>
                          <a:cs typeface="Noto Sans KR"/>
                        </a:rPr>
                        <a:t>이름</a:t>
                      </a:r>
                    </a:p>
                  </a:txBody>
                  <a:tcPr marL="114300" marR="114300" marT="95250" marB="95250" anchor="ctr">
                    <a:lnL w="9525">
                      <a:solidFill>
                        <a:srgbClr val="284B5A"/>
                      </a:solidFill>
                      <a:prstDash val="solid"/>
                    </a:lnL>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담당하는 일</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실습에서 하는 일</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r>
              <a:tr h="619125">
                <a:tc>
                  <a:txBody>
                    <a:bodyPr/>
                    <a:lstStyle/>
                    <a:p>
                      <a:r>
                        <a:rPr sz="1725" b="0">
                          <a:solidFill>
                            <a:srgbClr val="E4EFEC"/>
                          </a:solidFill>
                          <a:latin typeface="Noto Sans KR"/>
                          <a:ea typeface="Noto Sans KR"/>
                          <a:cs typeface="Noto Sans KR"/>
                        </a:rPr>
                        <a:t>RDF / Turtle</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사실을 표현하고 글로 적기</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대상·관계·대상을 한 줄로 작성</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RDFS / OWL RL</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의미와 규칙으로 새 사실 도출</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상위 종류·역관계·전이 관계 추가</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SHACL</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입력 조건 검사</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필수 관계와 값의 종류 검사</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SPARQL</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그래프에 질문하기</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조건에 맞는 시스템 목록 조회</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bl>
          </a:graphicData>
        </a:graphic>
      </p:graphicFrame>
      <p:sp>
        <p:nvSpPr>
          <p:cNvPr id="4" name="page">
            <a:extLst xmlns:a="http://schemas.openxmlformats.org/drawingml/2006/main">
              <a:ext uri="{FF2B5EF4-FFF2-40B4-BE49-F238E27FC236}">
                <a16:creationId xmlns:a16="http://schemas.microsoft.com/office/drawing/2014/main" id="{B0DD8952-029B-4686-BA31-1ADAD99CDDDB}"/>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06</a:t>
            </a:r>
          </a:p>
        </p:txBody>
      </p:sp>
      <p:sp>
        <p:nvSpPr>
          <p:cNvPr id="6" name="narrative-bridge">
            <a:extLst xmlns:a="http://schemas.openxmlformats.org/drawingml/2006/main">
              <a:ext uri="{FF2B5EF4-FFF2-40B4-BE49-F238E27FC236}">
                <a16:creationId xmlns:a16="http://schemas.microsoft.com/office/drawing/2014/main" id="{CE1781E1-5406-4E7B-B2C8-22C29D72001D}"/>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이제 표준의 역할을 규칙과 실제 데이터에 대입해 보겠습니다.</a:t>
            </a:r>
          </a:p>
        </p:txBody>
      </p:sp>
    </p:spTree>
    <p:extLst>
      <p:ext uri="{BB962C8B-B14F-4D97-AF65-F5344CB8AC3E}">
        <p14:creationId xmlns:p14="http://schemas.microsoft.com/office/powerpoint/2010/main" val="2002466008"/>
      </p:ext>
    </p:extLst>
  </p:cSld>
</p:sld>
</file>

<file path=ppt/slides/slide7.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C880608D-47D5-4DCC-8451-A498BF69E124}"/>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01 / 업무 의미와 규칙</a:t>
            </a:r>
          </a:p>
        </p:txBody>
      </p:sp>
      <p:sp>
        <p:nvSpPr>
          <p:cNvPr id="2" name="title">
            <a:extLst xmlns:a="http://schemas.openxmlformats.org/drawingml/2006/main">
              <a:ext uri="{FF2B5EF4-FFF2-40B4-BE49-F238E27FC236}">
                <a16:creationId xmlns:a16="http://schemas.microsoft.com/office/drawing/2014/main" id="{8DD2E572-0433-47BA-B7BD-D4F9E88912D3}"/>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규칙과 실제 데이터를 나눠 보겠습니다</a:t>
            </a:r>
          </a:p>
        </p:txBody>
      </p:sp>
      <p:sp>
        <p:nvSpPr>
          <p:cNvPr id="3" name="lead">
            <a:extLst xmlns:a="http://schemas.openxmlformats.org/drawingml/2006/main">
              <a:ext uri="{FF2B5EF4-FFF2-40B4-BE49-F238E27FC236}">
                <a16:creationId xmlns:a16="http://schemas.microsoft.com/office/drawing/2014/main" id="{7AC1DD6B-19A2-4583-8A06-C230094AB054}"/>
              </a:ext>
            </a:extLst>
          </p:cNvPr>
          <p:cNvSpPr>
            <a:spLocks xmlns:a="http://schemas.openxmlformats.org/drawingml/2006/main" noGrp="1"/>
          </p:cNvSpPr>
          <p:nvPr/>
        </p:nvSpPr>
        <p:spPr>
          <a:xfrm xmlns:a="http://schemas.openxmlformats.org/drawingml/2006/main">
            <a:off x="609600" y="16287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575" b="0">
                <a:solidFill>
                  <a:srgbClr val="8EABB7"/>
                </a:solidFill>
                <a:latin typeface="Noto Sans KR"/>
                <a:ea typeface="Noto Sans KR"/>
                <a:cs typeface="Noto Sans KR"/>
              </a:defRPr>
            </a:defPPr>
            <a:lvl1pPr>
              <a:buNone/>
              <a:defRPr sz="1575" b="0">
                <a:solidFill>
                  <a:srgbClr val="8EABB7"/>
                </a:solidFill>
                <a:latin typeface="Noto Sans KR"/>
                <a:ea typeface="Noto Sans KR"/>
                <a:cs typeface="Noto Sans KR"/>
              </a:defRPr>
            </a:lvl1pPr>
            <a:lvl2pPr>
              <a:buNone/>
              <a:defRPr sz="1575" b="0">
                <a:solidFill>
                  <a:srgbClr val="8EABB7"/>
                </a:solidFill>
                <a:latin typeface="Noto Sans KR"/>
                <a:ea typeface="Noto Sans KR"/>
                <a:cs typeface="Noto Sans KR"/>
              </a:defRPr>
            </a:lvl2pPr>
            <a:lvl3pPr>
              <a:buNone/>
              <a:defRPr sz="1575" b="0">
                <a:solidFill>
                  <a:srgbClr val="8EABB7"/>
                </a:solidFill>
                <a:latin typeface="Noto Sans KR"/>
                <a:ea typeface="Noto Sans KR"/>
                <a:cs typeface="Noto Sans KR"/>
              </a:defRPr>
            </a:lvl3pPr>
            <a:lvl4pPr>
              <a:buNone/>
              <a:defRPr sz="1575" b="0">
                <a:solidFill>
                  <a:srgbClr val="8EABB7"/>
                </a:solidFill>
                <a:latin typeface="Noto Sans KR"/>
                <a:ea typeface="Noto Sans KR"/>
                <a:cs typeface="Noto Sans KR"/>
              </a:defRPr>
            </a:lvl4pPr>
            <a:lvl5pPr>
              <a:buNone/>
              <a:defRPr sz="1575" b="0">
                <a:solidFill>
                  <a:srgbClr val="8EABB7"/>
                </a:solidFill>
                <a:latin typeface="Noto Sans KR"/>
                <a:ea typeface="Noto Sans KR"/>
                <a:cs typeface="Noto Sans KR"/>
              </a:defRPr>
            </a:lvl5pPr>
            <a:lvl6pPr>
              <a:buNone/>
              <a:defRPr sz="1575" b="0">
                <a:solidFill>
                  <a:srgbClr val="8EABB7"/>
                </a:solidFill>
                <a:latin typeface="Noto Sans KR"/>
                <a:ea typeface="Noto Sans KR"/>
                <a:cs typeface="Noto Sans KR"/>
              </a:defRPr>
            </a:lvl6pPr>
            <a:lvl7pPr>
              <a:buNone/>
              <a:defRPr sz="1575" b="0">
                <a:solidFill>
                  <a:srgbClr val="8EABB7"/>
                </a:solidFill>
                <a:latin typeface="Noto Sans KR"/>
                <a:ea typeface="Noto Sans KR"/>
                <a:cs typeface="Noto Sans KR"/>
              </a:defRPr>
            </a:lvl7pPr>
            <a:lvl8pPr>
              <a:buNone/>
              <a:defRPr sz="1575" b="0">
                <a:solidFill>
                  <a:srgbClr val="8EABB7"/>
                </a:solidFill>
                <a:latin typeface="Noto Sans KR"/>
                <a:ea typeface="Noto Sans KR"/>
                <a:cs typeface="Noto Sans KR"/>
              </a:defRPr>
            </a:lvl8pPr>
            <a:lvl9pPr>
              <a:buNone/>
              <a:defRPr sz="1575" b="0">
                <a:solidFill>
                  <a:srgbClr val="8EABB7"/>
                </a:solidFill>
                <a:latin typeface="Noto Sans KR"/>
                <a:ea typeface="Noto Sans KR"/>
                <a:cs typeface="Noto Sans KR"/>
              </a:defRPr>
            </a:lvl9pPr>
          </a:lstStyle>
          <a:p xmlns:a="http://schemas.openxmlformats.org/drawingml/2006/main">
            <a:pPr>
              <a:buNone/>
              <a:defRPr sz="1575" b="0">
                <a:solidFill>
                  <a:srgbClr val="8EABB7"/>
                </a:solidFill>
                <a:latin typeface="Noto Sans KR"/>
                <a:ea typeface="Noto Sans KR"/>
                <a:cs typeface="Noto Sans KR"/>
              </a:defRPr>
            </a:pPr>
            <a:r>
              <a:rPr sz="1575" b="0">
                <a:solidFill>
                  <a:srgbClr val="8EABB7"/>
                </a:solidFill>
                <a:latin typeface="Noto Sans KR"/>
                <a:ea typeface="Noto Sans KR"/>
                <a:cs typeface="Noto Sans KR"/>
              </a:rPr>
              <a:t>기술 용어로는 규칙 쪽을 TBox, 개체 사실 쪽을 ABox라고 부릅니다</a:t>
            </a:r>
          </a:p>
        </p:txBody>
      </p:sp>
      <p:sp>
        <p:nvSpPr>
          <p:cNvPr id="4" name="code-label-0">
            <a:extLst xmlns:a="http://schemas.openxmlformats.org/drawingml/2006/main">
              <a:ext uri="{FF2B5EF4-FFF2-40B4-BE49-F238E27FC236}">
                <a16:creationId xmlns:a16="http://schemas.microsoft.com/office/drawing/2014/main" id="{815AE0DC-C30B-416D-BD21-D91AB4F0D435}"/>
              </a:ext>
            </a:extLst>
          </p:cNvPr>
          <p:cNvSpPr>
            <a:spLocks xmlns:a="http://schemas.openxmlformats.org/drawingml/2006/main" noGrp="1"/>
          </p:cNvSpPr>
          <p:nvPr/>
        </p:nvSpPr>
        <p:spPr>
          <a:xfrm xmlns:a="http://schemas.openxmlformats.org/drawingml/2006/main">
            <a:off x="609600" y="2219325"/>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875" b="1">
                <a:solidFill>
                  <a:srgbClr val="A4DDCA"/>
                </a:solidFill>
                <a:latin typeface="Noto Sans KR"/>
                <a:ea typeface="Noto Sans KR"/>
                <a:cs typeface="Noto Sans KR"/>
              </a:defRPr>
            </a:defPPr>
            <a:lvl1pPr>
              <a:buNone/>
              <a:defRPr sz="1875" b="1">
                <a:solidFill>
                  <a:srgbClr val="A4DDCA"/>
                </a:solidFill>
                <a:latin typeface="Noto Sans KR"/>
                <a:ea typeface="Noto Sans KR"/>
                <a:cs typeface="Noto Sans KR"/>
              </a:defRPr>
            </a:lvl1pPr>
            <a:lvl2pPr>
              <a:buNone/>
              <a:defRPr sz="1875" b="1">
                <a:solidFill>
                  <a:srgbClr val="A4DDCA"/>
                </a:solidFill>
                <a:latin typeface="Noto Sans KR"/>
                <a:ea typeface="Noto Sans KR"/>
                <a:cs typeface="Noto Sans KR"/>
              </a:defRPr>
            </a:lvl2pPr>
            <a:lvl3pPr>
              <a:buNone/>
              <a:defRPr sz="1875" b="1">
                <a:solidFill>
                  <a:srgbClr val="A4DDCA"/>
                </a:solidFill>
                <a:latin typeface="Noto Sans KR"/>
                <a:ea typeface="Noto Sans KR"/>
                <a:cs typeface="Noto Sans KR"/>
              </a:defRPr>
            </a:lvl3pPr>
            <a:lvl4pPr>
              <a:buNone/>
              <a:defRPr sz="1875" b="1">
                <a:solidFill>
                  <a:srgbClr val="A4DDCA"/>
                </a:solidFill>
                <a:latin typeface="Noto Sans KR"/>
                <a:ea typeface="Noto Sans KR"/>
                <a:cs typeface="Noto Sans KR"/>
              </a:defRPr>
            </a:lvl4pPr>
            <a:lvl5pPr>
              <a:buNone/>
              <a:defRPr sz="1875" b="1">
                <a:solidFill>
                  <a:srgbClr val="A4DDCA"/>
                </a:solidFill>
                <a:latin typeface="Noto Sans KR"/>
                <a:ea typeface="Noto Sans KR"/>
                <a:cs typeface="Noto Sans KR"/>
              </a:defRPr>
            </a:lvl5pPr>
            <a:lvl6pPr>
              <a:buNone/>
              <a:defRPr sz="1875" b="1">
                <a:solidFill>
                  <a:srgbClr val="A4DDCA"/>
                </a:solidFill>
                <a:latin typeface="Noto Sans KR"/>
                <a:ea typeface="Noto Sans KR"/>
                <a:cs typeface="Noto Sans KR"/>
              </a:defRPr>
            </a:lvl6pPr>
            <a:lvl7pPr>
              <a:buNone/>
              <a:defRPr sz="1875" b="1">
                <a:solidFill>
                  <a:srgbClr val="A4DDCA"/>
                </a:solidFill>
                <a:latin typeface="Noto Sans KR"/>
                <a:ea typeface="Noto Sans KR"/>
                <a:cs typeface="Noto Sans KR"/>
              </a:defRPr>
            </a:lvl7pPr>
            <a:lvl8pPr>
              <a:buNone/>
              <a:defRPr sz="1875" b="1">
                <a:solidFill>
                  <a:srgbClr val="A4DDCA"/>
                </a:solidFill>
                <a:latin typeface="Noto Sans KR"/>
                <a:ea typeface="Noto Sans KR"/>
                <a:cs typeface="Noto Sans KR"/>
              </a:defRPr>
            </a:lvl8pPr>
            <a:lvl9pPr>
              <a:buNone/>
              <a:defRPr sz="1875" b="1">
                <a:solidFill>
                  <a:srgbClr val="A4DDCA"/>
                </a:solidFill>
                <a:latin typeface="Noto Sans KR"/>
                <a:ea typeface="Noto Sans KR"/>
                <a:cs typeface="Noto Sans KR"/>
              </a:defRPr>
            </a:lvl9pPr>
          </a:lstStyle>
          <a:p xmlns:a="http://schemas.openxmlformats.org/drawingml/2006/main">
            <a:pPr>
              <a:buNone/>
              <a:defRPr sz="1875" b="1">
                <a:solidFill>
                  <a:srgbClr val="A4DDCA"/>
                </a:solidFill>
                <a:latin typeface="Noto Sans KR"/>
                <a:ea typeface="Noto Sans KR"/>
                <a:cs typeface="Noto Sans KR"/>
              </a:defRPr>
            </a:pPr>
            <a:r>
              <a:rPr sz="1875" b="1">
                <a:solidFill>
                  <a:srgbClr val="A4DDCA"/>
                </a:solidFill>
                <a:latin typeface="Noto Sans KR"/>
                <a:ea typeface="Noto Sans KR"/>
                <a:cs typeface="Noto Sans KR"/>
              </a:rPr>
              <a:t>규칙: 의미 모델</a:t>
            </a:r>
          </a:p>
        </p:txBody>
      </p:sp>
      <p:sp>
        <p:nvSpPr>
          <p:cNvPr id="5" name="code-0">
            <a:extLst xmlns:a="http://schemas.openxmlformats.org/drawingml/2006/main">
              <a:ext uri="{FF2B5EF4-FFF2-40B4-BE49-F238E27FC236}">
                <a16:creationId xmlns:a16="http://schemas.microsoft.com/office/drawing/2014/main" id="{FA98369B-269E-4975-9FDE-FDD77B00A975}"/>
              </a:ext>
            </a:extLst>
          </p:cNvPr>
          <p:cNvSpPr>
            <a:spLocks xmlns:a="http://schemas.openxmlformats.org/drawingml/2006/main" noGrp="1"/>
          </p:cNvSpPr>
          <p:nvPr/>
        </p:nvSpPr>
        <p:spPr>
          <a:xfrm xmlns:a="http://schemas.openxmlformats.org/drawingml/2006/main">
            <a:off x="609600" y="2828925"/>
            <a:ext cx="52578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725" b="0">
                <a:solidFill>
                  <a:srgbClr val="E4EFEC"/>
                </a:solidFill>
                <a:latin typeface="Noto Sans KR"/>
                <a:ea typeface="Noto Sans KR"/>
                <a:cs typeface="Noto Sans KR"/>
              </a:defRPr>
            </a:defPPr>
            <a:lvl1pPr>
              <a:buNone/>
              <a:defRPr sz="1725" b="0">
                <a:solidFill>
                  <a:srgbClr val="E4EFEC"/>
                </a:solidFill>
                <a:latin typeface="Noto Sans KR"/>
                <a:ea typeface="Noto Sans KR"/>
                <a:cs typeface="Noto Sans KR"/>
              </a:defRPr>
            </a:lvl1pPr>
            <a:lvl2pPr>
              <a:buNone/>
              <a:defRPr sz="1725" b="0">
                <a:solidFill>
                  <a:srgbClr val="E4EFEC"/>
                </a:solidFill>
                <a:latin typeface="Noto Sans KR"/>
                <a:ea typeface="Noto Sans KR"/>
                <a:cs typeface="Noto Sans KR"/>
              </a:defRPr>
            </a:lvl2pPr>
            <a:lvl3pPr>
              <a:buNone/>
              <a:defRPr sz="1725" b="0">
                <a:solidFill>
                  <a:srgbClr val="E4EFEC"/>
                </a:solidFill>
                <a:latin typeface="Noto Sans KR"/>
                <a:ea typeface="Noto Sans KR"/>
                <a:cs typeface="Noto Sans KR"/>
              </a:defRPr>
            </a:lvl3pPr>
            <a:lvl4pPr>
              <a:buNone/>
              <a:defRPr sz="1725" b="0">
                <a:solidFill>
                  <a:srgbClr val="E4EFEC"/>
                </a:solidFill>
                <a:latin typeface="Noto Sans KR"/>
                <a:ea typeface="Noto Sans KR"/>
                <a:cs typeface="Noto Sans KR"/>
              </a:defRPr>
            </a:lvl4pPr>
            <a:lvl5pPr>
              <a:buNone/>
              <a:defRPr sz="1725" b="0">
                <a:solidFill>
                  <a:srgbClr val="E4EFEC"/>
                </a:solidFill>
                <a:latin typeface="Noto Sans KR"/>
                <a:ea typeface="Noto Sans KR"/>
                <a:cs typeface="Noto Sans KR"/>
              </a:defRPr>
            </a:lvl5pPr>
            <a:lvl6pPr>
              <a:buNone/>
              <a:defRPr sz="1725" b="0">
                <a:solidFill>
                  <a:srgbClr val="E4EFEC"/>
                </a:solidFill>
                <a:latin typeface="Noto Sans KR"/>
                <a:ea typeface="Noto Sans KR"/>
                <a:cs typeface="Noto Sans KR"/>
              </a:defRPr>
            </a:lvl6pPr>
            <a:lvl7pPr>
              <a:buNone/>
              <a:defRPr sz="1725" b="0">
                <a:solidFill>
                  <a:srgbClr val="E4EFEC"/>
                </a:solidFill>
                <a:latin typeface="Noto Sans KR"/>
                <a:ea typeface="Noto Sans KR"/>
                <a:cs typeface="Noto Sans KR"/>
              </a:defRPr>
            </a:lvl7pPr>
            <a:lvl8pPr>
              <a:buNone/>
              <a:defRPr sz="1725" b="0">
                <a:solidFill>
                  <a:srgbClr val="E4EFEC"/>
                </a:solidFill>
                <a:latin typeface="Noto Sans KR"/>
                <a:ea typeface="Noto Sans KR"/>
                <a:cs typeface="Noto Sans KR"/>
              </a:defRPr>
            </a:lvl8pPr>
            <a:lvl9pPr>
              <a:buNone/>
              <a:defRPr sz="1725" b="0">
                <a:solidFill>
                  <a:srgbClr val="E4EFEC"/>
                </a:solidFill>
                <a:latin typeface="Noto Sans KR"/>
                <a:ea typeface="Noto Sans KR"/>
                <a:cs typeface="Noto Sans KR"/>
              </a:defRPr>
            </a:lvl9pPr>
          </a:lstStyle>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예측모델은 소프트웨어의 한 종류입니다.</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사용한다와 사용된다는 반대 방향입니다.</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의존 관계는 여러 단계를 이어서 해석합니다.</a:t>
            </a:r>
          </a:p>
        </p:txBody>
      </p:sp>
      <p:sp>
        <p:nvSpPr>
          <p:cNvPr id="6" name="code-label-1">
            <a:extLst xmlns:a="http://schemas.openxmlformats.org/drawingml/2006/main">
              <a:ext uri="{FF2B5EF4-FFF2-40B4-BE49-F238E27FC236}">
                <a16:creationId xmlns:a16="http://schemas.microsoft.com/office/drawing/2014/main" id="{5439F2A0-8EE5-4DA3-A926-731DC068456E}"/>
              </a:ext>
            </a:extLst>
          </p:cNvPr>
          <p:cNvSpPr>
            <a:spLocks xmlns:a="http://schemas.openxmlformats.org/drawingml/2006/main" noGrp="1"/>
          </p:cNvSpPr>
          <p:nvPr/>
        </p:nvSpPr>
        <p:spPr>
          <a:xfrm xmlns:a="http://schemas.openxmlformats.org/drawingml/2006/main">
            <a:off x="6210300" y="2219325"/>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875" b="1">
                <a:solidFill>
                  <a:srgbClr val="A4DDCA"/>
                </a:solidFill>
                <a:latin typeface="Noto Sans KR"/>
                <a:ea typeface="Noto Sans KR"/>
                <a:cs typeface="Noto Sans KR"/>
              </a:defRPr>
            </a:defPPr>
            <a:lvl1pPr>
              <a:buNone/>
              <a:defRPr sz="1875" b="1">
                <a:solidFill>
                  <a:srgbClr val="A4DDCA"/>
                </a:solidFill>
                <a:latin typeface="Noto Sans KR"/>
                <a:ea typeface="Noto Sans KR"/>
                <a:cs typeface="Noto Sans KR"/>
              </a:defRPr>
            </a:lvl1pPr>
            <a:lvl2pPr>
              <a:buNone/>
              <a:defRPr sz="1875" b="1">
                <a:solidFill>
                  <a:srgbClr val="A4DDCA"/>
                </a:solidFill>
                <a:latin typeface="Noto Sans KR"/>
                <a:ea typeface="Noto Sans KR"/>
                <a:cs typeface="Noto Sans KR"/>
              </a:defRPr>
            </a:lvl2pPr>
            <a:lvl3pPr>
              <a:buNone/>
              <a:defRPr sz="1875" b="1">
                <a:solidFill>
                  <a:srgbClr val="A4DDCA"/>
                </a:solidFill>
                <a:latin typeface="Noto Sans KR"/>
                <a:ea typeface="Noto Sans KR"/>
                <a:cs typeface="Noto Sans KR"/>
              </a:defRPr>
            </a:lvl3pPr>
            <a:lvl4pPr>
              <a:buNone/>
              <a:defRPr sz="1875" b="1">
                <a:solidFill>
                  <a:srgbClr val="A4DDCA"/>
                </a:solidFill>
                <a:latin typeface="Noto Sans KR"/>
                <a:ea typeface="Noto Sans KR"/>
                <a:cs typeface="Noto Sans KR"/>
              </a:defRPr>
            </a:lvl4pPr>
            <a:lvl5pPr>
              <a:buNone/>
              <a:defRPr sz="1875" b="1">
                <a:solidFill>
                  <a:srgbClr val="A4DDCA"/>
                </a:solidFill>
                <a:latin typeface="Noto Sans KR"/>
                <a:ea typeface="Noto Sans KR"/>
                <a:cs typeface="Noto Sans KR"/>
              </a:defRPr>
            </a:lvl5pPr>
            <a:lvl6pPr>
              <a:buNone/>
              <a:defRPr sz="1875" b="1">
                <a:solidFill>
                  <a:srgbClr val="A4DDCA"/>
                </a:solidFill>
                <a:latin typeface="Noto Sans KR"/>
                <a:ea typeface="Noto Sans KR"/>
                <a:cs typeface="Noto Sans KR"/>
              </a:defRPr>
            </a:lvl6pPr>
            <a:lvl7pPr>
              <a:buNone/>
              <a:defRPr sz="1875" b="1">
                <a:solidFill>
                  <a:srgbClr val="A4DDCA"/>
                </a:solidFill>
                <a:latin typeface="Noto Sans KR"/>
                <a:ea typeface="Noto Sans KR"/>
                <a:cs typeface="Noto Sans KR"/>
              </a:defRPr>
            </a:lvl7pPr>
            <a:lvl8pPr>
              <a:buNone/>
              <a:defRPr sz="1875" b="1">
                <a:solidFill>
                  <a:srgbClr val="A4DDCA"/>
                </a:solidFill>
                <a:latin typeface="Noto Sans KR"/>
                <a:ea typeface="Noto Sans KR"/>
                <a:cs typeface="Noto Sans KR"/>
              </a:defRPr>
            </a:lvl8pPr>
            <a:lvl9pPr>
              <a:buNone/>
              <a:defRPr sz="1875" b="1">
                <a:solidFill>
                  <a:srgbClr val="A4DDCA"/>
                </a:solidFill>
                <a:latin typeface="Noto Sans KR"/>
                <a:ea typeface="Noto Sans KR"/>
                <a:cs typeface="Noto Sans KR"/>
              </a:defRPr>
            </a:lvl9pPr>
          </a:lstStyle>
          <a:p xmlns:a="http://schemas.openxmlformats.org/drawingml/2006/main">
            <a:pPr>
              <a:buNone/>
              <a:defRPr sz="1875" b="1">
                <a:solidFill>
                  <a:srgbClr val="A4DDCA"/>
                </a:solidFill>
                <a:latin typeface="Noto Sans KR"/>
                <a:ea typeface="Noto Sans KR"/>
                <a:cs typeface="Noto Sans KR"/>
              </a:defRPr>
            </a:pPr>
            <a:r>
              <a:rPr sz="1875" b="1">
                <a:solidFill>
                  <a:srgbClr val="A4DDCA"/>
                </a:solidFill>
                <a:latin typeface="Noto Sans KR"/>
                <a:ea typeface="Noto Sans KR"/>
                <a:cs typeface="Noto Sans KR"/>
              </a:rPr>
              <a:t>사실: 이번 회사의 데이터</a:t>
            </a:r>
          </a:p>
        </p:txBody>
      </p:sp>
      <p:sp>
        <p:nvSpPr>
          <p:cNvPr id="7" name="code-1">
            <a:extLst xmlns:a="http://schemas.openxmlformats.org/drawingml/2006/main">
              <a:ext uri="{FF2B5EF4-FFF2-40B4-BE49-F238E27FC236}">
                <a16:creationId xmlns:a16="http://schemas.microsoft.com/office/drawing/2014/main" id="{FD51998E-6595-429A-815F-C9299B74DC9C}"/>
              </a:ext>
            </a:extLst>
          </p:cNvPr>
          <p:cNvSpPr>
            <a:spLocks xmlns:a="http://schemas.openxmlformats.org/drawingml/2006/main" noGrp="1"/>
          </p:cNvSpPr>
          <p:nvPr/>
        </p:nvSpPr>
        <p:spPr>
          <a:xfrm xmlns:a="http://schemas.openxmlformats.org/drawingml/2006/main">
            <a:off x="6210300" y="2828925"/>
            <a:ext cx="52578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725" b="0">
                <a:solidFill>
                  <a:srgbClr val="E4EFEC"/>
                </a:solidFill>
                <a:latin typeface="Noto Sans KR"/>
                <a:ea typeface="Noto Sans KR"/>
                <a:cs typeface="Noto Sans KR"/>
              </a:defRPr>
            </a:defPPr>
            <a:lvl1pPr>
              <a:buNone/>
              <a:defRPr sz="1725" b="0">
                <a:solidFill>
                  <a:srgbClr val="E4EFEC"/>
                </a:solidFill>
                <a:latin typeface="Noto Sans KR"/>
                <a:ea typeface="Noto Sans KR"/>
                <a:cs typeface="Noto Sans KR"/>
              </a:defRPr>
            </a:lvl1pPr>
            <a:lvl2pPr>
              <a:buNone/>
              <a:defRPr sz="1725" b="0">
                <a:solidFill>
                  <a:srgbClr val="E4EFEC"/>
                </a:solidFill>
                <a:latin typeface="Noto Sans KR"/>
                <a:ea typeface="Noto Sans KR"/>
                <a:cs typeface="Noto Sans KR"/>
              </a:defRPr>
            </a:lvl2pPr>
            <a:lvl3pPr>
              <a:buNone/>
              <a:defRPr sz="1725" b="0">
                <a:solidFill>
                  <a:srgbClr val="E4EFEC"/>
                </a:solidFill>
                <a:latin typeface="Noto Sans KR"/>
                <a:ea typeface="Noto Sans KR"/>
                <a:cs typeface="Noto Sans KR"/>
              </a:defRPr>
            </a:lvl3pPr>
            <a:lvl4pPr>
              <a:buNone/>
              <a:defRPr sz="1725" b="0">
                <a:solidFill>
                  <a:srgbClr val="E4EFEC"/>
                </a:solidFill>
                <a:latin typeface="Noto Sans KR"/>
                <a:ea typeface="Noto Sans KR"/>
                <a:cs typeface="Noto Sans KR"/>
              </a:defRPr>
            </a:lvl4pPr>
            <a:lvl5pPr>
              <a:buNone/>
              <a:defRPr sz="1725" b="0">
                <a:solidFill>
                  <a:srgbClr val="E4EFEC"/>
                </a:solidFill>
                <a:latin typeface="Noto Sans KR"/>
                <a:ea typeface="Noto Sans KR"/>
                <a:cs typeface="Noto Sans KR"/>
              </a:defRPr>
            </a:lvl5pPr>
            <a:lvl6pPr>
              <a:buNone/>
              <a:defRPr sz="1725" b="0">
                <a:solidFill>
                  <a:srgbClr val="E4EFEC"/>
                </a:solidFill>
                <a:latin typeface="Noto Sans KR"/>
                <a:ea typeface="Noto Sans KR"/>
                <a:cs typeface="Noto Sans KR"/>
              </a:defRPr>
            </a:lvl6pPr>
            <a:lvl7pPr>
              <a:buNone/>
              <a:defRPr sz="1725" b="0">
                <a:solidFill>
                  <a:srgbClr val="E4EFEC"/>
                </a:solidFill>
                <a:latin typeface="Noto Sans KR"/>
                <a:ea typeface="Noto Sans KR"/>
                <a:cs typeface="Noto Sans KR"/>
              </a:defRPr>
            </a:lvl7pPr>
            <a:lvl8pPr>
              <a:buNone/>
              <a:defRPr sz="1725" b="0">
                <a:solidFill>
                  <a:srgbClr val="E4EFEC"/>
                </a:solidFill>
                <a:latin typeface="Noto Sans KR"/>
                <a:ea typeface="Noto Sans KR"/>
                <a:cs typeface="Noto Sans KR"/>
              </a:defRPr>
            </a:lvl8pPr>
            <a:lvl9pPr>
              <a:buNone/>
              <a:defRPr sz="1725" b="0">
                <a:solidFill>
                  <a:srgbClr val="E4EFEC"/>
                </a:solidFill>
                <a:latin typeface="Noto Sans KR"/>
                <a:ea typeface="Noto Sans KR"/>
                <a:cs typeface="Noto Sans KR"/>
              </a:defRPr>
            </a:lvl9pPr>
          </a:lstStyle>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물류사가 배차시스템을 사용합니다.</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배차시스템은 도착예측모델에 의존합니다.</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도착예측모델은 날씨API에 의존합니다.</a:t>
            </a:r>
          </a:p>
        </p:txBody>
      </p:sp>
      <p:sp>
        <p:nvSpPr>
          <p:cNvPr id="8" name="page">
            <a:extLst xmlns:a="http://schemas.openxmlformats.org/drawingml/2006/main">
              <a:ext uri="{FF2B5EF4-FFF2-40B4-BE49-F238E27FC236}">
                <a16:creationId xmlns:a16="http://schemas.microsoft.com/office/drawing/2014/main" id="{C325DF9B-0CE8-4C33-B3B4-6FC715CF7458}"/>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07</a:t>
            </a:r>
          </a:p>
        </p:txBody>
      </p:sp>
      <p:sp>
        <p:nvSpPr>
          <p:cNvPr id="10" name="narrative-bridge">
            <a:extLst xmlns:a="http://schemas.openxmlformats.org/drawingml/2006/main">
              <a:ext uri="{FF2B5EF4-FFF2-40B4-BE49-F238E27FC236}">
                <a16:creationId xmlns:a16="http://schemas.microsoft.com/office/drawing/2014/main" id="{F64C6F7D-63E8-4202-B15F-DED8F4452046}"/>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정의한 규칙을 실제 데이터에 적용하면 새 사실이 생깁니다.</a:t>
            </a:r>
          </a:p>
        </p:txBody>
      </p:sp>
    </p:spTree>
    <p:extLst>
      <p:ext uri="{BB962C8B-B14F-4D97-AF65-F5344CB8AC3E}">
        <p14:creationId xmlns:p14="http://schemas.microsoft.com/office/powerpoint/2010/main" val="397915949"/>
      </p:ext>
    </p:extLst>
  </p:cSld>
</p:sld>
</file>

<file path=ppt/slides/slide8.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5" name="section">
            <a:extLst xmlns:a="http://schemas.openxmlformats.org/drawingml/2006/main">
              <a:ext uri="{FF2B5EF4-FFF2-40B4-BE49-F238E27FC236}">
                <a16:creationId xmlns:a16="http://schemas.microsoft.com/office/drawing/2014/main" id="{E4C7E586-D120-49E4-BF94-1EB9FD98C42D}"/>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01 / 업무 의미와 규칙</a:t>
            </a:r>
          </a:p>
        </p:txBody>
      </p:sp>
      <p:sp>
        <p:nvSpPr>
          <p:cNvPr id="2" name="title">
            <a:extLst xmlns:a="http://schemas.openxmlformats.org/drawingml/2006/main">
              <a:ext uri="{FF2B5EF4-FFF2-40B4-BE49-F238E27FC236}">
                <a16:creationId xmlns:a16="http://schemas.microsoft.com/office/drawing/2014/main" id="{708FD0E1-1823-4BAC-B127-BC5DCFED608C}"/>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이미 아는 사실로 새 사실을 얻습니다</a:t>
            </a:r>
          </a:p>
        </p:txBody>
      </p:sp>
      <p:graphicFrame>
        <p:nvGraphicFramePr>
          <p:cNvPr id="3" name="">
            <a:extLst xmlns:a="http://schemas.openxmlformats.org/drawingml/2006/main">
              <a:ext uri="{FF2B5EF4-FFF2-40B4-BE49-F238E27FC236}">
                <a16:creationId xmlns:a16="http://schemas.microsoft.com/office/drawing/2014/main" id="{7786EF53-B7E3-4992-84E3-54B2933124F4}"/>
              </a:ext>
            </a:extLst>
          </p:cNvPr>
          <p:cNvGraphicFramePr/>
          <p:nvPr/>
        </p:nvGraphicFramePr>
        <p:xfrm>
          <a:off xmlns:a="http://schemas.openxmlformats.org/drawingml/2006/main" x="609600" y="1866900"/>
          <a:ext xmlns:a="http://schemas.openxmlformats.org/drawingml/2006/main" cx="10972800" cy="1857375"/>
        </p:xfrm>
        <a:graphic xmlns:a="http://schemas.openxmlformats.org/drawingml/2006/main">
          <a:graphicData uri="http://schemas.openxmlformats.org/drawingml/2006/table">
            <a:tbl>
              <a:tblPr/>
              <a:tblGrid>
                <a:gridCol w="2286000"/>
                <a:gridCol w="3857625"/>
                <a:gridCol w="4829175"/>
              </a:tblGrid>
              <a:tr h="619125">
                <a:tc>
                  <a:txBody>
                    <a:bodyPr/>
                    <a:lstStyle/>
                    <a:p>
                      <a:r>
                        <a:rPr sz="1800" b="1">
                          <a:solidFill>
                            <a:srgbClr val="A4DDCA"/>
                          </a:solidFill>
                          <a:latin typeface="Noto Sans KR"/>
                          <a:ea typeface="Noto Sans KR"/>
                          <a:cs typeface="Noto Sans KR"/>
                        </a:rPr>
                        <a:t>규칙</a:t>
                      </a:r>
                    </a:p>
                  </a:txBody>
                  <a:tcPr marL="114300" marR="114300" marT="95250" marB="95250" anchor="ctr">
                    <a:lnL w="9525">
                      <a:solidFill>
                        <a:srgbClr val="284B5A"/>
                      </a:solidFill>
                      <a:prstDash val="solid"/>
                    </a:lnL>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이미 기록한 사실</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추가로 알 수 있는 사실</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r>
              <a:tr h="619125">
                <a:tc>
                  <a:txBody>
                    <a:bodyPr/>
                    <a:lstStyle/>
                    <a:p>
                      <a:r>
                        <a:rPr sz="1725" b="0">
                          <a:solidFill>
                            <a:srgbClr val="E4EFEC"/>
                          </a:solidFill>
                          <a:latin typeface="Noto Sans KR"/>
                          <a:ea typeface="Noto Sans KR"/>
                          <a:cs typeface="Noto Sans KR"/>
                        </a:rPr>
                        <a:t>상위 종류 포함</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도착예측모델은 예측모델</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도착예측모델은 소프트웨어</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관계 방향 뒤집기</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물류사가 배차시스템을 사용</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배차시스템이 물류사에 의해 사용됨</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bl>
          </a:graphicData>
        </a:graphic>
      </p:graphicFrame>
      <p:sp>
        <p:nvSpPr>
          <p:cNvPr id="4" name="page">
            <a:extLst xmlns:a="http://schemas.openxmlformats.org/drawingml/2006/main">
              <a:ext uri="{FF2B5EF4-FFF2-40B4-BE49-F238E27FC236}">
                <a16:creationId xmlns:a16="http://schemas.microsoft.com/office/drawing/2014/main" id="{2033C6F9-15E9-4AD5-9712-36D5D1EDC135}"/>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08</a:t>
            </a:r>
          </a:p>
        </p:txBody>
      </p:sp>
      <p:sp>
        <p:nvSpPr>
          <p:cNvPr id="6" name="narrative-bridge">
            <a:extLst xmlns:a="http://schemas.openxmlformats.org/drawingml/2006/main">
              <a:ext uri="{FF2B5EF4-FFF2-40B4-BE49-F238E27FC236}">
                <a16:creationId xmlns:a16="http://schemas.microsoft.com/office/drawing/2014/main" id="{E4AEEDF3-729F-4462-8C84-E35DDE1154E3}"/>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종류와 방향을 확장했으니, 이번에는 여러 단계의 연결을 봅니다.</a:t>
            </a:r>
          </a:p>
        </p:txBody>
      </p:sp>
    </p:spTree>
    <p:extLst>
      <p:ext uri="{BB962C8B-B14F-4D97-AF65-F5344CB8AC3E}">
        <p14:creationId xmlns:p14="http://schemas.microsoft.com/office/powerpoint/2010/main" val="1044017853"/>
      </p:ext>
    </p:extLst>
  </p:cSld>
</p:sld>
</file>

<file path=ppt/slides/slide9.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48DB453D-90D9-4F02-860F-7BB0021B77D1}"/>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01 / 업무 의미와 규칙</a:t>
            </a:r>
          </a:p>
        </p:txBody>
      </p:sp>
      <p:sp>
        <p:nvSpPr>
          <p:cNvPr id="2" name="title">
            <a:extLst xmlns:a="http://schemas.openxmlformats.org/drawingml/2006/main">
              <a:ext uri="{FF2B5EF4-FFF2-40B4-BE49-F238E27FC236}">
                <a16:creationId xmlns:a16="http://schemas.microsoft.com/office/drawing/2014/main" id="{5990A5EB-2363-4A3F-9BE2-8C53D0E01E0F}"/>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직접 연결되지 않은 대상도 찾습니다</a:t>
            </a:r>
          </a:p>
        </p:txBody>
      </p:sp>
      <p:sp>
        <p:nvSpPr>
          <p:cNvPr id="3" name="label-0">
            <a:extLst xmlns:a="http://schemas.openxmlformats.org/drawingml/2006/main">
              <a:ext uri="{FF2B5EF4-FFF2-40B4-BE49-F238E27FC236}">
                <a16:creationId xmlns:a16="http://schemas.microsoft.com/office/drawing/2014/main" id="{5B7261BB-2EA3-468F-BCC4-B2F4936C2329}"/>
              </a:ext>
            </a:extLst>
          </p:cNvPr>
          <p:cNvSpPr>
            <a:spLocks xmlns:a="http://schemas.openxmlformats.org/drawingml/2006/main" noGrp="1"/>
          </p:cNvSpPr>
          <p:nvPr/>
        </p:nvSpPr>
        <p:spPr>
          <a:xfrm xmlns:a="http://schemas.openxmlformats.org/drawingml/2006/main">
            <a:off x="609600" y="186690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기록한 연결</a:t>
            </a:r>
          </a:p>
        </p:txBody>
      </p:sp>
      <p:sp>
        <p:nvSpPr>
          <p:cNvPr id="4" name="body-0">
            <a:extLst xmlns:a="http://schemas.openxmlformats.org/drawingml/2006/main">
              <a:ext uri="{FF2B5EF4-FFF2-40B4-BE49-F238E27FC236}">
                <a16:creationId xmlns:a16="http://schemas.microsoft.com/office/drawing/2014/main" id="{7549F19E-AD73-469B-AD41-1B726E845B82}"/>
              </a:ext>
            </a:extLst>
          </p:cNvPr>
          <p:cNvSpPr>
            <a:spLocks xmlns:a="http://schemas.openxmlformats.org/drawingml/2006/main" noGrp="1"/>
          </p:cNvSpPr>
          <p:nvPr/>
        </p:nvSpPr>
        <p:spPr>
          <a:xfrm xmlns:a="http://schemas.openxmlformats.org/drawingml/2006/main">
            <a:off x="3190875" y="1866900"/>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배차시스템이 모델에 의존하고, 모델이 날씨API에 의존합니다.</a:t>
            </a:r>
          </a:p>
        </p:txBody>
      </p:sp>
      <p:sp>
        <p:nvSpPr>
          <p:cNvPr id="5" name="label-1">
            <a:extLst xmlns:a="http://schemas.openxmlformats.org/drawingml/2006/main">
              <a:ext uri="{FF2B5EF4-FFF2-40B4-BE49-F238E27FC236}">
                <a16:creationId xmlns:a16="http://schemas.microsoft.com/office/drawing/2014/main" id="{226A0734-7763-4BFA-A696-9A00D9D6605D}"/>
              </a:ext>
            </a:extLst>
          </p:cNvPr>
          <p:cNvSpPr>
            <a:spLocks xmlns:a="http://schemas.openxmlformats.org/drawingml/2006/main" noGrp="1"/>
          </p:cNvSpPr>
          <p:nvPr/>
        </p:nvSpPr>
        <p:spPr>
          <a:xfrm xmlns:a="http://schemas.openxmlformats.org/drawingml/2006/main">
            <a:off x="609600" y="3133725"/>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적용한 규칙</a:t>
            </a:r>
          </a:p>
        </p:txBody>
      </p:sp>
      <p:sp>
        <p:nvSpPr>
          <p:cNvPr id="6" name="body-1">
            <a:extLst xmlns:a="http://schemas.openxmlformats.org/drawingml/2006/main">
              <a:ext uri="{FF2B5EF4-FFF2-40B4-BE49-F238E27FC236}">
                <a16:creationId xmlns:a16="http://schemas.microsoft.com/office/drawing/2014/main" id="{FC0EFD65-810E-47A9-AB64-A2BA4EFCA0EB}"/>
              </a:ext>
            </a:extLst>
          </p:cNvPr>
          <p:cNvSpPr>
            <a:spLocks xmlns:a="http://schemas.openxmlformats.org/drawingml/2006/main" noGrp="1"/>
          </p:cNvSpPr>
          <p:nvPr/>
        </p:nvSpPr>
        <p:spPr>
          <a:xfrm xmlns:a="http://schemas.openxmlformats.org/drawingml/2006/main">
            <a:off x="3190875" y="3133725"/>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이번 예제의 의존 관계는 여러 단계를 이어서 해석합니다.</a:t>
            </a:r>
          </a:p>
        </p:txBody>
      </p:sp>
      <p:sp>
        <p:nvSpPr>
          <p:cNvPr id="7" name="label-2">
            <a:extLst xmlns:a="http://schemas.openxmlformats.org/drawingml/2006/main">
              <a:ext uri="{FF2B5EF4-FFF2-40B4-BE49-F238E27FC236}">
                <a16:creationId xmlns:a16="http://schemas.microsoft.com/office/drawing/2014/main" id="{69FDE634-1368-4313-A5C1-B292CD6298B8}"/>
              </a:ext>
            </a:extLst>
          </p:cNvPr>
          <p:cNvSpPr>
            <a:spLocks xmlns:a="http://schemas.openxmlformats.org/drawingml/2006/main" noGrp="1"/>
          </p:cNvSpPr>
          <p:nvPr/>
        </p:nvSpPr>
        <p:spPr>
          <a:xfrm xmlns:a="http://schemas.openxmlformats.org/drawingml/2006/main">
            <a:off x="609600" y="440055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조회 결과</a:t>
            </a:r>
          </a:p>
        </p:txBody>
      </p:sp>
      <p:sp>
        <p:nvSpPr>
          <p:cNvPr id="8" name="body-2">
            <a:extLst xmlns:a="http://schemas.openxmlformats.org/drawingml/2006/main">
              <a:ext uri="{FF2B5EF4-FFF2-40B4-BE49-F238E27FC236}">
                <a16:creationId xmlns:a16="http://schemas.microsoft.com/office/drawing/2014/main" id="{5FF184A5-6BF5-417D-AEEE-016EA133E34B}"/>
              </a:ext>
            </a:extLst>
          </p:cNvPr>
          <p:cNvSpPr>
            <a:spLocks xmlns:a="http://schemas.openxmlformats.org/drawingml/2006/main" noGrp="1"/>
          </p:cNvSpPr>
          <p:nvPr/>
        </p:nvSpPr>
        <p:spPr>
          <a:xfrm xmlns:a="http://schemas.openxmlformats.org/drawingml/2006/main">
            <a:off x="3190875" y="4400550"/>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날씨API를 직접 쓰는 모델과 간접 의존하는 배차시스템이 나옵니다.</a:t>
            </a:r>
          </a:p>
        </p:txBody>
      </p:sp>
      <p:sp>
        <p:nvSpPr>
          <p:cNvPr id="9" name="page">
            <a:extLst xmlns:a="http://schemas.openxmlformats.org/drawingml/2006/main">
              <a:ext uri="{FF2B5EF4-FFF2-40B4-BE49-F238E27FC236}">
                <a16:creationId xmlns:a16="http://schemas.microsoft.com/office/drawing/2014/main" id="{D90964D2-778A-4299-80F2-CED92F059EF6}"/>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09</a:t>
            </a:r>
          </a:p>
        </p:txBody>
      </p:sp>
      <p:sp>
        <p:nvSpPr>
          <p:cNvPr id="11" name="narrative-bridge">
            <a:extLst xmlns:a="http://schemas.openxmlformats.org/drawingml/2006/main">
              <a:ext uri="{FF2B5EF4-FFF2-40B4-BE49-F238E27FC236}">
                <a16:creationId xmlns:a16="http://schemas.microsoft.com/office/drawing/2014/main" id="{743A6BFA-1FE3-4C61-9EF8-6DDBC597E73F}"/>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관계를 이어 읽는 규칙에 더해, 관계로 종류를 알아낼 수도 있습니다.</a:t>
            </a:r>
          </a:p>
        </p:txBody>
      </p:sp>
    </p:spTree>
    <p:extLst>
      <p:ext uri="{BB962C8B-B14F-4D97-AF65-F5344CB8AC3E}">
        <p14:creationId xmlns:p14="http://schemas.microsoft.com/office/powerpoint/2010/main" val="1936930229"/>
      </p:ext>
    </p:extLst>
  </p:cSld>
</p:sld>
</file>

<file path=ppt/slides/slide10.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5534EB52-8380-44DE-B4D5-10710C14BCE4}"/>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01 / 업무 의미와 규칙</a:t>
            </a:r>
          </a:p>
        </p:txBody>
      </p:sp>
      <p:sp>
        <p:nvSpPr>
          <p:cNvPr id="2" name="title">
            <a:extLst xmlns:a="http://schemas.openxmlformats.org/drawingml/2006/main">
              <a:ext uri="{FF2B5EF4-FFF2-40B4-BE49-F238E27FC236}">
                <a16:creationId xmlns:a16="http://schemas.microsoft.com/office/drawing/2014/main" id="{DE344F70-2F87-42C4-9FA1-743148AB06B4}"/>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domain과 range는 종류를 붙여 줍니다</a:t>
            </a:r>
          </a:p>
        </p:txBody>
      </p:sp>
      <p:sp>
        <p:nvSpPr>
          <p:cNvPr id="3" name="label-0">
            <a:extLst xmlns:a="http://schemas.openxmlformats.org/drawingml/2006/main">
              <a:ext uri="{FF2B5EF4-FFF2-40B4-BE49-F238E27FC236}">
                <a16:creationId xmlns:a16="http://schemas.microsoft.com/office/drawing/2014/main" id="{164FF249-CC76-4778-9562-5DA997871BC7}"/>
              </a:ext>
            </a:extLst>
          </p:cNvPr>
          <p:cNvSpPr>
            <a:spLocks xmlns:a="http://schemas.openxmlformats.org/drawingml/2006/main" noGrp="1"/>
          </p:cNvSpPr>
          <p:nvPr/>
        </p:nvSpPr>
        <p:spPr>
          <a:xfrm xmlns:a="http://schemas.openxmlformats.org/drawingml/2006/main">
            <a:off x="609600" y="186690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domain / 주어의 종류</a:t>
            </a:r>
          </a:p>
        </p:txBody>
      </p:sp>
      <p:sp>
        <p:nvSpPr>
          <p:cNvPr id="4" name="body-0">
            <a:extLst xmlns:a="http://schemas.openxmlformats.org/drawingml/2006/main">
              <a:ext uri="{FF2B5EF4-FFF2-40B4-BE49-F238E27FC236}">
                <a16:creationId xmlns:a16="http://schemas.microsoft.com/office/drawing/2014/main" id="{79EF37F0-BA37-41D9-9CED-A953241FD530}"/>
              </a:ext>
            </a:extLst>
          </p:cNvPr>
          <p:cNvSpPr>
            <a:spLocks xmlns:a="http://schemas.openxmlformats.org/drawingml/2006/main" noGrp="1"/>
          </p:cNvSpPr>
          <p:nvPr/>
        </p:nvSpPr>
        <p:spPr>
          <a:xfrm xmlns:a="http://schemas.openxmlformats.org/drawingml/2006/main">
            <a:off x="3190875" y="1866900"/>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uses 관계의 주어를 회사로 해석합니다.</a:t>
            </a:r>
          </a:p>
        </p:txBody>
      </p:sp>
      <p:sp>
        <p:nvSpPr>
          <p:cNvPr id="5" name="label-1">
            <a:extLst xmlns:a="http://schemas.openxmlformats.org/drawingml/2006/main">
              <a:ext uri="{FF2B5EF4-FFF2-40B4-BE49-F238E27FC236}">
                <a16:creationId xmlns:a16="http://schemas.microsoft.com/office/drawing/2014/main" id="{CF8462D7-821B-435B-B6D1-DC2CC24C7AD5}"/>
              </a:ext>
            </a:extLst>
          </p:cNvPr>
          <p:cNvSpPr>
            <a:spLocks xmlns:a="http://schemas.openxmlformats.org/drawingml/2006/main" noGrp="1"/>
          </p:cNvSpPr>
          <p:nvPr/>
        </p:nvSpPr>
        <p:spPr>
          <a:xfrm xmlns:a="http://schemas.openxmlformats.org/drawingml/2006/main">
            <a:off x="609600" y="3133725"/>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range / 목적어의 종류</a:t>
            </a:r>
          </a:p>
        </p:txBody>
      </p:sp>
      <p:sp>
        <p:nvSpPr>
          <p:cNvPr id="6" name="body-1">
            <a:extLst xmlns:a="http://schemas.openxmlformats.org/drawingml/2006/main">
              <a:ext uri="{FF2B5EF4-FFF2-40B4-BE49-F238E27FC236}">
                <a16:creationId xmlns:a16="http://schemas.microsoft.com/office/drawing/2014/main" id="{14959E32-890E-49FC-B261-5C319781C016}"/>
              </a:ext>
            </a:extLst>
          </p:cNvPr>
          <p:cNvSpPr>
            <a:spLocks xmlns:a="http://schemas.openxmlformats.org/drawingml/2006/main" noGrp="1"/>
          </p:cNvSpPr>
          <p:nvPr/>
        </p:nvSpPr>
        <p:spPr>
          <a:xfrm xmlns:a="http://schemas.openxmlformats.org/drawingml/2006/main">
            <a:off x="3190875" y="3133725"/>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uses 관계의 목적어를 소프트웨어로 해석합니다.</a:t>
            </a:r>
          </a:p>
        </p:txBody>
      </p:sp>
      <p:sp>
        <p:nvSpPr>
          <p:cNvPr id="7" name="label-2">
            <a:extLst xmlns:a="http://schemas.openxmlformats.org/drawingml/2006/main">
              <a:ext uri="{FF2B5EF4-FFF2-40B4-BE49-F238E27FC236}">
                <a16:creationId xmlns:a16="http://schemas.microsoft.com/office/drawing/2014/main" id="{8C6539B0-6404-4EA4-ABEF-E23826F2519A}"/>
              </a:ext>
            </a:extLst>
          </p:cNvPr>
          <p:cNvSpPr>
            <a:spLocks xmlns:a="http://schemas.openxmlformats.org/drawingml/2006/main" noGrp="1"/>
          </p:cNvSpPr>
          <p:nvPr/>
        </p:nvSpPr>
        <p:spPr>
          <a:xfrm xmlns:a="http://schemas.openxmlformats.org/drawingml/2006/main">
            <a:off x="609600" y="440055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실제 동작</a:t>
            </a:r>
          </a:p>
        </p:txBody>
      </p:sp>
      <p:sp>
        <p:nvSpPr>
          <p:cNvPr id="8" name="body-2">
            <a:extLst xmlns:a="http://schemas.openxmlformats.org/drawingml/2006/main">
              <a:ext uri="{FF2B5EF4-FFF2-40B4-BE49-F238E27FC236}">
                <a16:creationId xmlns:a16="http://schemas.microsoft.com/office/drawing/2014/main" id="{CCF1FB6F-B7F2-4035-AB77-A244110C0E5C}"/>
              </a:ext>
            </a:extLst>
          </p:cNvPr>
          <p:cNvSpPr>
            <a:spLocks xmlns:a="http://schemas.openxmlformats.org/drawingml/2006/main" noGrp="1"/>
          </p:cNvSpPr>
          <p:nvPr/>
        </p:nvSpPr>
        <p:spPr>
          <a:xfrm xmlns:a="http://schemas.openxmlformats.org/drawingml/2006/main">
            <a:off x="3190875" y="4400550"/>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종류를 적지 않은 대상에 타입을 추가합니다. 입력을 거절하는 검사는 별도입니다.</a:t>
            </a:r>
          </a:p>
        </p:txBody>
      </p:sp>
      <p:sp>
        <p:nvSpPr>
          <p:cNvPr id="9" name="page">
            <a:extLst xmlns:a="http://schemas.openxmlformats.org/drawingml/2006/main">
              <a:ext uri="{FF2B5EF4-FFF2-40B4-BE49-F238E27FC236}">
                <a16:creationId xmlns:a16="http://schemas.microsoft.com/office/drawing/2014/main" id="{4E9EC887-7CE9-4B45-AE31-8BA1F32591E2}"/>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10</a:t>
            </a:r>
          </a:p>
        </p:txBody>
      </p:sp>
      <p:sp>
        <p:nvSpPr>
          <p:cNvPr id="11" name="narrative-bridge">
            <a:extLst xmlns:a="http://schemas.openxmlformats.org/drawingml/2006/main">
              <a:ext uri="{FF2B5EF4-FFF2-40B4-BE49-F238E27FC236}">
                <a16:creationId xmlns:a16="http://schemas.microsoft.com/office/drawing/2014/main" id="{8E1BF345-8A07-429C-97F4-655161E2B4BD}"/>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종류를 알아내는 규칙과 입력 오류를 검사하는 조건을 구분합니다.</a:t>
            </a:r>
          </a:p>
        </p:txBody>
      </p:sp>
    </p:spTree>
    <p:extLst>
      <p:ext uri="{BB962C8B-B14F-4D97-AF65-F5344CB8AC3E}">
        <p14:creationId xmlns:p14="http://schemas.microsoft.com/office/powerpoint/2010/main" val="578858719"/>
      </p:ext>
    </p:extLst>
  </p:cSld>
</p:sld>
</file>

<file path=ppt/slides/slide11.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EEEF4F4E-D06B-4DB9-AFB4-C10354FBD4F2}"/>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01 / 업무 의미와 규칙</a:t>
            </a:r>
          </a:p>
        </p:txBody>
      </p:sp>
      <p:sp>
        <p:nvSpPr>
          <p:cNvPr id="2" name="title">
            <a:extLst xmlns:a="http://schemas.openxmlformats.org/drawingml/2006/main">
              <a:ext uri="{FF2B5EF4-FFF2-40B4-BE49-F238E27FC236}">
                <a16:creationId xmlns:a16="http://schemas.microsoft.com/office/drawing/2014/main" id="{4E4494EB-76F4-4CD5-B774-E3649BD1C295}"/>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모르는 것과 잘못 입력한 것을 구분합니다</a:t>
            </a:r>
          </a:p>
        </p:txBody>
      </p:sp>
      <p:sp>
        <p:nvSpPr>
          <p:cNvPr id="3" name="label-0">
            <a:extLst xmlns:a="http://schemas.openxmlformats.org/drawingml/2006/main">
              <a:ext uri="{FF2B5EF4-FFF2-40B4-BE49-F238E27FC236}">
                <a16:creationId xmlns:a16="http://schemas.microsoft.com/office/drawing/2014/main" id="{B39A3B55-4891-415E-A3C6-C7A3EF880BEC}"/>
              </a:ext>
            </a:extLst>
          </p:cNvPr>
          <p:cNvSpPr>
            <a:spLocks xmlns:a="http://schemas.openxmlformats.org/drawingml/2006/main" noGrp="1"/>
          </p:cNvSpPr>
          <p:nvPr/>
        </p:nvSpPr>
        <p:spPr>
          <a:xfrm xmlns:a="http://schemas.openxmlformats.org/drawingml/2006/main">
            <a:off x="609600" y="186690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기록이 없을 때</a:t>
            </a:r>
          </a:p>
        </p:txBody>
      </p:sp>
      <p:sp>
        <p:nvSpPr>
          <p:cNvPr id="4" name="body-0">
            <a:extLst xmlns:a="http://schemas.openxmlformats.org/drawingml/2006/main">
              <a:ext uri="{FF2B5EF4-FFF2-40B4-BE49-F238E27FC236}">
                <a16:creationId xmlns:a16="http://schemas.microsoft.com/office/drawing/2014/main" id="{CE0AC153-F3B5-4551-995D-9BBB25F976DD}"/>
              </a:ext>
            </a:extLst>
          </p:cNvPr>
          <p:cNvSpPr>
            <a:spLocks xmlns:a="http://schemas.openxmlformats.org/drawingml/2006/main" noGrp="1"/>
          </p:cNvSpPr>
          <p:nvPr/>
        </p:nvSpPr>
        <p:spPr>
          <a:xfrm xmlns:a="http://schemas.openxmlformats.org/drawingml/2006/main">
            <a:off x="3190875" y="1866900"/>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OWL은 아직 모르는 정보일 수 있다고 봅니다.</a:t>
            </a:r>
          </a:p>
        </p:txBody>
      </p:sp>
      <p:sp>
        <p:nvSpPr>
          <p:cNvPr id="5" name="label-1">
            <a:extLst xmlns:a="http://schemas.openxmlformats.org/drawingml/2006/main">
              <a:ext uri="{FF2B5EF4-FFF2-40B4-BE49-F238E27FC236}">
                <a16:creationId xmlns:a16="http://schemas.microsoft.com/office/drawing/2014/main" id="{F85A1935-ACD5-49EA-969D-F37BA47F197F}"/>
              </a:ext>
            </a:extLst>
          </p:cNvPr>
          <p:cNvSpPr>
            <a:spLocks xmlns:a="http://schemas.openxmlformats.org/drawingml/2006/main" noGrp="1"/>
          </p:cNvSpPr>
          <p:nvPr/>
        </p:nvSpPr>
        <p:spPr>
          <a:xfrm xmlns:a="http://schemas.openxmlformats.org/drawingml/2006/main">
            <a:off x="609600" y="3133725"/>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필수 입력을 검사할 때</a:t>
            </a:r>
          </a:p>
        </p:txBody>
      </p:sp>
      <p:sp>
        <p:nvSpPr>
          <p:cNvPr id="6" name="body-1">
            <a:extLst xmlns:a="http://schemas.openxmlformats.org/drawingml/2006/main">
              <a:ext uri="{FF2B5EF4-FFF2-40B4-BE49-F238E27FC236}">
                <a16:creationId xmlns:a16="http://schemas.microsoft.com/office/drawing/2014/main" id="{D9AF9A5E-53D1-493C-BDFE-A1D600CEE88C}"/>
              </a:ext>
            </a:extLst>
          </p:cNvPr>
          <p:cNvSpPr>
            <a:spLocks xmlns:a="http://schemas.openxmlformats.org/drawingml/2006/main" noGrp="1"/>
          </p:cNvSpPr>
          <p:nvPr/>
        </p:nvSpPr>
        <p:spPr>
          <a:xfrm xmlns:a="http://schemas.openxmlformats.org/drawingml/2006/main">
            <a:off x="3190875" y="3133725"/>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SHACL은 현재 데이터에 필요한 값이 있는지 확인합니다.</a:t>
            </a:r>
          </a:p>
        </p:txBody>
      </p:sp>
      <p:sp>
        <p:nvSpPr>
          <p:cNvPr id="7" name="label-2">
            <a:extLst xmlns:a="http://schemas.openxmlformats.org/drawingml/2006/main">
              <a:ext uri="{FF2B5EF4-FFF2-40B4-BE49-F238E27FC236}">
                <a16:creationId xmlns:a16="http://schemas.microsoft.com/office/drawing/2014/main" id="{099742B4-E9D1-444E-82C8-711A1133581C}"/>
              </a:ext>
            </a:extLst>
          </p:cNvPr>
          <p:cNvSpPr>
            <a:spLocks xmlns:a="http://schemas.openxmlformats.org/drawingml/2006/main" noGrp="1"/>
          </p:cNvSpPr>
          <p:nvPr/>
        </p:nvSpPr>
        <p:spPr>
          <a:xfrm xmlns:a="http://schemas.openxmlformats.org/drawingml/2006/main">
            <a:off x="609600" y="440055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실습에서 비교할 것</a:t>
            </a:r>
          </a:p>
        </p:txBody>
      </p:sp>
      <p:sp>
        <p:nvSpPr>
          <p:cNvPr id="8" name="body-2">
            <a:extLst xmlns:a="http://schemas.openxmlformats.org/drawingml/2006/main">
              <a:ext uri="{FF2B5EF4-FFF2-40B4-BE49-F238E27FC236}">
                <a16:creationId xmlns:a16="http://schemas.microsoft.com/office/drawing/2014/main" id="{2606B5BD-0F5C-4FDC-B6E0-CE7CCA02123B}"/>
              </a:ext>
            </a:extLst>
          </p:cNvPr>
          <p:cNvSpPr>
            <a:spLocks xmlns:a="http://schemas.openxmlformats.org/drawingml/2006/main" noGrp="1"/>
          </p:cNvSpPr>
          <p:nvPr/>
        </p:nvSpPr>
        <p:spPr>
          <a:xfrm xmlns:a="http://schemas.openxmlformats.org/drawingml/2006/main">
            <a:off x="3190875" y="4400550"/>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추론 전후의 조회 결과와 검증 결과를 함께 봅니다.</a:t>
            </a:r>
          </a:p>
        </p:txBody>
      </p:sp>
      <p:sp>
        <p:nvSpPr>
          <p:cNvPr id="9" name="page">
            <a:extLst xmlns:a="http://schemas.openxmlformats.org/drawingml/2006/main">
              <a:ext uri="{FF2B5EF4-FFF2-40B4-BE49-F238E27FC236}">
                <a16:creationId xmlns:a16="http://schemas.microsoft.com/office/drawing/2014/main" id="{134EA934-B03B-4CD7-AAC1-7E45D5B8C02C}"/>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11</a:t>
            </a:r>
          </a:p>
        </p:txBody>
      </p:sp>
      <p:sp>
        <p:nvSpPr>
          <p:cNvPr id="11" name="narrative-bridge">
            <a:extLst xmlns:a="http://schemas.openxmlformats.org/drawingml/2006/main">
              <a:ext uri="{FF2B5EF4-FFF2-40B4-BE49-F238E27FC236}">
                <a16:creationId xmlns:a16="http://schemas.microsoft.com/office/drawing/2014/main" id="{18D8B464-6E03-440D-BFB0-FE8895DE9108}"/>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필수 관계가 빠졌을 때 SHACL 보고서가 어떻게 나오는지 봅니다.</a:t>
            </a:r>
          </a:p>
        </p:txBody>
      </p:sp>
    </p:spTree>
    <p:extLst>
      <p:ext uri="{BB962C8B-B14F-4D97-AF65-F5344CB8AC3E}">
        <p14:creationId xmlns:p14="http://schemas.microsoft.com/office/powerpoint/2010/main" val="1384246022"/>
      </p:ext>
    </p:extLst>
  </p:cSld>
</p:sld>
</file>

<file path=ppt/slides/slide12.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5" name="section">
            <a:extLst xmlns:a="http://schemas.openxmlformats.org/drawingml/2006/main">
              <a:ext uri="{FF2B5EF4-FFF2-40B4-BE49-F238E27FC236}">
                <a16:creationId xmlns:a16="http://schemas.microsoft.com/office/drawing/2014/main" id="{25FD97B8-11B0-4676-8C5F-46D039E63812}"/>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01 / 업무 의미와 규칙</a:t>
            </a:r>
          </a:p>
        </p:txBody>
      </p:sp>
      <p:sp>
        <p:nvSpPr>
          <p:cNvPr id="2" name="title">
            <a:extLst xmlns:a="http://schemas.openxmlformats.org/drawingml/2006/main">
              <a:ext uri="{FF2B5EF4-FFF2-40B4-BE49-F238E27FC236}">
                <a16:creationId xmlns:a16="http://schemas.microsoft.com/office/drawing/2014/main" id="{F2DD6284-695F-4B6B-8C00-83B801647D40}"/>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오류 보고서는 이 세 곳을 보면 됩니다</a:t>
            </a:r>
          </a:p>
        </p:txBody>
      </p:sp>
      <p:graphicFrame>
        <p:nvGraphicFramePr>
          <p:cNvPr id="3" name="">
            <a:extLst xmlns:a="http://schemas.openxmlformats.org/drawingml/2006/main">
              <a:ext uri="{FF2B5EF4-FFF2-40B4-BE49-F238E27FC236}">
                <a16:creationId xmlns:a16="http://schemas.microsoft.com/office/drawing/2014/main" id="{17149DD9-8A76-41D0-B42A-A33D45B7F7AF}"/>
              </a:ext>
            </a:extLst>
          </p:cNvPr>
          <p:cNvGraphicFramePr/>
          <p:nvPr/>
        </p:nvGraphicFramePr>
        <p:xfrm>
          <a:off xmlns:a="http://schemas.openxmlformats.org/drawingml/2006/main" x="609600" y="1866900"/>
          <a:ext xmlns:a="http://schemas.openxmlformats.org/drawingml/2006/main" cx="10972800" cy="3095625"/>
        </p:xfrm>
        <a:graphic xmlns:a="http://schemas.openxmlformats.org/drawingml/2006/main">
          <a:graphicData uri="http://schemas.openxmlformats.org/drawingml/2006/table">
            <a:tbl>
              <a:tblPr/>
              <a:tblGrid>
                <a:gridCol w="2286000"/>
                <a:gridCol w="3857625"/>
                <a:gridCol w="4829175"/>
              </a:tblGrid>
              <a:tr h="619125">
                <a:tc>
                  <a:txBody>
                    <a:bodyPr/>
                    <a:lstStyle/>
                    <a:p>
                      <a:r>
                        <a:rPr sz="1800" b="1">
                          <a:solidFill>
                            <a:srgbClr val="A4DDCA"/>
                          </a:solidFill>
                          <a:latin typeface="Noto Sans KR"/>
                          <a:ea typeface="Noto Sans KR"/>
                          <a:cs typeface="Noto Sans KR"/>
                        </a:rPr>
                        <a:t>보고서 항목</a:t>
                      </a:r>
                    </a:p>
                  </a:txBody>
                  <a:tcPr marL="114300" marR="114300" marT="95250" marB="95250" anchor="ctr">
                    <a:lnL w="9525">
                      <a:solidFill>
                        <a:srgbClr val="284B5A"/>
                      </a:solidFill>
                      <a:prstDash val="solid"/>
                    </a:lnL>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뜻</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이번 오류</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r>
              <a:tr h="619125">
                <a:tc>
                  <a:txBody>
                    <a:bodyPr/>
                    <a:lstStyle/>
                    <a:p>
                      <a:r>
                        <a:rPr sz="1725" b="0">
                          <a:solidFill>
                            <a:srgbClr val="E4EFEC"/>
                          </a:solidFill>
                          <a:latin typeface="Noto Sans KR"/>
                          <a:ea typeface="Noto Sans KR"/>
                          <a:cs typeface="Noto Sans KR"/>
                        </a:rPr>
                        <a:t>focusNode</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어느 대상의 문제인가?</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물류사</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resultPath</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어느 관계를 검사했나?</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uses / 사용 시스템</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constraint</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어떤 조건을 어겼나?</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하나 이상 있어야 하는데 없음</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수정 방법</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무엇을 복구해야 하나?</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물류사의 uses 관계</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bl>
          </a:graphicData>
        </a:graphic>
      </p:graphicFrame>
      <p:sp>
        <p:nvSpPr>
          <p:cNvPr id="4" name="page">
            <a:extLst xmlns:a="http://schemas.openxmlformats.org/drawingml/2006/main">
              <a:ext uri="{FF2B5EF4-FFF2-40B4-BE49-F238E27FC236}">
                <a16:creationId xmlns:a16="http://schemas.microsoft.com/office/drawing/2014/main" id="{8C9077A2-53E5-4486-98D8-BEB76FD2F027}"/>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12</a:t>
            </a:r>
          </a:p>
        </p:txBody>
      </p:sp>
      <p:sp>
        <p:nvSpPr>
          <p:cNvPr id="6" name="narrative-bridge">
            <a:extLst xmlns:a="http://schemas.openxmlformats.org/drawingml/2006/main">
              <a:ext uri="{FF2B5EF4-FFF2-40B4-BE49-F238E27FC236}">
                <a16:creationId xmlns:a16="http://schemas.microsoft.com/office/drawing/2014/main" id="{A2D38E22-23D6-4BFF-9650-B2FEC9F15FBC}"/>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입력을 고쳤다면, 연결을 조회하고 그 근거 문서까지 확인합니다.</a:t>
            </a:r>
          </a:p>
        </p:txBody>
      </p:sp>
    </p:spTree>
    <p:extLst>
      <p:ext uri="{BB962C8B-B14F-4D97-AF65-F5344CB8AC3E}">
        <p14:creationId xmlns:p14="http://schemas.microsoft.com/office/powerpoint/2010/main" val="1925440516"/>
      </p:ext>
    </p:extLst>
  </p:cSld>
</p:sld>
</file>

<file path=ppt/slides/slide13.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B6867EFD-BD54-4137-854C-B2319AC4E19E}"/>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01 / 업무 의미와 규칙</a:t>
            </a:r>
          </a:p>
        </p:txBody>
      </p:sp>
      <p:sp>
        <p:nvSpPr>
          <p:cNvPr id="2" name="title">
            <a:extLst xmlns:a="http://schemas.openxmlformats.org/drawingml/2006/main">
              <a:ext uri="{FF2B5EF4-FFF2-40B4-BE49-F238E27FC236}">
                <a16:creationId xmlns:a16="http://schemas.microsoft.com/office/drawing/2014/main" id="{FA9077F7-8398-428B-A238-8C228B6431A6}"/>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찾은 대상에서 원문까지 확인합니다</a:t>
            </a:r>
          </a:p>
        </p:txBody>
      </p:sp>
      <p:sp>
        <p:nvSpPr>
          <p:cNvPr id="3" name="code-label-0">
            <a:extLst xmlns:a="http://schemas.openxmlformats.org/drawingml/2006/main">
              <a:ext uri="{FF2B5EF4-FFF2-40B4-BE49-F238E27FC236}">
                <a16:creationId xmlns:a16="http://schemas.microsoft.com/office/drawing/2014/main" id="{46930975-AF17-4686-B7CC-BE4F7190E9F3}"/>
              </a:ext>
            </a:extLst>
          </p:cNvPr>
          <p:cNvSpPr>
            <a:spLocks xmlns:a="http://schemas.openxmlformats.org/drawingml/2006/main" noGrp="1"/>
          </p:cNvSpPr>
          <p:nvPr/>
        </p:nvSpPr>
        <p:spPr>
          <a:xfrm xmlns:a="http://schemas.openxmlformats.org/drawingml/2006/main">
            <a:off x="609600" y="18669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875" b="1">
                <a:solidFill>
                  <a:srgbClr val="A4DDCA"/>
                </a:solidFill>
                <a:latin typeface="Noto Sans KR"/>
                <a:ea typeface="Noto Sans KR"/>
                <a:cs typeface="Noto Sans KR"/>
              </a:defRPr>
            </a:defPPr>
            <a:lvl1pPr>
              <a:buNone/>
              <a:defRPr sz="1875" b="1">
                <a:solidFill>
                  <a:srgbClr val="A4DDCA"/>
                </a:solidFill>
                <a:latin typeface="Noto Sans KR"/>
                <a:ea typeface="Noto Sans KR"/>
                <a:cs typeface="Noto Sans KR"/>
              </a:defRPr>
            </a:lvl1pPr>
            <a:lvl2pPr>
              <a:buNone/>
              <a:defRPr sz="1875" b="1">
                <a:solidFill>
                  <a:srgbClr val="A4DDCA"/>
                </a:solidFill>
                <a:latin typeface="Noto Sans KR"/>
                <a:ea typeface="Noto Sans KR"/>
                <a:cs typeface="Noto Sans KR"/>
              </a:defRPr>
            </a:lvl2pPr>
            <a:lvl3pPr>
              <a:buNone/>
              <a:defRPr sz="1875" b="1">
                <a:solidFill>
                  <a:srgbClr val="A4DDCA"/>
                </a:solidFill>
                <a:latin typeface="Noto Sans KR"/>
                <a:ea typeface="Noto Sans KR"/>
                <a:cs typeface="Noto Sans KR"/>
              </a:defRPr>
            </a:lvl3pPr>
            <a:lvl4pPr>
              <a:buNone/>
              <a:defRPr sz="1875" b="1">
                <a:solidFill>
                  <a:srgbClr val="A4DDCA"/>
                </a:solidFill>
                <a:latin typeface="Noto Sans KR"/>
                <a:ea typeface="Noto Sans KR"/>
                <a:cs typeface="Noto Sans KR"/>
              </a:defRPr>
            </a:lvl4pPr>
            <a:lvl5pPr>
              <a:buNone/>
              <a:defRPr sz="1875" b="1">
                <a:solidFill>
                  <a:srgbClr val="A4DDCA"/>
                </a:solidFill>
                <a:latin typeface="Noto Sans KR"/>
                <a:ea typeface="Noto Sans KR"/>
                <a:cs typeface="Noto Sans KR"/>
              </a:defRPr>
            </a:lvl5pPr>
            <a:lvl6pPr>
              <a:buNone/>
              <a:defRPr sz="1875" b="1">
                <a:solidFill>
                  <a:srgbClr val="A4DDCA"/>
                </a:solidFill>
                <a:latin typeface="Noto Sans KR"/>
                <a:ea typeface="Noto Sans KR"/>
                <a:cs typeface="Noto Sans KR"/>
              </a:defRPr>
            </a:lvl6pPr>
            <a:lvl7pPr>
              <a:buNone/>
              <a:defRPr sz="1875" b="1">
                <a:solidFill>
                  <a:srgbClr val="A4DDCA"/>
                </a:solidFill>
                <a:latin typeface="Noto Sans KR"/>
                <a:ea typeface="Noto Sans KR"/>
                <a:cs typeface="Noto Sans KR"/>
              </a:defRPr>
            </a:lvl7pPr>
            <a:lvl8pPr>
              <a:buNone/>
              <a:defRPr sz="1875" b="1">
                <a:solidFill>
                  <a:srgbClr val="A4DDCA"/>
                </a:solidFill>
                <a:latin typeface="Noto Sans KR"/>
                <a:ea typeface="Noto Sans KR"/>
                <a:cs typeface="Noto Sans KR"/>
              </a:defRPr>
            </a:lvl8pPr>
            <a:lvl9pPr>
              <a:buNone/>
              <a:defRPr sz="1875" b="1">
                <a:solidFill>
                  <a:srgbClr val="A4DDCA"/>
                </a:solidFill>
                <a:latin typeface="Noto Sans KR"/>
                <a:ea typeface="Noto Sans KR"/>
                <a:cs typeface="Noto Sans KR"/>
              </a:defRPr>
            </a:lvl9pPr>
          </a:lstStyle>
          <a:p xmlns:a="http://schemas.openxmlformats.org/drawingml/2006/main">
            <a:pPr>
              <a:buNone/>
              <a:defRPr sz="1875" b="1">
                <a:solidFill>
                  <a:srgbClr val="A4DDCA"/>
                </a:solidFill>
                <a:latin typeface="Noto Sans KR"/>
                <a:ea typeface="Noto Sans KR"/>
                <a:cs typeface="Noto Sans KR"/>
              </a:defRPr>
            </a:pPr>
            <a:r>
              <a:rPr sz="1875" b="1">
                <a:solidFill>
                  <a:srgbClr val="A4DDCA"/>
                </a:solidFill>
                <a:latin typeface="Noto Sans KR"/>
                <a:ea typeface="Noto Sans KR"/>
                <a:cs typeface="Noto Sans KR"/>
              </a:rPr>
              <a:t>① 날씨API 의존 시스템 조회</a:t>
            </a:r>
          </a:p>
        </p:txBody>
      </p:sp>
      <p:sp>
        <p:nvSpPr>
          <p:cNvPr id="4" name="code-0">
            <a:extLst xmlns:a="http://schemas.openxmlformats.org/drawingml/2006/main">
              <a:ext uri="{FF2B5EF4-FFF2-40B4-BE49-F238E27FC236}">
                <a16:creationId xmlns:a16="http://schemas.microsoft.com/office/drawing/2014/main" id="{B52FF730-9B4C-4D0E-987D-87B547AC0E23}"/>
              </a:ext>
            </a:extLst>
          </p:cNvPr>
          <p:cNvSpPr>
            <a:spLocks xmlns:a="http://schemas.openxmlformats.org/drawingml/2006/main" noGrp="1"/>
          </p:cNvSpPr>
          <p:nvPr/>
        </p:nvSpPr>
        <p:spPr>
          <a:xfrm xmlns:a="http://schemas.openxmlformats.org/drawingml/2006/main">
            <a:off x="609600" y="2476500"/>
            <a:ext cx="52578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725" b="0">
                <a:solidFill>
                  <a:srgbClr val="E4EFEC"/>
                </a:solidFill>
                <a:latin typeface="Noto Sans KR"/>
                <a:ea typeface="Noto Sans KR"/>
                <a:cs typeface="Noto Sans KR"/>
              </a:defRPr>
            </a:defPPr>
            <a:lvl1pPr>
              <a:buNone/>
              <a:defRPr sz="1725" b="0">
                <a:solidFill>
                  <a:srgbClr val="E4EFEC"/>
                </a:solidFill>
                <a:latin typeface="Noto Sans KR"/>
                <a:ea typeface="Noto Sans KR"/>
                <a:cs typeface="Noto Sans KR"/>
              </a:defRPr>
            </a:lvl1pPr>
            <a:lvl2pPr>
              <a:buNone/>
              <a:defRPr sz="1725" b="0">
                <a:solidFill>
                  <a:srgbClr val="E4EFEC"/>
                </a:solidFill>
                <a:latin typeface="Noto Sans KR"/>
                <a:ea typeface="Noto Sans KR"/>
                <a:cs typeface="Noto Sans KR"/>
              </a:defRPr>
            </a:lvl2pPr>
            <a:lvl3pPr>
              <a:buNone/>
              <a:defRPr sz="1725" b="0">
                <a:solidFill>
                  <a:srgbClr val="E4EFEC"/>
                </a:solidFill>
                <a:latin typeface="Noto Sans KR"/>
                <a:ea typeface="Noto Sans KR"/>
                <a:cs typeface="Noto Sans KR"/>
              </a:defRPr>
            </a:lvl3pPr>
            <a:lvl4pPr>
              <a:buNone/>
              <a:defRPr sz="1725" b="0">
                <a:solidFill>
                  <a:srgbClr val="E4EFEC"/>
                </a:solidFill>
                <a:latin typeface="Noto Sans KR"/>
                <a:ea typeface="Noto Sans KR"/>
                <a:cs typeface="Noto Sans KR"/>
              </a:defRPr>
            </a:lvl4pPr>
            <a:lvl5pPr>
              <a:buNone/>
              <a:defRPr sz="1725" b="0">
                <a:solidFill>
                  <a:srgbClr val="E4EFEC"/>
                </a:solidFill>
                <a:latin typeface="Noto Sans KR"/>
                <a:ea typeface="Noto Sans KR"/>
                <a:cs typeface="Noto Sans KR"/>
              </a:defRPr>
            </a:lvl5pPr>
            <a:lvl6pPr>
              <a:buNone/>
              <a:defRPr sz="1725" b="0">
                <a:solidFill>
                  <a:srgbClr val="E4EFEC"/>
                </a:solidFill>
                <a:latin typeface="Noto Sans KR"/>
                <a:ea typeface="Noto Sans KR"/>
                <a:cs typeface="Noto Sans KR"/>
              </a:defRPr>
            </a:lvl6pPr>
            <a:lvl7pPr>
              <a:buNone/>
              <a:defRPr sz="1725" b="0">
                <a:solidFill>
                  <a:srgbClr val="E4EFEC"/>
                </a:solidFill>
                <a:latin typeface="Noto Sans KR"/>
                <a:ea typeface="Noto Sans KR"/>
                <a:cs typeface="Noto Sans KR"/>
              </a:defRPr>
            </a:lvl7pPr>
            <a:lvl8pPr>
              <a:buNone/>
              <a:defRPr sz="1725" b="0">
                <a:solidFill>
                  <a:srgbClr val="E4EFEC"/>
                </a:solidFill>
                <a:latin typeface="Noto Sans KR"/>
                <a:ea typeface="Noto Sans KR"/>
                <a:cs typeface="Noto Sans KR"/>
              </a:defRPr>
            </a:lvl8pPr>
            <a:lvl9pPr>
              <a:buNone/>
              <a:defRPr sz="1725" b="0">
                <a:solidFill>
                  <a:srgbClr val="E4EFEC"/>
                </a:solidFill>
                <a:latin typeface="Noto Sans KR"/>
                <a:ea typeface="Noto Sans KR"/>
                <a:cs typeface="Noto Sans KR"/>
              </a:defRPr>
            </a:lvl9pPr>
          </a:lstStyle>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SELECT ?system WHERE {</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  ?system ex:dependsOn ex:날씨API</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a:t>
            </a:r>
          </a:p>
          <a:p xmlns:a="http://schemas.openxmlformats.org/drawingml/2006/main">
            <a:r>
              <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추론 ON 결과</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배차시스템, 도착예측모델</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이 중 배차시스템의 문서를 찾아봅니다.</a:t>
            </a:r>
          </a:p>
        </p:txBody>
      </p:sp>
      <p:sp>
        <p:nvSpPr>
          <p:cNvPr id="5" name="code-label-1">
            <a:extLst xmlns:a="http://schemas.openxmlformats.org/drawingml/2006/main">
              <a:ext uri="{FF2B5EF4-FFF2-40B4-BE49-F238E27FC236}">
                <a16:creationId xmlns:a16="http://schemas.microsoft.com/office/drawing/2014/main" id="{0758C6B6-D9E3-48AE-88B8-EE0A3C03491E}"/>
              </a:ext>
            </a:extLst>
          </p:cNvPr>
          <p:cNvSpPr>
            <a:spLocks xmlns:a="http://schemas.openxmlformats.org/drawingml/2006/main" noGrp="1"/>
          </p:cNvSpPr>
          <p:nvPr/>
        </p:nvSpPr>
        <p:spPr>
          <a:xfrm xmlns:a="http://schemas.openxmlformats.org/drawingml/2006/main">
            <a:off x="6210300" y="18669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875" b="1">
                <a:solidFill>
                  <a:srgbClr val="A4DDCA"/>
                </a:solidFill>
                <a:latin typeface="Noto Sans KR"/>
                <a:ea typeface="Noto Sans KR"/>
                <a:cs typeface="Noto Sans KR"/>
              </a:defRPr>
            </a:defPPr>
            <a:lvl1pPr>
              <a:buNone/>
              <a:defRPr sz="1875" b="1">
                <a:solidFill>
                  <a:srgbClr val="A4DDCA"/>
                </a:solidFill>
                <a:latin typeface="Noto Sans KR"/>
                <a:ea typeface="Noto Sans KR"/>
                <a:cs typeface="Noto Sans KR"/>
              </a:defRPr>
            </a:lvl1pPr>
            <a:lvl2pPr>
              <a:buNone/>
              <a:defRPr sz="1875" b="1">
                <a:solidFill>
                  <a:srgbClr val="A4DDCA"/>
                </a:solidFill>
                <a:latin typeface="Noto Sans KR"/>
                <a:ea typeface="Noto Sans KR"/>
                <a:cs typeface="Noto Sans KR"/>
              </a:defRPr>
            </a:lvl2pPr>
            <a:lvl3pPr>
              <a:buNone/>
              <a:defRPr sz="1875" b="1">
                <a:solidFill>
                  <a:srgbClr val="A4DDCA"/>
                </a:solidFill>
                <a:latin typeface="Noto Sans KR"/>
                <a:ea typeface="Noto Sans KR"/>
                <a:cs typeface="Noto Sans KR"/>
              </a:defRPr>
            </a:lvl3pPr>
            <a:lvl4pPr>
              <a:buNone/>
              <a:defRPr sz="1875" b="1">
                <a:solidFill>
                  <a:srgbClr val="A4DDCA"/>
                </a:solidFill>
                <a:latin typeface="Noto Sans KR"/>
                <a:ea typeface="Noto Sans KR"/>
                <a:cs typeface="Noto Sans KR"/>
              </a:defRPr>
            </a:lvl4pPr>
            <a:lvl5pPr>
              <a:buNone/>
              <a:defRPr sz="1875" b="1">
                <a:solidFill>
                  <a:srgbClr val="A4DDCA"/>
                </a:solidFill>
                <a:latin typeface="Noto Sans KR"/>
                <a:ea typeface="Noto Sans KR"/>
                <a:cs typeface="Noto Sans KR"/>
              </a:defRPr>
            </a:lvl5pPr>
            <a:lvl6pPr>
              <a:buNone/>
              <a:defRPr sz="1875" b="1">
                <a:solidFill>
                  <a:srgbClr val="A4DDCA"/>
                </a:solidFill>
                <a:latin typeface="Noto Sans KR"/>
                <a:ea typeface="Noto Sans KR"/>
                <a:cs typeface="Noto Sans KR"/>
              </a:defRPr>
            </a:lvl6pPr>
            <a:lvl7pPr>
              <a:buNone/>
              <a:defRPr sz="1875" b="1">
                <a:solidFill>
                  <a:srgbClr val="A4DDCA"/>
                </a:solidFill>
                <a:latin typeface="Noto Sans KR"/>
                <a:ea typeface="Noto Sans KR"/>
                <a:cs typeface="Noto Sans KR"/>
              </a:defRPr>
            </a:lvl7pPr>
            <a:lvl8pPr>
              <a:buNone/>
              <a:defRPr sz="1875" b="1">
                <a:solidFill>
                  <a:srgbClr val="A4DDCA"/>
                </a:solidFill>
                <a:latin typeface="Noto Sans KR"/>
                <a:ea typeface="Noto Sans KR"/>
                <a:cs typeface="Noto Sans KR"/>
              </a:defRPr>
            </a:lvl8pPr>
            <a:lvl9pPr>
              <a:buNone/>
              <a:defRPr sz="1875" b="1">
                <a:solidFill>
                  <a:srgbClr val="A4DDCA"/>
                </a:solidFill>
                <a:latin typeface="Noto Sans KR"/>
                <a:ea typeface="Noto Sans KR"/>
                <a:cs typeface="Noto Sans KR"/>
              </a:defRPr>
            </a:lvl9pPr>
          </a:lstStyle>
          <a:p xmlns:a="http://schemas.openxmlformats.org/drawingml/2006/main">
            <a:pPr>
              <a:buNone/>
              <a:defRPr sz="1875" b="1">
                <a:solidFill>
                  <a:srgbClr val="A4DDCA"/>
                </a:solidFill>
                <a:latin typeface="Noto Sans KR"/>
                <a:ea typeface="Noto Sans KR"/>
                <a:cs typeface="Noto Sans KR"/>
              </a:defRPr>
            </a:pPr>
            <a:r>
              <a:rPr sz="1875" b="1">
                <a:solidFill>
                  <a:srgbClr val="A4DDCA"/>
                </a:solidFill>
                <a:latin typeface="Noto Sans KR"/>
                <a:ea typeface="Noto Sans KR"/>
                <a:cs typeface="Noto Sans KR"/>
              </a:rPr>
              <a:t>② FACTS에 미리 넣어 둔 문서 연결</a:t>
            </a:r>
          </a:p>
        </p:txBody>
      </p:sp>
      <p:sp>
        <p:nvSpPr>
          <p:cNvPr id="6" name="code-1">
            <a:extLst xmlns:a="http://schemas.openxmlformats.org/drawingml/2006/main">
              <a:ext uri="{FF2B5EF4-FFF2-40B4-BE49-F238E27FC236}">
                <a16:creationId xmlns:a16="http://schemas.microsoft.com/office/drawing/2014/main" id="{FFEA1A0A-F310-471D-A13C-3CF4B294E04E}"/>
              </a:ext>
            </a:extLst>
          </p:cNvPr>
          <p:cNvSpPr>
            <a:spLocks xmlns:a="http://schemas.openxmlformats.org/drawingml/2006/main" noGrp="1"/>
          </p:cNvSpPr>
          <p:nvPr/>
        </p:nvSpPr>
        <p:spPr>
          <a:xfrm xmlns:a="http://schemas.openxmlformats.org/drawingml/2006/main">
            <a:off x="6210300" y="2476500"/>
            <a:ext cx="52578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725" b="0">
                <a:solidFill>
                  <a:srgbClr val="E4EFEC"/>
                </a:solidFill>
                <a:latin typeface="Noto Sans KR"/>
                <a:ea typeface="Noto Sans KR"/>
                <a:cs typeface="Noto Sans KR"/>
              </a:defRPr>
            </a:defPPr>
            <a:lvl1pPr>
              <a:buNone/>
              <a:defRPr sz="1725" b="0">
                <a:solidFill>
                  <a:srgbClr val="E4EFEC"/>
                </a:solidFill>
                <a:latin typeface="Noto Sans KR"/>
                <a:ea typeface="Noto Sans KR"/>
                <a:cs typeface="Noto Sans KR"/>
              </a:defRPr>
            </a:lvl1pPr>
            <a:lvl2pPr>
              <a:buNone/>
              <a:defRPr sz="1725" b="0">
                <a:solidFill>
                  <a:srgbClr val="E4EFEC"/>
                </a:solidFill>
                <a:latin typeface="Noto Sans KR"/>
                <a:ea typeface="Noto Sans KR"/>
                <a:cs typeface="Noto Sans KR"/>
              </a:defRPr>
            </a:lvl2pPr>
            <a:lvl3pPr>
              <a:buNone/>
              <a:defRPr sz="1725" b="0">
                <a:solidFill>
                  <a:srgbClr val="E4EFEC"/>
                </a:solidFill>
                <a:latin typeface="Noto Sans KR"/>
                <a:ea typeface="Noto Sans KR"/>
                <a:cs typeface="Noto Sans KR"/>
              </a:defRPr>
            </a:lvl3pPr>
            <a:lvl4pPr>
              <a:buNone/>
              <a:defRPr sz="1725" b="0">
                <a:solidFill>
                  <a:srgbClr val="E4EFEC"/>
                </a:solidFill>
                <a:latin typeface="Noto Sans KR"/>
                <a:ea typeface="Noto Sans KR"/>
                <a:cs typeface="Noto Sans KR"/>
              </a:defRPr>
            </a:lvl4pPr>
            <a:lvl5pPr>
              <a:buNone/>
              <a:defRPr sz="1725" b="0">
                <a:solidFill>
                  <a:srgbClr val="E4EFEC"/>
                </a:solidFill>
                <a:latin typeface="Noto Sans KR"/>
                <a:ea typeface="Noto Sans KR"/>
                <a:cs typeface="Noto Sans KR"/>
              </a:defRPr>
            </a:lvl5pPr>
            <a:lvl6pPr>
              <a:buNone/>
              <a:defRPr sz="1725" b="0">
                <a:solidFill>
                  <a:srgbClr val="E4EFEC"/>
                </a:solidFill>
                <a:latin typeface="Noto Sans KR"/>
                <a:ea typeface="Noto Sans KR"/>
                <a:cs typeface="Noto Sans KR"/>
              </a:defRPr>
            </a:lvl6pPr>
            <a:lvl7pPr>
              <a:buNone/>
              <a:defRPr sz="1725" b="0">
                <a:solidFill>
                  <a:srgbClr val="E4EFEC"/>
                </a:solidFill>
                <a:latin typeface="Noto Sans KR"/>
                <a:ea typeface="Noto Sans KR"/>
                <a:cs typeface="Noto Sans KR"/>
              </a:defRPr>
            </a:lvl7pPr>
            <a:lvl8pPr>
              <a:buNone/>
              <a:defRPr sz="1725" b="0">
                <a:solidFill>
                  <a:srgbClr val="E4EFEC"/>
                </a:solidFill>
                <a:latin typeface="Noto Sans KR"/>
                <a:ea typeface="Noto Sans KR"/>
                <a:cs typeface="Noto Sans KR"/>
              </a:defRPr>
            </a:lvl8pPr>
            <a:lvl9pPr>
              <a:buNone/>
              <a:defRPr sz="1725" b="0">
                <a:solidFill>
                  <a:srgbClr val="E4EFEC"/>
                </a:solidFill>
                <a:latin typeface="Noto Sans KR"/>
                <a:ea typeface="Noto Sans KR"/>
                <a:cs typeface="Noto Sans KR"/>
              </a:defRPr>
            </a:lvl9pPr>
          </a:lstStyle>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ex:운영문서 ex:describes ex:배차시스템 .</a:t>
            </a:r>
          </a:p>
          <a:p xmlns:a="http://schemas.openxmlformats.org/drawingml/2006/main">
            <a:pPr>
              <a:buNone/>
              <a:defRPr sz="1725">
                <a:solidFill>
                  <a:srgbClr val="E4EFEC"/>
                </a:solidFill>
                <a:latin typeface="Noto Sans KR"/>
                <a:ea typeface="Noto Sans KR"/>
                <a:cs typeface="Noto Sans KR"/>
              </a:defRPr>
            </a:pPr>
            <a:r>
              <a:rPr sz="1725">
                <a:solidFill>
                  <a:srgbClr val="E4EFEC"/>
                </a:solidFill>
                <a:latin typeface="Noto Sans KR"/>
                <a:ea typeface="Noto Sans KR"/>
                <a:cs typeface="Noto Sans KR"/>
              </a:rPr>
              <a:t>ex:운영문서 ex:text</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  "배차시스템은 도착예측모델의 결과로 배차 순서를 정한다." .</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배차시스템을 찾으면</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① describes로 연결된 운영문서를 찾고</a:t>
            </a:r>
          </a:p>
          <a:p xmlns:a="http://schemas.openxmlformats.org/drawingml/2006/main">
            <a:pPr>
              <a:buNone/>
              <a:defRPr sz="1725" b="0">
                <a:solidFill>
                  <a:srgbClr val="E4EFEC"/>
                </a:solidFill>
                <a:latin typeface="Noto Sans KR"/>
                <a:ea typeface="Noto Sans KR"/>
                <a:cs typeface="Noto Sans KR"/>
              </a:defRPr>
            </a:pPr>
            <a:r>
              <a:rPr sz="1725" b="0">
                <a:solidFill>
                  <a:srgbClr val="E4EFEC"/>
                </a:solidFill>
                <a:latin typeface="Noto Sans KR"/>
                <a:ea typeface="Noto Sans KR"/>
                <a:cs typeface="Noto Sans KR"/>
              </a:rPr>
              <a:t>② 그 문서의 text를 화면에 표시합니다.</a:t>
            </a:r>
          </a:p>
        </p:txBody>
      </p:sp>
      <p:sp>
        <p:nvSpPr>
          <p:cNvPr id="7" name="page">
            <a:extLst xmlns:a="http://schemas.openxmlformats.org/drawingml/2006/main">
              <a:ext uri="{FF2B5EF4-FFF2-40B4-BE49-F238E27FC236}">
                <a16:creationId xmlns:a16="http://schemas.microsoft.com/office/drawing/2014/main" id="{127D2170-2C07-47DE-BDC5-E1DD25BB9279}"/>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13</a:t>
            </a:r>
          </a:p>
        </p:txBody>
      </p:sp>
      <p:sp>
        <p:nvSpPr>
          <p:cNvPr id="9" name="narrative-bridge">
            <a:extLst xmlns:a="http://schemas.openxmlformats.org/drawingml/2006/main">
              <a:ext uri="{FF2B5EF4-FFF2-40B4-BE49-F238E27FC236}">
                <a16:creationId xmlns:a16="http://schemas.microsoft.com/office/drawing/2014/main" id="{C9F31298-624A-4109-91BC-0FA5E37A2604}"/>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문서 연결은 사람이 미리 작성했습니다. 조회 후 Python 코드가 연결된 문서의 본문을 가져옵니다.</a:t>
            </a:r>
          </a:p>
        </p:txBody>
      </p:sp>
    </p:spTree>
    <p:extLst>
      <p:ext uri="{BB962C8B-B14F-4D97-AF65-F5344CB8AC3E}">
        <p14:creationId xmlns:p14="http://schemas.microsoft.com/office/powerpoint/2010/main" val="237399388"/>
      </p:ext>
    </p:extLst>
  </p:cSld>
</p:sld>
</file>

<file path=ppt/slides/slide14.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5" name="section">
            <a:extLst xmlns:a="http://schemas.openxmlformats.org/drawingml/2006/main">
              <a:ext uri="{FF2B5EF4-FFF2-40B4-BE49-F238E27FC236}">
                <a16:creationId xmlns:a16="http://schemas.microsoft.com/office/drawing/2014/main" id="{84170C1C-3612-49BC-BC0B-D6EA092C3F4D}"/>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01 / 업무 의미와 규칙</a:t>
            </a:r>
          </a:p>
        </p:txBody>
      </p:sp>
      <p:sp>
        <p:nvSpPr>
          <p:cNvPr id="2" name="title">
            <a:extLst xmlns:a="http://schemas.openxmlformats.org/drawingml/2006/main">
              <a:ext uri="{FF2B5EF4-FFF2-40B4-BE49-F238E27FC236}">
                <a16:creationId xmlns:a16="http://schemas.microsoft.com/office/drawing/2014/main" id="{21E432C9-04E9-43A9-9944-9D061913FCF7}"/>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실습은 이렇게 바꿔 보시면 됩니다</a:t>
            </a:r>
          </a:p>
        </p:txBody>
      </p:sp>
      <p:graphicFrame>
        <p:nvGraphicFramePr>
          <p:cNvPr id="3" name="">
            <a:extLst xmlns:a="http://schemas.openxmlformats.org/drawingml/2006/main">
              <a:ext uri="{FF2B5EF4-FFF2-40B4-BE49-F238E27FC236}">
                <a16:creationId xmlns:a16="http://schemas.microsoft.com/office/drawing/2014/main" id="{0F667308-BDF8-4D2B-8D7E-5ECA2ECEF70F}"/>
              </a:ext>
            </a:extLst>
          </p:cNvPr>
          <p:cNvGraphicFramePr/>
          <p:nvPr/>
        </p:nvGraphicFramePr>
        <p:xfrm>
          <a:off xmlns:a="http://schemas.openxmlformats.org/drawingml/2006/main" x="609600" y="1866900"/>
          <a:ext xmlns:a="http://schemas.openxmlformats.org/drawingml/2006/main" cx="10972800" cy="4095750"/>
        </p:xfrm>
        <a:graphic xmlns:a="http://schemas.openxmlformats.org/drawingml/2006/main">
          <a:graphicData uri="http://schemas.openxmlformats.org/drawingml/2006/table">
            <a:tbl>
              <a:tblPr/>
              <a:tblGrid>
                <a:gridCol w="2286000"/>
                <a:gridCol w="3857625"/>
                <a:gridCol w="4829175"/>
              </a:tblGrid>
              <a:tr h="585107">
                <a:tc>
                  <a:txBody>
                    <a:bodyPr/>
                    <a:lstStyle/>
                    <a:p>
                      <a:r>
                        <a:rPr sz="1800" b="1">
                          <a:solidFill>
                            <a:srgbClr val="A4DDCA"/>
                          </a:solidFill>
                          <a:latin typeface="Noto Sans KR"/>
                          <a:ea typeface="Noto Sans KR"/>
                          <a:cs typeface="Noto Sans KR"/>
                        </a:rPr>
                        <a:t>실습</a:t>
                      </a:r>
                    </a:p>
                  </a:txBody>
                  <a:tcPr marL="114300" marR="114300" marT="95250" marB="95250" anchor="ctr">
                    <a:lnL w="9525">
                      <a:solidFill>
                        <a:srgbClr val="284B5A"/>
                      </a:solidFill>
                      <a:prstDash val="solid"/>
                    </a:lnL>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바꿀 내용</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예상 결과</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r>
              <a:tr h="585107">
                <a:tc>
                  <a:txBody>
                    <a:bodyPr/>
                    <a:lstStyle/>
                    <a:p>
                      <a:r>
                        <a:rPr sz="1725" b="0">
                          <a:solidFill>
                            <a:srgbClr val="E4EFEC"/>
                          </a:solidFill>
                          <a:latin typeface="Noto Sans KR"/>
                          <a:ea typeface="Noto Sans KR"/>
                          <a:cs typeface="Noto Sans KR"/>
                        </a:rPr>
                        <a:t>1. 종류</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추론을 끄고 다시 켜기</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소프트웨어 목록 2개 / 3개</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585107">
                <a:tc>
                  <a:txBody>
                    <a:bodyPr/>
                    <a:lstStyle/>
                    <a:p>
                      <a:r>
                        <a:rPr sz="1725" b="0">
                          <a:solidFill>
                            <a:srgbClr val="E4EFEC"/>
                          </a:solidFill>
                          <a:latin typeface="Noto Sans KR"/>
                          <a:ea typeface="Noto Sans KR"/>
                          <a:cs typeface="Noto Sans KR"/>
                        </a:rPr>
                        <a:t>2. 의존 경로</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날씨API 의존 질문 선택</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직접 연결 1개 / 간접 포함 2개</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585107">
                <a:tc>
                  <a:txBody>
                    <a:bodyPr/>
                    <a:lstStyle/>
                    <a:p>
                      <a:r>
                        <a:rPr sz="1725" b="0">
                          <a:solidFill>
                            <a:srgbClr val="E4EFEC"/>
                          </a:solidFill>
                          <a:latin typeface="Noto Sans KR"/>
                          <a:ea typeface="Noto Sans KR"/>
                          <a:cs typeface="Noto Sans KR"/>
                        </a:rPr>
                        <a:t>3. 반대 방향</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시스템 사용자 질문 선택</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0개 / 물류사 1개</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585107">
                <a:tc>
                  <a:txBody>
                    <a:bodyPr/>
                    <a:lstStyle/>
                    <a:p>
                      <a:r>
                        <a:rPr sz="1725" b="0">
                          <a:solidFill>
                            <a:srgbClr val="E4EFEC"/>
                          </a:solidFill>
                          <a:latin typeface="Noto Sans KR"/>
                          <a:ea typeface="Noto Sans KR"/>
                          <a:cs typeface="Noto Sans KR"/>
                        </a:rPr>
                        <a:t>4. 필수 입력</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uses 관계만 지우기</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누락 오류</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585107">
                <a:tc>
                  <a:txBody>
                    <a:bodyPr/>
                    <a:lstStyle/>
                    <a:p>
                      <a:r>
                        <a:rPr sz="1725" b="0">
                          <a:solidFill>
                            <a:srgbClr val="E4EFEC"/>
                          </a:solidFill>
                          <a:latin typeface="Noto Sans KR"/>
                          <a:ea typeface="Noto Sans KR"/>
                          <a:cs typeface="Noto Sans KR"/>
                        </a:rPr>
                        <a:t>5. 이름과 개체</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개체 대신 문자열 넣기</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값 종류 오류</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585107">
                <a:tc>
                  <a:txBody>
                    <a:bodyPr/>
                    <a:lstStyle/>
                    <a:p>
                      <a:r>
                        <a:rPr sz="1725" b="0">
                          <a:solidFill>
                            <a:srgbClr val="E4EFEC"/>
                          </a:solidFill>
                          <a:latin typeface="Noto Sans KR"/>
                          <a:ea typeface="Noto Sans KR"/>
                          <a:cs typeface="Noto Sans KR"/>
                        </a:rPr>
                        <a:t>6. 타입 선언</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domain/range 예제 실행</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대상의 종류가 새로 붙음</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bl>
          </a:graphicData>
        </a:graphic>
      </p:graphicFrame>
      <p:sp>
        <p:nvSpPr>
          <p:cNvPr id="4" name="page">
            <a:extLst xmlns:a="http://schemas.openxmlformats.org/drawingml/2006/main">
              <a:ext uri="{FF2B5EF4-FFF2-40B4-BE49-F238E27FC236}">
                <a16:creationId xmlns:a16="http://schemas.microsoft.com/office/drawing/2014/main" id="{0429EF85-AC46-4307-95D3-9F67860E66A7}"/>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14</a:t>
            </a:r>
          </a:p>
        </p:txBody>
      </p:sp>
      <p:sp>
        <p:nvSpPr>
          <p:cNvPr id="6" name="narrative-bridge">
            <a:extLst xmlns:a="http://schemas.openxmlformats.org/drawingml/2006/main">
              <a:ext uri="{FF2B5EF4-FFF2-40B4-BE49-F238E27FC236}">
                <a16:creationId xmlns:a16="http://schemas.microsoft.com/office/drawing/2014/main" id="{45C4BF9D-4B60-4A3C-A848-617A2942537F}"/>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실습에서 바꿔 본 규칙과 데이터는 실제 업무에서도 함께 관리합니다.</a:t>
            </a:r>
          </a:p>
        </p:txBody>
      </p:sp>
    </p:spTree>
    <p:extLst>
      <p:ext uri="{BB962C8B-B14F-4D97-AF65-F5344CB8AC3E}">
        <p14:creationId xmlns:p14="http://schemas.microsoft.com/office/powerpoint/2010/main" val="1805687597"/>
      </p:ext>
    </p:extLst>
  </p:cSld>
</p:sld>
</file>

<file path=ppt/slides/slide15.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054327BF-5BAE-4C4A-B946-F51B6BE936FD}"/>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01 / 업무 의미와 규칙</a:t>
            </a:r>
          </a:p>
        </p:txBody>
      </p:sp>
      <p:sp>
        <p:nvSpPr>
          <p:cNvPr id="2" name="title">
            <a:extLst xmlns:a="http://schemas.openxmlformats.org/drawingml/2006/main">
              <a:ext uri="{FF2B5EF4-FFF2-40B4-BE49-F238E27FC236}">
                <a16:creationId xmlns:a16="http://schemas.microsoft.com/office/drawing/2014/main" id="{F303C8D9-5996-4B95-97D8-50FE29D47303}"/>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실제 업무에서는 계속 고쳐 나갑니다</a:t>
            </a:r>
          </a:p>
        </p:txBody>
      </p:sp>
      <p:sp>
        <p:nvSpPr>
          <p:cNvPr id="3" name="label-0">
            <a:extLst xmlns:a="http://schemas.openxmlformats.org/drawingml/2006/main">
              <a:ext uri="{FF2B5EF4-FFF2-40B4-BE49-F238E27FC236}">
                <a16:creationId xmlns:a16="http://schemas.microsoft.com/office/drawing/2014/main" id="{1E42BAA9-2D39-4FDD-BB15-1D77055944C4}"/>
              </a:ext>
            </a:extLst>
          </p:cNvPr>
          <p:cNvSpPr>
            <a:spLocks xmlns:a="http://schemas.openxmlformats.org/drawingml/2006/main" noGrp="1"/>
          </p:cNvSpPr>
          <p:nvPr/>
        </p:nvSpPr>
        <p:spPr>
          <a:xfrm xmlns:a="http://schemas.openxmlformats.org/drawingml/2006/main">
            <a:off x="609600" y="186690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작은 범위부터</a:t>
            </a:r>
          </a:p>
        </p:txBody>
      </p:sp>
      <p:sp>
        <p:nvSpPr>
          <p:cNvPr id="4" name="body-0">
            <a:extLst xmlns:a="http://schemas.openxmlformats.org/drawingml/2006/main">
              <a:ext uri="{FF2B5EF4-FFF2-40B4-BE49-F238E27FC236}">
                <a16:creationId xmlns:a16="http://schemas.microsoft.com/office/drawing/2014/main" id="{1D5CFC79-E9D3-4822-8BAE-6BF5524BAA06}"/>
              </a:ext>
            </a:extLst>
          </p:cNvPr>
          <p:cNvSpPr>
            <a:spLocks xmlns:a="http://schemas.openxmlformats.org/drawingml/2006/main" noGrp="1"/>
          </p:cNvSpPr>
          <p:nvPr/>
        </p:nvSpPr>
        <p:spPr>
          <a:xfrm xmlns:a="http://schemas.openxmlformats.org/drawingml/2006/main">
            <a:off x="3190875" y="1866900"/>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업무 질문 몇 개와 필요한 대상부터 정합니다.</a:t>
            </a:r>
          </a:p>
        </p:txBody>
      </p:sp>
      <p:sp>
        <p:nvSpPr>
          <p:cNvPr id="5" name="label-1">
            <a:extLst xmlns:a="http://schemas.openxmlformats.org/drawingml/2006/main">
              <a:ext uri="{FF2B5EF4-FFF2-40B4-BE49-F238E27FC236}">
                <a16:creationId xmlns:a16="http://schemas.microsoft.com/office/drawing/2014/main" id="{C32849B4-D107-4A1B-A06C-CE79233FF261}"/>
              </a:ext>
            </a:extLst>
          </p:cNvPr>
          <p:cNvSpPr>
            <a:spLocks xmlns:a="http://schemas.openxmlformats.org/drawingml/2006/main" noGrp="1"/>
          </p:cNvSpPr>
          <p:nvPr/>
        </p:nvSpPr>
        <p:spPr>
          <a:xfrm xmlns:a="http://schemas.openxmlformats.org/drawingml/2006/main">
            <a:off x="609600" y="3133725"/>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담당자와 의미 맞추기</a:t>
            </a:r>
          </a:p>
        </p:txBody>
      </p:sp>
      <p:sp>
        <p:nvSpPr>
          <p:cNvPr id="6" name="body-1">
            <a:extLst xmlns:a="http://schemas.openxmlformats.org/drawingml/2006/main">
              <a:ext uri="{FF2B5EF4-FFF2-40B4-BE49-F238E27FC236}">
                <a16:creationId xmlns:a16="http://schemas.microsoft.com/office/drawing/2014/main" id="{EBCCC920-B880-4F84-B1F1-B046FA31B3C6}"/>
              </a:ext>
            </a:extLst>
          </p:cNvPr>
          <p:cNvSpPr>
            <a:spLocks xmlns:a="http://schemas.openxmlformats.org/drawingml/2006/main" noGrp="1"/>
          </p:cNvSpPr>
          <p:nvPr/>
        </p:nvSpPr>
        <p:spPr>
          <a:xfrm xmlns:a="http://schemas.openxmlformats.org/drawingml/2006/main">
            <a:off x="3190875" y="3133725"/>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용어와 관계를 누가 정의하고 바꿀지 정합니다.</a:t>
            </a:r>
          </a:p>
        </p:txBody>
      </p:sp>
      <p:sp>
        <p:nvSpPr>
          <p:cNvPr id="7" name="label-2">
            <a:extLst xmlns:a="http://schemas.openxmlformats.org/drawingml/2006/main">
              <a:ext uri="{FF2B5EF4-FFF2-40B4-BE49-F238E27FC236}">
                <a16:creationId xmlns:a16="http://schemas.microsoft.com/office/drawing/2014/main" id="{8FD55FBB-5123-453F-9997-692EA57145D2}"/>
              </a:ext>
            </a:extLst>
          </p:cNvPr>
          <p:cNvSpPr>
            <a:spLocks xmlns:a="http://schemas.openxmlformats.org/drawingml/2006/main" noGrp="1"/>
          </p:cNvSpPr>
          <p:nvPr/>
        </p:nvSpPr>
        <p:spPr>
          <a:xfrm xmlns:a="http://schemas.openxmlformats.org/drawingml/2006/main">
            <a:off x="609600" y="4400550"/>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950" b="1">
                <a:solidFill>
                  <a:srgbClr val="A4DDCA"/>
                </a:solidFill>
                <a:latin typeface="Noto Sans KR"/>
                <a:ea typeface="Noto Sans KR"/>
                <a:cs typeface="Noto Sans KR"/>
              </a:defRPr>
            </a:defPPr>
            <a:lvl1pPr>
              <a:buNone/>
              <a:defRPr sz="1950" b="1">
                <a:solidFill>
                  <a:srgbClr val="A4DDCA"/>
                </a:solidFill>
                <a:latin typeface="Noto Sans KR"/>
                <a:ea typeface="Noto Sans KR"/>
                <a:cs typeface="Noto Sans KR"/>
              </a:defRPr>
            </a:lvl1pPr>
            <a:lvl2pPr>
              <a:buNone/>
              <a:defRPr sz="1950" b="1">
                <a:solidFill>
                  <a:srgbClr val="A4DDCA"/>
                </a:solidFill>
                <a:latin typeface="Noto Sans KR"/>
                <a:ea typeface="Noto Sans KR"/>
                <a:cs typeface="Noto Sans KR"/>
              </a:defRPr>
            </a:lvl2pPr>
            <a:lvl3pPr>
              <a:buNone/>
              <a:defRPr sz="1950" b="1">
                <a:solidFill>
                  <a:srgbClr val="A4DDCA"/>
                </a:solidFill>
                <a:latin typeface="Noto Sans KR"/>
                <a:ea typeface="Noto Sans KR"/>
                <a:cs typeface="Noto Sans KR"/>
              </a:defRPr>
            </a:lvl3pPr>
            <a:lvl4pPr>
              <a:buNone/>
              <a:defRPr sz="1950" b="1">
                <a:solidFill>
                  <a:srgbClr val="A4DDCA"/>
                </a:solidFill>
                <a:latin typeface="Noto Sans KR"/>
                <a:ea typeface="Noto Sans KR"/>
                <a:cs typeface="Noto Sans KR"/>
              </a:defRPr>
            </a:lvl4pPr>
            <a:lvl5pPr>
              <a:buNone/>
              <a:defRPr sz="1950" b="1">
                <a:solidFill>
                  <a:srgbClr val="A4DDCA"/>
                </a:solidFill>
                <a:latin typeface="Noto Sans KR"/>
                <a:ea typeface="Noto Sans KR"/>
                <a:cs typeface="Noto Sans KR"/>
              </a:defRPr>
            </a:lvl5pPr>
            <a:lvl6pPr>
              <a:buNone/>
              <a:defRPr sz="1950" b="1">
                <a:solidFill>
                  <a:srgbClr val="A4DDCA"/>
                </a:solidFill>
                <a:latin typeface="Noto Sans KR"/>
                <a:ea typeface="Noto Sans KR"/>
                <a:cs typeface="Noto Sans KR"/>
              </a:defRPr>
            </a:lvl6pPr>
            <a:lvl7pPr>
              <a:buNone/>
              <a:defRPr sz="1950" b="1">
                <a:solidFill>
                  <a:srgbClr val="A4DDCA"/>
                </a:solidFill>
                <a:latin typeface="Noto Sans KR"/>
                <a:ea typeface="Noto Sans KR"/>
                <a:cs typeface="Noto Sans KR"/>
              </a:defRPr>
            </a:lvl7pPr>
            <a:lvl8pPr>
              <a:buNone/>
              <a:defRPr sz="1950" b="1">
                <a:solidFill>
                  <a:srgbClr val="A4DDCA"/>
                </a:solidFill>
                <a:latin typeface="Noto Sans KR"/>
                <a:ea typeface="Noto Sans KR"/>
                <a:cs typeface="Noto Sans KR"/>
              </a:defRPr>
            </a:lvl8pPr>
            <a:lvl9pPr>
              <a:buNone/>
              <a:defRPr sz="1950" b="1">
                <a:solidFill>
                  <a:srgbClr val="A4DDCA"/>
                </a:solidFill>
                <a:latin typeface="Noto Sans KR"/>
                <a:ea typeface="Noto Sans KR"/>
                <a:cs typeface="Noto Sans KR"/>
              </a:defRPr>
            </a:lvl9pPr>
          </a:lstStyle>
          <a:p xmlns:a="http://schemas.openxmlformats.org/drawingml/2006/main">
            <a:pPr>
              <a:buNone/>
              <a:defRPr sz="1950" b="1">
                <a:solidFill>
                  <a:srgbClr val="A4DDCA"/>
                </a:solidFill>
                <a:latin typeface="Noto Sans KR"/>
                <a:ea typeface="Noto Sans KR"/>
                <a:cs typeface="Noto Sans KR"/>
              </a:defRPr>
            </a:pPr>
            <a:r>
              <a:rPr sz="1950" b="1">
                <a:solidFill>
                  <a:srgbClr val="A4DDCA"/>
                </a:solidFill>
                <a:latin typeface="Noto Sans KR"/>
                <a:ea typeface="Noto Sans KR"/>
                <a:cs typeface="Noto Sans KR"/>
              </a:rPr>
              <a:t>수정 후 다시 확인하기</a:t>
            </a:r>
          </a:p>
        </p:txBody>
      </p:sp>
      <p:sp>
        <p:nvSpPr>
          <p:cNvPr id="8" name="body-2">
            <a:extLst xmlns:a="http://schemas.openxmlformats.org/drawingml/2006/main">
              <a:ext uri="{FF2B5EF4-FFF2-40B4-BE49-F238E27FC236}">
                <a16:creationId xmlns:a16="http://schemas.microsoft.com/office/drawing/2014/main" id="{E8225899-087E-4D99-A820-099C3657CE5C}"/>
              </a:ext>
            </a:extLst>
          </p:cNvPr>
          <p:cNvSpPr>
            <a:spLocks xmlns:a="http://schemas.openxmlformats.org/drawingml/2006/main" noGrp="1"/>
          </p:cNvSpPr>
          <p:nvPr/>
        </p:nvSpPr>
        <p:spPr>
          <a:xfrm xmlns:a="http://schemas.openxmlformats.org/drawingml/2006/main">
            <a:off x="3190875" y="4400550"/>
            <a:ext cx="8229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2025" b="0">
                <a:solidFill>
                  <a:srgbClr val="E4EFEC"/>
                </a:solidFill>
                <a:latin typeface="Noto Sans KR"/>
                <a:ea typeface="Noto Sans KR"/>
                <a:cs typeface="Noto Sans KR"/>
              </a:defRPr>
            </a:defPPr>
            <a:lvl1pPr>
              <a:buNone/>
              <a:defRPr sz="2025" b="0">
                <a:solidFill>
                  <a:srgbClr val="E4EFEC"/>
                </a:solidFill>
                <a:latin typeface="Noto Sans KR"/>
                <a:ea typeface="Noto Sans KR"/>
                <a:cs typeface="Noto Sans KR"/>
              </a:defRPr>
            </a:lvl1pPr>
            <a:lvl2pPr>
              <a:buNone/>
              <a:defRPr sz="2025" b="0">
                <a:solidFill>
                  <a:srgbClr val="E4EFEC"/>
                </a:solidFill>
                <a:latin typeface="Noto Sans KR"/>
                <a:ea typeface="Noto Sans KR"/>
                <a:cs typeface="Noto Sans KR"/>
              </a:defRPr>
            </a:lvl2pPr>
            <a:lvl3pPr>
              <a:buNone/>
              <a:defRPr sz="2025" b="0">
                <a:solidFill>
                  <a:srgbClr val="E4EFEC"/>
                </a:solidFill>
                <a:latin typeface="Noto Sans KR"/>
                <a:ea typeface="Noto Sans KR"/>
                <a:cs typeface="Noto Sans KR"/>
              </a:defRPr>
            </a:lvl3pPr>
            <a:lvl4pPr>
              <a:buNone/>
              <a:defRPr sz="2025" b="0">
                <a:solidFill>
                  <a:srgbClr val="E4EFEC"/>
                </a:solidFill>
                <a:latin typeface="Noto Sans KR"/>
                <a:ea typeface="Noto Sans KR"/>
                <a:cs typeface="Noto Sans KR"/>
              </a:defRPr>
            </a:lvl4pPr>
            <a:lvl5pPr>
              <a:buNone/>
              <a:defRPr sz="2025" b="0">
                <a:solidFill>
                  <a:srgbClr val="E4EFEC"/>
                </a:solidFill>
                <a:latin typeface="Noto Sans KR"/>
                <a:ea typeface="Noto Sans KR"/>
                <a:cs typeface="Noto Sans KR"/>
              </a:defRPr>
            </a:lvl5pPr>
            <a:lvl6pPr>
              <a:buNone/>
              <a:defRPr sz="2025" b="0">
                <a:solidFill>
                  <a:srgbClr val="E4EFEC"/>
                </a:solidFill>
                <a:latin typeface="Noto Sans KR"/>
                <a:ea typeface="Noto Sans KR"/>
                <a:cs typeface="Noto Sans KR"/>
              </a:defRPr>
            </a:lvl6pPr>
            <a:lvl7pPr>
              <a:buNone/>
              <a:defRPr sz="2025" b="0">
                <a:solidFill>
                  <a:srgbClr val="E4EFEC"/>
                </a:solidFill>
                <a:latin typeface="Noto Sans KR"/>
                <a:ea typeface="Noto Sans KR"/>
                <a:cs typeface="Noto Sans KR"/>
              </a:defRPr>
            </a:lvl7pPr>
            <a:lvl8pPr>
              <a:buNone/>
              <a:defRPr sz="2025" b="0">
                <a:solidFill>
                  <a:srgbClr val="E4EFEC"/>
                </a:solidFill>
                <a:latin typeface="Noto Sans KR"/>
                <a:ea typeface="Noto Sans KR"/>
                <a:cs typeface="Noto Sans KR"/>
              </a:defRPr>
            </a:lvl8pPr>
            <a:lvl9pPr>
              <a:buNone/>
              <a:defRPr sz="2025" b="0">
                <a:solidFill>
                  <a:srgbClr val="E4EFEC"/>
                </a:solidFill>
                <a:latin typeface="Noto Sans KR"/>
                <a:ea typeface="Noto Sans KR"/>
                <a:cs typeface="Noto Sans KR"/>
              </a:defRPr>
            </a:lvl9pPr>
          </a:lstStyle>
          <a:p xmlns:a="http://schemas.openxmlformats.org/drawingml/2006/main">
            <a:pPr>
              <a:buNone/>
              <a:defRPr sz="2025" b="0">
                <a:solidFill>
                  <a:srgbClr val="E4EFEC"/>
                </a:solidFill>
                <a:latin typeface="Noto Sans KR"/>
                <a:ea typeface="Noto Sans KR"/>
                <a:cs typeface="Noto Sans KR"/>
              </a:defRPr>
            </a:pPr>
            <a:r>
              <a:rPr sz="2025" b="0">
                <a:solidFill>
                  <a:srgbClr val="E4EFEC"/>
                </a:solidFill>
                <a:latin typeface="Noto Sans KR"/>
                <a:ea typeface="Noto Sans KR"/>
                <a:cs typeface="Noto Sans KR"/>
              </a:rPr>
              <a:t>기존 질문의 답과 입력 검사 결과를 비교합니다.</a:t>
            </a:r>
          </a:p>
        </p:txBody>
      </p:sp>
      <p:sp>
        <p:nvSpPr>
          <p:cNvPr id="9" name="page">
            <a:extLst xmlns:a="http://schemas.openxmlformats.org/drawingml/2006/main">
              <a:ext uri="{FF2B5EF4-FFF2-40B4-BE49-F238E27FC236}">
                <a16:creationId xmlns:a16="http://schemas.microsoft.com/office/drawing/2014/main" id="{092FE296-3784-45D0-B215-22E2A0C9F77E}"/>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15</a:t>
            </a:r>
          </a:p>
        </p:txBody>
      </p:sp>
      <p:sp>
        <p:nvSpPr>
          <p:cNvPr id="11" name="narrative-bridge">
            <a:extLst xmlns:a="http://schemas.openxmlformats.org/drawingml/2006/main">
              <a:ext uri="{FF2B5EF4-FFF2-40B4-BE49-F238E27FC236}">
                <a16:creationId xmlns:a16="http://schemas.microsoft.com/office/drawing/2014/main" id="{4D240D31-3767-4C04-A240-B6310DD5F105}"/>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이렇게 정리한 연결을 이제 답변에 필요한 근거를 찾는 데 활용합니다.</a:t>
            </a:r>
          </a:p>
        </p:txBody>
      </p:sp>
    </p:spTree>
    <p:extLst>
      <p:ext uri="{BB962C8B-B14F-4D97-AF65-F5344CB8AC3E}">
        <p14:creationId xmlns:p14="http://schemas.microsoft.com/office/powerpoint/2010/main" val="1238508376"/>
      </p:ext>
    </p:extLst>
  </p:cSld>
</p:sld>
</file>

<file path=ppt/slides/slide16.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5" name="section">
            <a:extLst xmlns:a="http://schemas.openxmlformats.org/drawingml/2006/main">
              <a:ext uri="{FF2B5EF4-FFF2-40B4-BE49-F238E27FC236}">
                <a16:creationId xmlns:a16="http://schemas.microsoft.com/office/drawing/2014/main" id="{7313E76B-7446-435F-84D5-879E32E718FD}"/>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02 / 검색 구조 비교</a:t>
            </a:r>
          </a:p>
        </p:txBody>
      </p:sp>
      <p:sp>
        <p:nvSpPr>
          <p:cNvPr id="2" name="title">
            <a:extLst xmlns:a="http://schemas.openxmlformats.org/drawingml/2006/main">
              <a:ext uri="{FF2B5EF4-FFF2-40B4-BE49-F238E27FC236}">
                <a16:creationId xmlns:a16="http://schemas.microsoft.com/office/drawing/2014/main" id="{7CB52FC4-B0F5-4A12-AE89-CFACB1AC7CC2}"/>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온톨로지의 연결을 GraphRAG 검색에 활용</a:t>
            </a:r>
          </a:p>
        </p:txBody>
      </p:sp>
      <p:graphicFrame>
        <p:nvGraphicFramePr>
          <p:cNvPr id="3" name="">
            <a:extLst xmlns:a="http://schemas.openxmlformats.org/drawingml/2006/main">
              <a:ext uri="{FF2B5EF4-FFF2-40B4-BE49-F238E27FC236}">
                <a16:creationId xmlns:a16="http://schemas.microsoft.com/office/drawing/2014/main" id="{56FCCFA8-8B80-4544-A17B-2DD559530E30}"/>
              </a:ext>
            </a:extLst>
          </p:cNvPr>
          <p:cNvGraphicFramePr/>
          <p:nvPr/>
        </p:nvGraphicFramePr>
        <p:xfrm>
          <a:off xmlns:a="http://schemas.openxmlformats.org/drawingml/2006/main" x="609600" y="1866900"/>
          <a:ext xmlns:a="http://schemas.openxmlformats.org/drawingml/2006/main" cx="10972800" cy="2476500"/>
        </p:xfrm>
        <a:graphic xmlns:a="http://schemas.openxmlformats.org/drawingml/2006/main">
          <a:graphicData uri="http://schemas.openxmlformats.org/drawingml/2006/table">
            <a:tbl>
              <a:tblPr/>
              <a:tblGrid>
                <a:gridCol w="2286000"/>
                <a:gridCol w="3857625"/>
                <a:gridCol w="4829175"/>
              </a:tblGrid>
              <a:tr h="619125">
                <a:tc>
                  <a:txBody>
                    <a:bodyPr/>
                    <a:lstStyle/>
                    <a:p>
                      <a:r>
                        <a:rPr sz="1800" b="1">
                          <a:solidFill>
                            <a:srgbClr val="A4DDCA"/>
                          </a:solidFill>
                          <a:latin typeface="Noto Sans KR"/>
                          <a:ea typeface="Noto Sans KR"/>
                          <a:cs typeface="Noto Sans KR"/>
                        </a:rPr>
                        <a:t>단계</a:t>
                      </a:r>
                    </a:p>
                  </a:txBody>
                  <a:tcPr marL="114300" marR="114300" marT="95250" marB="95250" anchor="ctr">
                    <a:lnL w="9525">
                      <a:solidFill>
                        <a:srgbClr val="284B5A"/>
                      </a:solidFill>
                      <a:prstDash val="solid"/>
                    </a:lnL>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하는 일</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나오는 결과</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r>
              <a:tr h="619125">
                <a:tc>
                  <a:txBody>
                    <a:bodyPr/>
                    <a:lstStyle/>
                    <a:p>
                      <a:r>
                        <a:rPr sz="1725" b="0">
                          <a:solidFill>
                            <a:srgbClr val="E4EFEC"/>
                          </a:solidFill>
                          <a:latin typeface="Noto Sans KR"/>
                          <a:ea typeface="Noto Sans KR"/>
                          <a:cs typeface="Noto Sans KR"/>
                        </a:rPr>
                        <a:t>규칙 추론</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명시한 규칙을 사실에 적용</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추가로 알 수 있는 사실</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GraphRAG 검색</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질문에 관련된 연결과 문서 찾기</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답변에 쓸 근거 후보</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LLM 답변 생성</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질문과 근거를 읽고 설명 작성</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자연어 답변과 인용</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bl>
          </a:graphicData>
        </a:graphic>
      </p:graphicFrame>
      <p:sp>
        <p:nvSpPr>
          <p:cNvPr id="4" name="page">
            <a:extLst xmlns:a="http://schemas.openxmlformats.org/drawingml/2006/main">
              <a:ext uri="{FF2B5EF4-FFF2-40B4-BE49-F238E27FC236}">
                <a16:creationId xmlns:a16="http://schemas.microsoft.com/office/drawing/2014/main" id="{8E07C337-3400-4E6F-84C0-3DD75462C4F4}"/>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16</a:t>
            </a:r>
          </a:p>
        </p:txBody>
      </p:sp>
      <p:sp>
        <p:nvSpPr>
          <p:cNvPr id="6" name="narrative-bridge">
            <a:extLst xmlns:a="http://schemas.openxmlformats.org/drawingml/2006/main">
              <a:ext uri="{FF2B5EF4-FFF2-40B4-BE49-F238E27FC236}">
                <a16:creationId xmlns:a16="http://schemas.microsoft.com/office/drawing/2014/main" id="{D17B31D0-C28A-4E21-9F62-C27403AC7CA2}"/>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GraphRAG는 저장 구조와 근거를 찾는 방식으로 비교하겠습니다.</a:t>
            </a:r>
          </a:p>
        </p:txBody>
      </p:sp>
    </p:spTree>
    <p:extLst>
      <p:ext uri="{BB962C8B-B14F-4D97-AF65-F5344CB8AC3E}">
        <p14:creationId xmlns:p14="http://schemas.microsoft.com/office/powerpoint/2010/main" val="1677037954"/>
      </p:ext>
    </p:extLst>
  </p:cSld>
</p:sld>
</file>

<file path=ppt/slides/slide17.xml><?xml version="1.0" encoding="utf-8"?>
<p:sld xmlns:p="http://schemas.openxmlformats.org/presentationml/2006/main">
  <p:cSld>
    <p:bg>
      <p:bgPr>
        <a:solidFill xmlns:a="http://schemas.openxmlformats.org/drawingml/2006/main">
          <a:srgbClr val="081923"/>
        </a:solidFill>
      </p:bgPr>
    </p:bg>
    <p:spTree>
      <p:nvGrpSpPr>
        <p:cNvPr id="1" name=""/>
        <p:cNvGrpSpPr/>
        <p:nvPr/>
      </p:nvGrpSpPr>
      <p:grpSpPr>
        <a:xfrm xmlns:a="http://schemas.openxmlformats.org/drawingml/2006/main"/>
      </p:grpSpPr>
      <p:sp>
        <p:nvSpPr>
          <p:cNvPr id="5" name="section">
            <a:extLst xmlns:a="http://schemas.openxmlformats.org/drawingml/2006/main">
              <a:ext uri="{FF2B5EF4-FFF2-40B4-BE49-F238E27FC236}">
                <a16:creationId xmlns:a16="http://schemas.microsoft.com/office/drawing/2014/main" id="{7B5FC685-C12D-4DE2-A40A-72D44C51502B}"/>
              </a:ext>
            </a:extLst>
          </p:cNvPr>
          <p:cNvSpPr>
            <a:spLocks xmlns:a="http://schemas.openxmlformats.org/drawingml/2006/main" noGrp="1"/>
          </p:cNvSpPr>
          <p:nvPr/>
        </p:nvSpPr>
        <p:spPr>
          <a:xfrm xmlns:a="http://schemas.openxmlformats.org/drawingml/2006/main">
            <a:off x="609600" y="33337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1">
                <a:solidFill>
                  <a:srgbClr val="A4DDCA"/>
                </a:solidFill>
                <a:latin typeface="Noto Sans KR"/>
                <a:ea typeface="Noto Sans KR"/>
                <a:cs typeface="Noto Sans KR"/>
              </a:defRPr>
            </a:defPPr>
            <a:lvl1pPr>
              <a:buNone/>
              <a:defRPr sz="1125" b="1">
                <a:solidFill>
                  <a:srgbClr val="A4DDCA"/>
                </a:solidFill>
                <a:latin typeface="Noto Sans KR"/>
                <a:ea typeface="Noto Sans KR"/>
                <a:cs typeface="Noto Sans KR"/>
              </a:defRPr>
            </a:lvl1pPr>
            <a:lvl2pPr>
              <a:buNone/>
              <a:defRPr sz="1125" b="1">
                <a:solidFill>
                  <a:srgbClr val="A4DDCA"/>
                </a:solidFill>
                <a:latin typeface="Noto Sans KR"/>
                <a:ea typeface="Noto Sans KR"/>
                <a:cs typeface="Noto Sans KR"/>
              </a:defRPr>
            </a:lvl2pPr>
            <a:lvl3pPr>
              <a:buNone/>
              <a:defRPr sz="1125" b="1">
                <a:solidFill>
                  <a:srgbClr val="A4DDCA"/>
                </a:solidFill>
                <a:latin typeface="Noto Sans KR"/>
                <a:ea typeface="Noto Sans KR"/>
                <a:cs typeface="Noto Sans KR"/>
              </a:defRPr>
            </a:lvl3pPr>
            <a:lvl4pPr>
              <a:buNone/>
              <a:defRPr sz="1125" b="1">
                <a:solidFill>
                  <a:srgbClr val="A4DDCA"/>
                </a:solidFill>
                <a:latin typeface="Noto Sans KR"/>
                <a:ea typeface="Noto Sans KR"/>
                <a:cs typeface="Noto Sans KR"/>
              </a:defRPr>
            </a:lvl4pPr>
            <a:lvl5pPr>
              <a:buNone/>
              <a:defRPr sz="1125" b="1">
                <a:solidFill>
                  <a:srgbClr val="A4DDCA"/>
                </a:solidFill>
                <a:latin typeface="Noto Sans KR"/>
                <a:ea typeface="Noto Sans KR"/>
                <a:cs typeface="Noto Sans KR"/>
              </a:defRPr>
            </a:lvl5pPr>
            <a:lvl6pPr>
              <a:buNone/>
              <a:defRPr sz="1125" b="1">
                <a:solidFill>
                  <a:srgbClr val="A4DDCA"/>
                </a:solidFill>
                <a:latin typeface="Noto Sans KR"/>
                <a:ea typeface="Noto Sans KR"/>
                <a:cs typeface="Noto Sans KR"/>
              </a:defRPr>
            </a:lvl6pPr>
            <a:lvl7pPr>
              <a:buNone/>
              <a:defRPr sz="1125" b="1">
                <a:solidFill>
                  <a:srgbClr val="A4DDCA"/>
                </a:solidFill>
                <a:latin typeface="Noto Sans KR"/>
                <a:ea typeface="Noto Sans KR"/>
                <a:cs typeface="Noto Sans KR"/>
              </a:defRPr>
            </a:lvl7pPr>
            <a:lvl8pPr>
              <a:buNone/>
              <a:defRPr sz="1125" b="1">
                <a:solidFill>
                  <a:srgbClr val="A4DDCA"/>
                </a:solidFill>
                <a:latin typeface="Noto Sans KR"/>
                <a:ea typeface="Noto Sans KR"/>
                <a:cs typeface="Noto Sans KR"/>
              </a:defRPr>
            </a:lvl8pPr>
            <a:lvl9pPr>
              <a:buNone/>
              <a:defRPr sz="1125" b="1">
                <a:solidFill>
                  <a:srgbClr val="A4DDCA"/>
                </a:solidFill>
                <a:latin typeface="Noto Sans KR"/>
                <a:ea typeface="Noto Sans KR"/>
                <a:cs typeface="Noto Sans KR"/>
              </a:defRPr>
            </a:lvl9pPr>
          </a:lstStyle>
          <a:p xmlns:a="http://schemas.openxmlformats.org/drawingml/2006/main">
            <a:pPr>
              <a:buNone/>
              <a:defRPr sz="1125" b="1">
                <a:solidFill>
                  <a:srgbClr val="A4DDCA"/>
                </a:solidFill>
                <a:latin typeface="Noto Sans KR"/>
                <a:ea typeface="Noto Sans KR"/>
                <a:cs typeface="Noto Sans KR"/>
              </a:defRPr>
            </a:pPr>
            <a:r>
              <a:rPr sz="1125" b="1">
                <a:solidFill>
                  <a:srgbClr val="A4DDCA"/>
                </a:solidFill>
                <a:latin typeface="Noto Sans KR"/>
                <a:ea typeface="Noto Sans KR"/>
                <a:cs typeface="Noto Sans KR"/>
              </a:rPr>
              <a:t>02 / 검색 구조 비교</a:t>
            </a:r>
          </a:p>
        </p:txBody>
      </p:sp>
      <p:sp>
        <p:nvSpPr>
          <p:cNvPr id="2" name="title">
            <a:extLst xmlns:a="http://schemas.openxmlformats.org/drawingml/2006/main">
              <a:ext uri="{FF2B5EF4-FFF2-40B4-BE49-F238E27FC236}">
                <a16:creationId xmlns:a16="http://schemas.microsoft.com/office/drawing/2014/main" id="{6EF35ECC-7504-4F52-ABF0-3B2FB73AAAAB}"/>
              </a:ext>
            </a:extLst>
          </p:cNvPr>
          <p:cNvSpPr>
            <a:spLocks xmlns:a="http://schemas.openxmlformats.org/drawingml/2006/main" noGrp="1"/>
          </p:cNvSpPr>
          <p:nvPr/>
        </p:nvSpPr>
        <p:spPr>
          <a:xfrm xmlns:a="http://schemas.openxmlformats.org/drawingml/2006/main">
            <a:off x="609600" y="86677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3000" b="1">
                <a:solidFill>
                  <a:srgbClr val="E4EFEC"/>
                </a:solidFill>
                <a:latin typeface="Noto Sans KR"/>
                <a:ea typeface="Noto Sans KR"/>
                <a:cs typeface="Noto Sans KR"/>
              </a:defRPr>
            </a:defPPr>
            <a:lvl1pPr>
              <a:buNone/>
              <a:defRPr sz="3000" b="1">
                <a:solidFill>
                  <a:srgbClr val="E4EFEC"/>
                </a:solidFill>
                <a:latin typeface="Noto Sans KR"/>
                <a:ea typeface="Noto Sans KR"/>
                <a:cs typeface="Noto Sans KR"/>
              </a:defRPr>
            </a:lvl1pPr>
            <a:lvl2pPr>
              <a:buNone/>
              <a:defRPr sz="3000" b="1">
                <a:solidFill>
                  <a:srgbClr val="E4EFEC"/>
                </a:solidFill>
                <a:latin typeface="Noto Sans KR"/>
                <a:ea typeface="Noto Sans KR"/>
                <a:cs typeface="Noto Sans KR"/>
              </a:defRPr>
            </a:lvl2pPr>
            <a:lvl3pPr>
              <a:buNone/>
              <a:defRPr sz="3000" b="1">
                <a:solidFill>
                  <a:srgbClr val="E4EFEC"/>
                </a:solidFill>
                <a:latin typeface="Noto Sans KR"/>
                <a:ea typeface="Noto Sans KR"/>
                <a:cs typeface="Noto Sans KR"/>
              </a:defRPr>
            </a:lvl3pPr>
            <a:lvl4pPr>
              <a:buNone/>
              <a:defRPr sz="3000" b="1">
                <a:solidFill>
                  <a:srgbClr val="E4EFEC"/>
                </a:solidFill>
                <a:latin typeface="Noto Sans KR"/>
                <a:ea typeface="Noto Sans KR"/>
                <a:cs typeface="Noto Sans KR"/>
              </a:defRPr>
            </a:lvl4pPr>
            <a:lvl5pPr>
              <a:buNone/>
              <a:defRPr sz="3000" b="1">
                <a:solidFill>
                  <a:srgbClr val="E4EFEC"/>
                </a:solidFill>
                <a:latin typeface="Noto Sans KR"/>
                <a:ea typeface="Noto Sans KR"/>
                <a:cs typeface="Noto Sans KR"/>
              </a:defRPr>
            </a:lvl5pPr>
            <a:lvl6pPr>
              <a:buNone/>
              <a:defRPr sz="3000" b="1">
                <a:solidFill>
                  <a:srgbClr val="E4EFEC"/>
                </a:solidFill>
                <a:latin typeface="Noto Sans KR"/>
                <a:ea typeface="Noto Sans KR"/>
                <a:cs typeface="Noto Sans KR"/>
              </a:defRPr>
            </a:lvl6pPr>
            <a:lvl7pPr>
              <a:buNone/>
              <a:defRPr sz="3000" b="1">
                <a:solidFill>
                  <a:srgbClr val="E4EFEC"/>
                </a:solidFill>
                <a:latin typeface="Noto Sans KR"/>
                <a:ea typeface="Noto Sans KR"/>
                <a:cs typeface="Noto Sans KR"/>
              </a:defRPr>
            </a:lvl7pPr>
            <a:lvl8pPr>
              <a:buNone/>
              <a:defRPr sz="3000" b="1">
                <a:solidFill>
                  <a:srgbClr val="E4EFEC"/>
                </a:solidFill>
                <a:latin typeface="Noto Sans KR"/>
                <a:ea typeface="Noto Sans KR"/>
                <a:cs typeface="Noto Sans KR"/>
              </a:defRPr>
            </a:lvl8pPr>
            <a:lvl9pPr>
              <a:buNone/>
              <a:defRPr sz="3000" b="1">
                <a:solidFill>
                  <a:srgbClr val="E4EFEC"/>
                </a:solidFill>
                <a:latin typeface="Noto Sans KR"/>
                <a:ea typeface="Noto Sans KR"/>
                <a:cs typeface="Noto Sans KR"/>
              </a:defRPr>
            </a:lvl9pPr>
          </a:lstStyle>
          <a:p xmlns:a="http://schemas.openxmlformats.org/drawingml/2006/main">
            <a:pPr>
              <a:buNone/>
              <a:defRPr sz="3000" b="1">
                <a:solidFill>
                  <a:srgbClr val="E4EFEC"/>
                </a:solidFill>
                <a:latin typeface="Noto Sans KR"/>
                <a:ea typeface="Noto Sans KR"/>
                <a:cs typeface="Noto Sans KR"/>
              </a:defRPr>
            </a:pPr>
            <a:r>
              <a:rPr sz="3000" b="1">
                <a:solidFill>
                  <a:srgbClr val="E4EFEC"/>
                </a:solidFill>
                <a:latin typeface="Noto Sans KR"/>
                <a:ea typeface="Noto Sans KR"/>
                <a:cs typeface="Noto Sans KR"/>
              </a:rPr>
              <a:t>같은 기준으로 비교하는 검색 방법</a:t>
            </a:r>
          </a:p>
        </p:txBody>
      </p:sp>
      <p:graphicFrame>
        <p:nvGraphicFramePr>
          <p:cNvPr id="3" name="">
            <a:extLst xmlns:a="http://schemas.openxmlformats.org/drawingml/2006/main">
              <a:ext uri="{FF2B5EF4-FFF2-40B4-BE49-F238E27FC236}">
                <a16:creationId xmlns:a16="http://schemas.microsoft.com/office/drawing/2014/main" id="{12D3AB8D-ACF3-4DAF-AA56-639FC1D5FC23}"/>
              </a:ext>
            </a:extLst>
          </p:cNvPr>
          <p:cNvGraphicFramePr/>
          <p:nvPr/>
        </p:nvGraphicFramePr>
        <p:xfrm>
          <a:off xmlns:a="http://schemas.openxmlformats.org/drawingml/2006/main" x="609600" y="1866900"/>
          <a:ext xmlns:a="http://schemas.openxmlformats.org/drawingml/2006/main" cx="10972800" cy="3714750"/>
        </p:xfrm>
        <a:graphic xmlns:a="http://schemas.openxmlformats.org/drawingml/2006/main">
          <a:graphicData uri="http://schemas.openxmlformats.org/drawingml/2006/table">
            <a:tbl>
              <a:tblPr/>
              <a:tblGrid>
                <a:gridCol w="2333625"/>
                <a:gridCol w="8639175"/>
              </a:tblGrid>
              <a:tr h="619125">
                <a:tc>
                  <a:txBody>
                    <a:bodyPr/>
                    <a:lstStyle/>
                    <a:p>
                      <a:r>
                        <a:rPr sz="1800" b="1">
                          <a:solidFill>
                            <a:srgbClr val="A4DDCA"/>
                          </a:solidFill>
                          <a:latin typeface="Noto Sans KR"/>
                          <a:ea typeface="Noto Sans KR"/>
                          <a:cs typeface="Noto Sans KR"/>
                        </a:rPr>
                        <a:t>비교할 것</a:t>
                      </a:r>
                    </a:p>
                  </a:txBody>
                  <a:tcPr marL="114300" marR="114300" marT="95250" marB="95250" anchor="ctr">
                    <a:lnL w="9525">
                      <a:solidFill>
                        <a:srgbClr val="284B5A"/>
                      </a:solidFill>
                      <a:prstDash val="solid"/>
                    </a:lnL>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c>
                  <a:txBody>
                    <a:bodyPr/>
                    <a:lstStyle/>
                    <a:p>
                      <a:r>
                        <a:rPr sz="1800" b="1">
                          <a:solidFill>
                            <a:srgbClr val="A4DDCA"/>
                          </a:solidFill>
                          <a:latin typeface="Noto Sans KR"/>
                          <a:ea typeface="Noto Sans KR"/>
                          <a:cs typeface="Noto Sans KR"/>
                        </a:rPr>
                        <a:t>확인할 질문</a:t>
                      </a:r>
                    </a:p>
                  </a:txBody>
                  <a:tcPr marL="114300" marR="114300" marT="95250" marB="95250" anchor="ctr">
                    <a:lnR w="9525">
                      <a:solidFill>
                        <a:srgbClr val="284B5A"/>
                      </a:solidFill>
                      <a:prstDash val="solid"/>
                    </a:lnR>
                    <a:lnT w="9525">
                      <a:solidFill>
                        <a:srgbClr val="284B5A"/>
                      </a:solidFill>
                      <a:prstDash val="solid"/>
                    </a:lnT>
                    <a:lnB w="9525">
                      <a:solidFill>
                        <a:srgbClr val="284B5A"/>
                      </a:solidFill>
                      <a:prstDash val="solid"/>
                    </a:lnB>
                    <a:solidFill>
                      <a:srgbClr val="153A43"/>
                    </a:solidFill>
                  </a:tcPr>
                </a:tc>
              </a:tr>
              <a:tr h="619125">
                <a:tc>
                  <a:txBody>
                    <a:bodyPr/>
                    <a:lstStyle/>
                    <a:p>
                      <a:r>
                        <a:rPr sz="1725" b="0">
                          <a:solidFill>
                            <a:srgbClr val="E4EFEC"/>
                          </a:solidFill>
                          <a:latin typeface="Noto Sans KR"/>
                          <a:ea typeface="Noto Sans KR"/>
                          <a:cs typeface="Noto Sans KR"/>
                        </a:rPr>
                        <a:t>저장 대상</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원문, 개체, 관계, 요약 중 무엇을 저장하나요?</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사전 준비 / 색인</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문서를 어떤 검색 구조로 바꾸나요?</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질문 처리 / 검색</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질문이 오면 어떤 순서로 찾나요?</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답변 근거</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찾은 내용 중 무엇을 LLM에 주나요?</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r h="619125">
                <a:tc>
                  <a:txBody>
                    <a:bodyPr/>
                    <a:lstStyle/>
                    <a:p>
                      <a:r>
                        <a:rPr sz="1725" b="0">
                          <a:solidFill>
                            <a:srgbClr val="E4EFEC"/>
                          </a:solidFill>
                          <a:latin typeface="Noto Sans KR"/>
                          <a:ea typeface="Noto Sans KR"/>
                          <a:cs typeface="Noto Sans KR"/>
                        </a:rPr>
                        <a:t>비용과 오류</a:t>
                      </a:r>
                    </a:p>
                  </a:txBody>
                  <a:tcPr marL="114300" marR="114300" marT="95250" marB="95250" anchor="ctr">
                    <a:lnL w="9525">
                      <a:solidFill>
                        <a:srgbClr val="284B5A"/>
                      </a:solidFill>
                      <a:prstDash val="solid"/>
                    </a:lnL>
                    <a:lnR w="9525">
                      <a:solidFill>
                        <a:srgbClr val="284B5A"/>
                      </a:solidFill>
                      <a:prstDash val="solid"/>
                    </a:lnR>
                    <a:lnB w="9525">
                      <a:solidFill>
                        <a:srgbClr val="284B5A"/>
                      </a:solidFill>
                      <a:prstDash val="solid"/>
                    </a:lnB>
                    <a:solidFill>
                      <a:srgbClr val="081923"/>
                    </a:solidFill>
                  </a:tcPr>
                </a:tc>
                <a:tc>
                  <a:txBody>
                    <a:bodyPr/>
                    <a:lstStyle/>
                    <a:p>
                      <a:r>
                        <a:rPr sz="1725" b="0">
                          <a:solidFill>
                            <a:srgbClr val="E4EFEC"/>
                          </a:solidFill>
                          <a:latin typeface="Noto Sans KR"/>
                          <a:ea typeface="Noto Sans KR"/>
                          <a:cs typeface="Noto Sans KR"/>
                        </a:rPr>
                        <a:t>준비·검색·생성 중 어디서 문제가 생기나요?</a:t>
                      </a:r>
                    </a:p>
                  </a:txBody>
                  <a:tcPr marL="114300" marR="114300" marT="95250" marB="95250" anchor="ctr">
                    <a:lnR w="9525">
                      <a:solidFill>
                        <a:srgbClr val="284B5A"/>
                      </a:solidFill>
                      <a:prstDash val="solid"/>
                    </a:lnR>
                    <a:lnB w="9525">
                      <a:solidFill>
                        <a:srgbClr val="284B5A"/>
                      </a:solidFill>
                      <a:prstDash val="solid"/>
                    </a:lnB>
                    <a:solidFill>
                      <a:srgbClr val="081923"/>
                    </a:solidFill>
                  </a:tcPr>
                </a:tc>
              </a:tr>
            </a:tbl>
          </a:graphicData>
        </a:graphic>
      </p:graphicFrame>
      <p:sp>
        <p:nvSpPr>
          <p:cNvPr id="4" name="page">
            <a:extLst xmlns:a="http://schemas.openxmlformats.org/drawingml/2006/main">
              <a:ext uri="{FF2B5EF4-FFF2-40B4-BE49-F238E27FC236}">
                <a16:creationId xmlns:a16="http://schemas.microsoft.com/office/drawing/2014/main" id="{241D08AA-6BD0-4A5B-BA86-BD04B1291E3F}"/>
              </a:ext>
            </a:extLst>
          </p:cNvPr>
          <p:cNvSpPr>
            <a:spLocks xmlns:a="http://schemas.openxmlformats.org/drawingml/2006/main" noGrp="1"/>
          </p:cNvSpPr>
          <p:nvPr/>
        </p:nvSpPr>
        <p:spPr>
          <a:xfrm xmlns:a="http://schemas.openxmlformats.org/drawingml/2006/main">
            <a:off x="10906125" y="64389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125" b="0">
                <a:solidFill>
                  <a:srgbClr val="8EABB7"/>
                </a:solidFill>
                <a:latin typeface="Noto Sans KR"/>
                <a:ea typeface="Noto Sans KR"/>
                <a:cs typeface="Noto Sans KR"/>
              </a:defRPr>
            </a:defPPr>
            <a:lvl1pPr>
              <a:buNone/>
              <a:defRPr sz="1125" b="0">
                <a:solidFill>
                  <a:srgbClr val="8EABB7"/>
                </a:solidFill>
                <a:latin typeface="Noto Sans KR"/>
                <a:ea typeface="Noto Sans KR"/>
                <a:cs typeface="Noto Sans KR"/>
              </a:defRPr>
            </a:lvl1pPr>
            <a:lvl2pPr>
              <a:buNone/>
              <a:defRPr sz="1125" b="0">
                <a:solidFill>
                  <a:srgbClr val="8EABB7"/>
                </a:solidFill>
                <a:latin typeface="Noto Sans KR"/>
                <a:ea typeface="Noto Sans KR"/>
                <a:cs typeface="Noto Sans KR"/>
              </a:defRPr>
            </a:lvl2pPr>
            <a:lvl3pPr>
              <a:buNone/>
              <a:defRPr sz="1125" b="0">
                <a:solidFill>
                  <a:srgbClr val="8EABB7"/>
                </a:solidFill>
                <a:latin typeface="Noto Sans KR"/>
                <a:ea typeface="Noto Sans KR"/>
                <a:cs typeface="Noto Sans KR"/>
              </a:defRPr>
            </a:lvl3pPr>
            <a:lvl4pPr>
              <a:buNone/>
              <a:defRPr sz="1125" b="0">
                <a:solidFill>
                  <a:srgbClr val="8EABB7"/>
                </a:solidFill>
                <a:latin typeface="Noto Sans KR"/>
                <a:ea typeface="Noto Sans KR"/>
                <a:cs typeface="Noto Sans KR"/>
              </a:defRPr>
            </a:lvl4pPr>
            <a:lvl5pPr>
              <a:buNone/>
              <a:defRPr sz="1125" b="0">
                <a:solidFill>
                  <a:srgbClr val="8EABB7"/>
                </a:solidFill>
                <a:latin typeface="Noto Sans KR"/>
                <a:ea typeface="Noto Sans KR"/>
                <a:cs typeface="Noto Sans KR"/>
              </a:defRPr>
            </a:lvl5pPr>
            <a:lvl6pPr>
              <a:buNone/>
              <a:defRPr sz="1125" b="0">
                <a:solidFill>
                  <a:srgbClr val="8EABB7"/>
                </a:solidFill>
                <a:latin typeface="Noto Sans KR"/>
                <a:ea typeface="Noto Sans KR"/>
                <a:cs typeface="Noto Sans KR"/>
              </a:defRPr>
            </a:lvl6pPr>
            <a:lvl7pPr>
              <a:buNone/>
              <a:defRPr sz="1125" b="0">
                <a:solidFill>
                  <a:srgbClr val="8EABB7"/>
                </a:solidFill>
                <a:latin typeface="Noto Sans KR"/>
                <a:ea typeface="Noto Sans KR"/>
                <a:cs typeface="Noto Sans KR"/>
              </a:defRPr>
            </a:lvl7pPr>
            <a:lvl8pPr>
              <a:buNone/>
              <a:defRPr sz="1125" b="0">
                <a:solidFill>
                  <a:srgbClr val="8EABB7"/>
                </a:solidFill>
                <a:latin typeface="Noto Sans KR"/>
                <a:ea typeface="Noto Sans KR"/>
                <a:cs typeface="Noto Sans KR"/>
              </a:defRPr>
            </a:lvl8pPr>
            <a:lvl9pPr>
              <a:buNone/>
              <a:defRPr sz="1125" b="0">
                <a:solidFill>
                  <a:srgbClr val="8EABB7"/>
                </a:solidFill>
                <a:latin typeface="Noto Sans KR"/>
                <a:ea typeface="Noto Sans KR"/>
                <a:cs typeface="Noto Sans KR"/>
              </a:defRPr>
            </a:lvl9pPr>
          </a:lstStyle>
          <a:p xmlns:a="http://schemas.openxmlformats.org/drawingml/2006/main">
            <a:pPr>
              <a:buNone/>
              <a:defRPr sz="1125" b="0">
                <a:solidFill>
                  <a:srgbClr val="8EABB7"/>
                </a:solidFill>
                <a:latin typeface="Noto Sans KR"/>
                <a:ea typeface="Noto Sans KR"/>
                <a:cs typeface="Noto Sans KR"/>
              </a:defRPr>
            </a:pPr>
            <a:r>
              <a:rPr sz="1125" b="0">
                <a:solidFill>
                  <a:srgbClr val="8EABB7"/>
                </a:solidFill>
                <a:latin typeface="Noto Sans KR"/>
                <a:ea typeface="Noto Sans KR"/>
                <a:cs typeface="Noto Sans KR"/>
              </a:rPr>
              <a:t>17</a:t>
            </a:r>
          </a:p>
        </p:txBody>
      </p:sp>
      <p:sp>
        <p:nvSpPr>
          <p:cNvPr id="6" name="narrative-bridge">
            <a:extLst xmlns:a="http://schemas.openxmlformats.org/drawingml/2006/main">
              <a:ext uri="{FF2B5EF4-FFF2-40B4-BE49-F238E27FC236}">
                <a16:creationId xmlns:a16="http://schemas.microsoft.com/office/drawing/2014/main" id="{96607B0B-7171-4844-B887-6E528CA680E9}"/>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lstStyle xmlns:a="http://schemas.openxmlformats.org/drawingml/2006/main">
            <a:defPPr>
              <a:defRPr sz="1350">
                <a:solidFill>
                  <a:srgbClr val="A4DDCA"/>
                </a:solidFill>
                <a:latin typeface="Noto Sans KR"/>
                <a:ea typeface="Noto Sans KR"/>
                <a:cs typeface="Noto Sans KR"/>
              </a:defRPr>
            </a:defPPr>
            <a:lvl1pPr>
              <a:buNone/>
              <a:defRPr sz="1350">
                <a:solidFill>
                  <a:srgbClr val="A4DDCA"/>
                </a:solidFill>
                <a:latin typeface="Noto Sans KR"/>
                <a:ea typeface="Noto Sans KR"/>
                <a:cs typeface="Noto Sans KR"/>
              </a:defRPr>
            </a:lvl1pPr>
            <a:lvl2pPr>
              <a:buNone/>
              <a:defRPr sz="1350">
                <a:solidFill>
                  <a:srgbClr val="A4DDCA"/>
                </a:solidFill>
                <a:latin typeface="Noto Sans KR"/>
                <a:ea typeface="Noto Sans KR"/>
                <a:cs typeface="Noto Sans KR"/>
              </a:defRPr>
            </a:lvl2pPr>
            <a:lvl3pPr>
              <a:buNone/>
              <a:defRPr sz="1350">
                <a:solidFill>
                  <a:srgbClr val="A4DDCA"/>
                </a:solidFill>
                <a:latin typeface="Noto Sans KR"/>
                <a:ea typeface="Noto Sans KR"/>
                <a:cs typeface="Noto Sans KR"/>
              </a:defRPr>
            </a:lvl3pPr>
            <a:lvl4pPr>
              <a:buNone/>
              <a:defRPr sz="1350">
                <a:solidFill>
                  <a:srgbClr val="A4DDCA"/>
                </a:solidFill>
                <a:latin typeface="Noto Sans KR"/>
                <a:ea typeface="Noto Sans KR"/>
                <a:cs typeface="Noto Sans KR"/>
              </a:defRPr>
            </a:lvl4pPr>
            <a:lvl5pPr>
              <a:buNone/>
              <a:defRPr sz="1350">
                <a:solidFill>
                  <a:srgbClr val="A4DDCA"/>
                </a:solidFill>
                <a:latin typeface="Noto Sans KR"/>
                <a:ea typeface="Noto Sans KR"/>
                <a:cs typeface="Noto Sans KR"/>
              </a:defRPr>
            </a:lvl5pPr>
            <a:lvl6pPr>
              <a:buNone/>
              <a:defRPr sz="1350">
                <a:solidFill>
                  <a:srgbClr val="A4DDCA"/>
                </a:solidFill>
                <a:latin typeface="Noto Sans KR"/>
                <a:ea typeface="Noto Sans KR"/>
                <a:cs typeface="Noto Sans KR"/>
              </a:defRPr>
            </a:lvl6pPr>
            <a:lvl7pPr>
              <a:buNone/>
              <a:defRPr sz="1350">
                <a:solidFill>
                  <a:srgbClr val="A4DDCA"/>
                </a:solidFill>
                <a:latin typeface="Noto Sans KR"/>
                <a:ea typeface="Noto Sans KR"/>
                <a:cs typeface="Noto Sans KR"/>
              </a:defRPr>
            </a:lvl7pPr>
            <a:lvl8pPr>
              <a:buNone/>
              <a:defRPr sz="1350">
                <a:solidFill>
                  <a:srgbClr val="A4DDCA"/>
                </a:solidFill>
                <a:latin typeface="Noto Sans KR"/>
                <a:ea typeface="Noto Sans KR"/>
                <a:cs typeface="Noto Sans KR"/>
              </a:defRPr>
            </a:lvl8pPr>
            <a:lvl9pPr>
              <a:buNone/>
              <a:defRPr sz="1350">
                <a:solidFill>
                  <a:srgbClr val="A4DDCA"/>
                </a:solidFill>
                <a:latin typeface="Noto Sans KR"/>
                <a:ea typeface="Noto Sans KR"/>
                <a:cs typeface="Noto Sans KR"/>
              </a:defRPr>
            </a:lvl9pPr>
          </a:lstStyle>
          <a:p xmlns:a="http://schemas.openxmlformats.org/drawingml/2006/main">
            <a:pPr>
              <a:buNone/>
              <a:defRPr sz="1350">
                <a:solidFill>
                  <a:srgbClr val="A4DDCA"/>
                </a:solidFill>
                <a:latin typeface="Noto Sans KR"/>
                <a:ea typeface="Noto Sans KR"/>
                <a:cs typeface="Noto Sans KR"/>
              </a:defRPr>
            </a:pPr>
            <a:r>
              <a:rPr sz="1350">
                <a:solidFill>
                  <a:srgbClr val="A4DDCA"/>
                </a:solidFill>
                <a:latin typeface="Noto Sans KR"/>
                <a:ea typeface="Noto Sans KR"/>
                <a:cs typeface="Noto Sans KR"/>
              </a:rPr>
              <a:t>먼저 여러 문서를 요약해 넓은 질문에 답하는 방법부터 봅니다.</a:t>
            </a:r>
          </a:p>
        </p:txBody>
      </p:sp>
    </p:spTree>
    <p:extLst>
      <p:ext uri="{BB962C8B-B14F-4D97-AF65-F5344CB8AC3E}">
        <p14:creationId xmlns:p14="http://schemas.microsoft.com/office/powerpoint/2010/main" val="1573125871"/>
      </p:ext>
    </p:extLst>
  </p:cSld>
</p:sld>
</file>

<file path=ppt/slides/slide18.xml><?xml version="1.0" encoding="utf-8"?>
<p:sld xmlns:p="http://schemas.openxmlformats.org/presentationml/2006/main">
  <p:cSld>
    <p:bg>
      <p:bgPr>
        <a:solidFill xmlns:a="http://schemas.openxmlformats.org/drawingml/2006/main">
          <a:srgbClr val="071824"/>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1D9C767B-03B2-40DB-BA50-DE3A266FB49B}"/>
              </a:ext>
            </a:extLst>
          </p:cNvPr>
          <p:cNvCxnSpPr>
            <a:stCxn xmlns:a="http://schemas.openxmlformats.org/drawingml/2006/main" id="20" idx="2"/>
            <a:endCxn xmlns:a="http://schemas.openxmlformats.org/drawingml/2006/main" id="22" idx="0"/>
          </p:cNvCxnSpPr>
          <p:nvPr/>
        </p:nvCxnSpPr>
        <p:spPr>
          <a:xfrm xmlns:a="http://schemas.openxmlformats.org/drawingml/2006/main">
            <a:off x="9072563" y="463867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C90A8C6C-D122-49E5-B74E-9DFB21E42158}"/>
              </a:ext>
            </a:extLst>
          </p:cNvPr>
          <p:cNvCxnSpPr>
            <a:stCxn xmlns:a="http://schemas.openxmlformats.org/drawingml/2006/main" id="18" idx="2"/>
            <a:endCxn xmlns:a="http://schemas.openxmlformats.org/drawingml/2006/main" id="20" idx="0"/>
          </p:cNvCxnSpPr>
          <p:nvPr/>
        </p:nvCxnSpPr>
        <p:spPr>
          <a:xfrm xmlns:a="http://schemas.openxmlformats.org/drawingml/2006/main">
            <a:off x="9072563" y="398145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C242FA9F-8FD5-44C3-955D-FF37B67DDC82}"/>
              </a:ext>
            </a:extLst>
          </p:cNvPr>
          <p:cNvCxnSpPr>
            <a:stCxn xmlns:a="http://schemas.openxmlformats.org/drawingml/2006/main" id="16" idx="2"/>
            <a:endCxn xmlns:a="http://schemas.openxmlformats.org/drawingml/2006/main" id="18" idx="0"/>
          </p:cNvCxnSpPr>
          <p:nvPr/>
        </p:nvCxnSpPr>
        <p:spPr>
          <a:xfrm xmlns:a="http://schemas.openxmlformats.org/drawingml/2006/main">
            <a:off x="9072563" y="332422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D845C5C0-3AED-4789-9B41-40EED796045C}"/>
              </a:ext>
            </a:extLst>
          </p:cNvPr>
          <p:cNvCxnSpPr>
            <a:stCxn xmlns:a="http://schemas.openxmlformats.org/drawingml/2006/main" id="15" idx="2"/>
            <a:endCxn xmlns:a="http://schemas.openxmlformats.org/drawingml/2006/main" id="16" idx="0"/>
          </p:cNvCxnSpPr>
          <p:nvPr/>
        </p:nvCxnSpPr>
        <p:spPr>
          <a:xfrm xmlns:a="http://schemas.openxmlformats.org/drawingml/2006/main">
            <a:off x="9072563" y="266700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71097341-3433-4F95-B31A-A9ECD2B825B0}"/>
              </a:ext>
            </a:extLst>
          </p:cNvPr>
          <p:cNvCxnSpPr>
            <a:stCxn xmlns:a="http://schemas.openxmlformats.org/drawingml/2006/main" id="10" idx="2"/>
            <a:endCxn xmlns:a="http://schemas.openxmlformats.org/drawingml/2006/main" id="12" idx="0"/>
          </p:cNvCxnSpPr>
          <p:nvPr/>
        </p:nvCxnSpPr>
        <p:spPr>
          <a:xfrm xmlns:a="http://schemas.openxmlformats.org/drawingml/2006/main">
            <a:off x="3119438" y="463867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5C6FE0D5-CAAF-4899-A57F-B6F429DBD1EB}"/>
              </a:ext>
            </a:extLst>
          </p:cNvPr>
          <p:cNvCxnSpPr>
            <a:stCxn xmlns:a="http://schemas.openxmlformats.org/drawingml/2006/main" id="8" idx="2"/>
            <a:endCxn xmlns:a="http://schemas.openxmlformats.org/drawingml/2006/main" id="10" idx="0"/>
          </p:cNvCxnSpPr>
          <p:nvPr/>
        </p:nvCxnSpPr>
        <p:spPr>
          <a:xfrm xmlns:a="http://schemas.openxmlformats.org/drawingml/2006/main">
            <a:off x="3119438" y="398145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3D3A9C67-D7E2-45F6-BEC4-6C32565E4DBE}"/>
              </a:ext>
            </a:extLst>
          </p:cNvPr>
          <p:cNvCxnSpPr>
            <a:stCxn xmlns:a="http://schemas.openxmlformats.org/drawingml/2006/main" id="6" idx="2"/>
            <a:endCxn xmlns:a="http://schemas.openxmlformats.org/drawingml/2006/main" id="8" idx="0"/>
          </p:cNvCxnSpPr>
          <p:nvPr/>
        </p:nvCxnSpPr>
        <p:spPr>
          <a:xfrm xmlns:a="http://schemas.openxmlformats.org/drawingml/2006/main">
            <a:off x="3119438" y="332422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0CA2DCC8-8D40-4AFF-A302-924B5FE56065}"/>
              </a:ext>
            </a:extLst>
          </p:cNvPr>
          <p:cNvCxnSpPr>
            <a:stCxn xmlns:a="http://schemas.openxmlformats.org/drawingml/2006/main" id="5" idx="2"/>
            <a:endCxn xmlns:a="http://schemas.openxmlformats.org/drawingml/2006/main" id="6" idx="0"/>
          </p:cNvCxnSpPr>
          <p:nvPr/>
        </p:nvCxnSpPr>
        <p:spPr>
          <a:xfrm xmlns:a="http://schemas.openxmlformats.org/drawingml/2006/main">
            <a:off x="3119438" y="266700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sp>
        <p:nvSpPr>
          <p:cNvPr id="25" name="">
            <a:extLst xmlns:a="http://schemas.openxmlformats.org/drawingml/2006/main">
              <a:ext uri="{FF2B5EF4-FFF2-40B4-BE49-F238E27FC236}">
                <a16:creationId xmlns:a16="http://schemas.microsoft.com/office/drawing/2014/main" id="{F85F428F-AE69-4F19-9540-4F0BEE75F647}"/>
              </a:ext>
            </a:extLst>
          </p:cNvPr>
          <p:cNvSpPr>
            <a:spLocks xmlns:a="http://schemas.openxmlformats.org/drawingml/2006/main" noGrp="1"/>
          </p:cNvSpPr>
          <p:nvPr/>
        </p:nvSpPr>
        <p:spPr>
          <a:xfrm xmlns:a="http://schemas.openxmlformats.org/drawingml/2006/main">
            <a:off x="571500" y="285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8DE5CA"/>
                </a:solidFill>
                <a:latin typeface="Noto Sans KR"/>
                <a:ea typeface="Noto Sans KR"/>
                <a:cs typeface="Noto Sans KR"/>
              </a:defRPr>
            </a:defPPr>
            <a:lvl1pPr>
              <a:buNone/>
              <a:defRPr sz="900" b="1">
                <a:solidFill>
                  <a:srgbClr val="8DE5CA"/>
                </a:solidFill>
                <a:latin typeface="Noto Sans KR"/>
                <a:ea typeface="Noto Sans KR"/>
                <a:cs typeface="Noto Sans KR"/>
              </a:defRPr>
            </a:lvl1pPr>
            <a:lvl2pPr>
              <a:buNone/>
              <a:defRPr sz="900" b="1">
                <a:solidFill>
                  <a:srgbClr val="8DE5CA"/>
                </a:solidFill>
                <a:latin typeface="Noto Sans KR"/>
                <a:ea typeface="Noto Sans KR"/>
                <a:cs typeface="Noto Sans KR"/>
              </a:defRPr>
            </a:lvl2pPr>
            <a:lvl3pPr>
              <a:buNone/>
              <a:defRPr sz="900" b="1">
                <a:solidFill>
                  <a:srgbClr val="8DE5CA"/>
                </a:solidFill>
                <a:latin typeface="Noto Sans KR"/>
                <a:ea typeface="Noto Sans KR"/>
                <a:cs typeface="Noto Sans KR"/>
              </a:defRPr>
            </a:lvl3pPr>
            <a:lvl4pPr>
              <a:buNone/>
              <a:defRPr sz="900" b="1">
                <a:solidFill>
                  <a:srgbClr val="8DE5CA"/>
                </a:solidFill>
                <a:latin typeface="Noto Sans KR"/>
                <a:ea typeface="Noto Sans KR"/>
                <a:cs typeface="Noto Sans KR"/>
              </a:defRPr>
            </a:lvl4pPr>
            <a:lvl5pPr>
              <a:buNone/>
              <a:defRPr sz="900" b="1">
                <a:solidFill>
                  <a:srgbClr val="8DE5CA"/>
                </a:solidFill>
                <a:latin typeface="Noto Sans KR"/>
                <a:ea typeface="Noto Sans KR"/>
                <a:cs typeface="Noto Sans KR"/>
              </a:defRPr>
            </a:lvl5pPr>
            <a:lvl6pPr>
              <a:buNone/>
              <a:defRPr sz="900" b="1">
                <a:solidFill>
                  <a:srgbClr val="8DE5CA"/>
                </a:solidFill>
                <a:latin typeface="Noto Sans KR"/>
                <a:ea typeface="Noto Sans KR"/>
                <a:cs typeface="Noto Sans KR"/>
              </a:defRPr>
            </a:lvl6pPr>
            <a:lvl7pPr>
              <a:buNone/>
              <a:defRPr sz="900" b="1">
                <a:solidFill>
                  <a:srgbClr val="8DE5CA"/>
                </a:solidFill>
                <a:latin typeface="Noto Sans KR"/>
                <a:ea typeface="Noto Sans KR"/>
                <a:cs typeface="Noto Sans KR"/>
              </a:defRPr>
            </a:lvl7pPr>
            <a:lvl8pPr>
              <a:buNone/>
              <a:defRPr sz="900" b="1">
                <a:solidFill>
                  <a:srgbClr val="8DE5CA"/>
                </a:solidFill>
                <a:latin typeface="Noto Sans KR"/>
                <a:ea typeface="Noto Sans KR"/>
                <a:cs typeface="Noto Sans KR"/>
              </a:defRPr>
            </a:lvl8pPr>
            <a:lvl9pPr>
              <a:buNone/>
              <a:defRPr sz="900" b="1">
                <a:solidFill>
                  <a:srgbClr val="8DE5CA"/>
                </a:solidFill>
                <a:latin typeface="Noto Sans KR"/>
                <a:ea typeface="Noto Sans KR"/>
                <a:cs typeface="Noto Sans KR"/>
              </a:defRPr>
            </a:lvl9pPr>
          </a:lstStyle>
          <a:p xmlns:a="http://schemas.openxmlformats.org/drawingml/2006/main">
            <a:pPr>
              <a:buNone/>
              <a:defRPr sz="900" b="1">
                <a:solidFill>
                  <a:srgbClr val="8DE5CA"/>
                </a:solidFill>
                <a:latin typeface="Noto Sans KR"/>
                <a:ea typeface="Noto Sans KR"/>
                <a:cs typeface="Noto Sans KR"/>
              </a:defRPr>
            </a:pPr>
            <a:r>
              <a:rPr sz="900" b="1">
                <a:solidFill>
                  <a:srgbClr val="8DE5CA"/>
                </a:solidFill>
                <a:latin typeface="Noto Sans KR"/>
                <a:ea typeface="Noto Sans KR"/>
                <a:cs typeface="Noto Sans KR"/>
              </a:rPr>
              <a:t>02 / 요약과 그룹</a:t>
            </a:r>
          </a:p>
        </p:txBody>
      </p:sp>
      <p:sp>
        <p:nvSpPr>
          <p:cNvPr id="2" name="">
            <a:extLst xmlns:a="http://schemas.openxmlformats.org/drawingml/2006/main">
              <a:ext uri="{FF2B5EF4-FFF2-40B4-BE49-F238E27FC236}">
                <a16:creationId xmlns:a16="http://schemas.microsoft.com/office/drawing/2014/main" id="{AA9065C1-0C69-4547-80AA-0BB4B4D9EF4C}"/>
              </a:ext>
            </a:extLst>
          </p:cNvPr>
          <p:cNvSpPr>
            <a:spLocks xmlns:a="http://schemas.openxmlformats.org/drawingml/2006/main" noGrp="1"/>
          </p:cNvSpPr>
          <p:nvPr/>
        </p:nvSpPr>
        <p:spPr>
          <a:xfrm xmlns:a="http://schemas.openxmlformats.org/drawingml/2006/main">
            <a:off x="571500" y="7620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EAF5F3"/>
                </a:solidFill>
                <a:latin typeface="Noto Sans KR"/>
                <a:ea typeface="Noto Sans KR"/>
                <a:cs typeface="Noto Sans KR"/>
              </a:defRPr>
            </a:defPPr>
            <a:lvl1pPr>
              <a:buNone/>
              <a:defRPr sz="2850" b="1">
                <a:solidFill>
                  <a:srgbClr val="EAF5F3"/>
                </a:solidFill>
                <a:latin typeface="Noto Sans KR"/>
                <a:ea typeface="Noto Sans KR"/>
                <a:cs typeface="Noto Sans KR"/>
              </a:defRPr>
            </a:lvl1pPr>
            <a:lvl2pPr>
              <a:buNone/>
              <a:defRPr sz="2850" b="1">
                <a:solidFill>
                  <a:srgbClr val="EAF5F3"/>
                </a:solidFill>
                <a:latin typeface="Noto Sans KR"/>
                <a:ea typeface="Noto Sans KR"/>
                <a:cs typeface="Noto Sans KR"/>
              </a:defRPr>
            </a:lvl2pPr>
            <a:lvl3pPr>
              <a:buNone/>
              <a:defRPr sz="2850" b="1">
                <a:solidFill>
                  <a:srgbClr val="EAF5F3"/>
                </a:solidFill>
                <a:latin typeface="Noto Sans KR"/>
                <a:ea typeface="Noto Sans KR"/>
                <a:cs typeface="Noto Sans KR"/>
              </a:defRPr>
            </a:lvl3pPr>
            <a:lvl4pPr>
              <a:buNone/>
              <a:defRPr sz="2850" b="1">
                <a:solidFill>
                  <a:srgbClr val="EAF5F3"/>
                </a:solidFill>
                <a:latin typeface="Noto Sans KR"/>
                <a:ea typeface="Noto Sans KR"/>
                <a:cs typeface="Noto Sans KR"/>
              </a:defRPr>
            </a:lvl4pPr>
            <a:lvl5pPr>
              <a:buNone/>
              <a:defRPr sz="2850" b="1">
                <a:solidFill>
                  <a:srgbClr val="EAF5F3"/>
                </a:solidFill>
                <a:latin typeface="Noto Sans KR"/>
                <a:ea typeface="Noto Sans KR"/>
                <a:cs typeface="Noto Sans KR"/>
              </a:defRPr>
            </a:lvl5pPr>
            <a:lvl6pPr>
              <a:buNone/>
              <a:defRPr sz="2850" b="1">
                <a:solidFill>
                  <a:srgbClr val="EAF5F3"/>
                </a:solidFill>
                <a:latin typeface="Noto Sans KR"/>
                <a:ea typeface="Noto Sans KR"/>
                <a:cs typeface="Noto Sans KR"/>
              </a:defRPr>
            </a:lvl6pPr>
            <a:lvl7pPr>
              <a:buNone/>
              <a:defRPr sz="2850" b="1">
                <a:solidFill>
                  <a:srgbClr val="EAF5F3"/>
                </a:solidFill>
                <a:latin typeface="Noto Sans KR"/>
                <a:ea typeface="Noto Sans KR"/>
                <a:cs typeface="Noto Sans KR"/>
              </a:defRPr>
            </a:lvl7pPr>
            <a:lvl8pPr>
              <a:buNone/>
              <a:defRPr sz="2850" b="1">
                <a:solidFill>
                  <a:srgbClr val="EAF5F3"/>
                </a:solidFill>
                <a:latin typeface="Noto Sans KR"/>
                <a:ea typeface="Noto Sans KR"/>
                <a:cs typeface="Noto Sans KR"/>
              </a:defRPr>
            </a:lvl8pPr>
            <a:lvl9pPr>
              <a:buNone/>
              <a:defRPr sz="2850" b="1">
                <a:solidFill>
                  <a:srgbClr val="EAF5F3"/>
                </a:solidFill>
                <a:latin typeface="Noto Sans KR"/>
                <a:ea typeface="Noto Sans KR"/>
                <a:cs typeface="Noto Sans KR"/>
              </a:defRPr>
            </a:lvl9pPr>
          </a:lstStyle>
          <a:p xmlns:a="http://schemas.openxmlformats.org/drawingml/2006/main">
            <a:pPr>
              <a:buNone/>
              <a:defRPr sz="2850" b="1">
                <a:solidFill>
                  <a:srgbClr val="EAF5F3"/>
                </a:solidFill>
                <a:latin typeface="Noto Sans KR"/>
                <a:ea typeface="Noto Sans KR"/>
                <a:cs typeface="Noto Sans KR"/>
              </a:defRPr>
            </a:pPr>
            <a:r>
              <a:rPr sz="2850" b="1">
                <a:solidFill>
                  <a:srgbClr val="EAF5F3"/>
                </a:solidFill>
                <a:latin typeface="Noto Sans KR"/>
                <a:ea typeface="Noto Sans KR"/>
                <a:cs typeface="Noto Sans KR"/>
              </a:rPr>
              <a:t>RAPTOR의 전체 처리 순서</a:t>
            </a:r>
          </a:p>
        </p:txBody>
      </p:sp>
      <p:sp>
        <p:nvSpPr>
          <p:cNvPr id="3" name="">
            <a:extLst xmlns:a="http://schemas.openxmlformats.org/drawingml/2006/main">
              <a:ext uri="{FF2B5EF4-FFF2-40B4-BE49-F238E27FC236}">
                <a16:creationId xmlns:a16="http://schemas.microsoft.com/office/drawing/2014/main" id="{63B595E7-B1DA-4434-8855-3CAC42F39184}"/>
              </a:ext>
            </a:extLst>
          </p:cNvPr>
          <p:cNvSpPr>
            <a:spLocks xmlns:a="http://schemas.openxmlformats.org/drawingml/2006/main" noGrp="1"/>
          </p:cNvSpPr>
          <p:nvPr/>
        </p:nvSpPr>
        <p:spPr>
          <a:xfrm xmlns:a="http://schemas.openxmlformats.org/drawingml/2006/main">
            <a:off x="11144250" y="642937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DE5CA"/>
                </a:solidFill>
                <a:latin typeface="Noto Sans KR"/>
                <a:ea typeface="Noto Sans KR"/>
                <a:cs typeface="Noto Sans KR"/>
              </a:defRPr>
            </a:defPPr>
            <a:lvl1pPr>
              <a:buNone/>
              <a:defRPr sz="1050" b="0">
                <a:solidFill>
                  <a:srgbClr val="8DE5CA"/>
                </a:solidFill>
                <a:latin typeface="Noto Sans KR"/>
                <a:ea typeface="Noto Sans KR"/>
                <a:cs typeface="Noto Sans KR"/>
              </a:defRPr>
            </a:lvl1pPr>
            <a:lvl2pPr>
              <a:buNone/>
              <a:defRPr sz="1050" b="0">
                <a:solidFill>
                  <a:srgbClr val="8DE5CA"/>
                </a:solidFill>
                <a:latin typeface="Noto Sans KR"/>
                <a:ea typeface="Noto Sans KR"/>
                <a:cs typeface="Noto Sans KR"/>
              </a:defRPr>
            </a:lvl2pPr>
            <a:lvl3pPr>
              <a:buNone/>
              <a:defRPr sz="1050" b="0">
                <a:solidFill>
                  <a:srgbClr val="8DE5CA"/>
                </a:solidFill>
                <a:latin typeface="Noto Sans KR"/>
                <a:ea typeface="Noto Sans KR"/>
                <a:cs typeface="Noto Sans KR"/>
              </a:defRPr>
            </a:lvl3pPr>
            <a:lvl4pPr>
              <a:buNone/>
              <a:defRPr sz="1050" b="0">
                <a:solidFill>
                  <a:srgbClr val="8DE5CA"/>
                </a:solidFill>
                <a:latin typeface="Noto Sans KR"/>
                <a:ea typeface="Noto Sans KR"/>
                <a:cs typeface="Noto Sans KR"/>
              </a:defRPr>
            </a:lvl4pPr>
            <a:lvl5pPr>
              <a:buNone/>
              <a:defRPr sz="1050" b="0">
                <a:solidFill>
                  <a:srgbClr val="8DE5CA"/>
                </a:solidFill>
                <a:latin typeface="Noto Sans KR"/>
                <a:ea typeface="Noto Sans KR"/>
                <a:cs typeface="Noto Sans KR"/>
              </a:defRPr>
            </a:lvl5pPr>
            <a:lvl6pPr>
              <a:buNone/>
              <a:defRPr sz="1050" b="0">
                <a:solidFill>
                  <a:srgbClr val="8DE5CA"/>
                </a:solidFill>
                <a:latin typeface="Noto Sans KR"/>
                <a:ea typeface="Noto Sans KR"/>
                <a:cs typeface="Noto Sans KR"/>
              </a:defRPr>
            </a:lvl6pPr>
            <a:lvl7pPr>
              <a:buNone/>
              <a:defRPr sz="1050" b="0">
                <a:solidFill>
                  <a:srgbClr val="8DE5CA"/>
                </a:solidFill>
                <a:latin typeface="Noto Sans KR"/>
                <a:ea typeface="Noto Sans KR"/>
                <a:cs typeface="Noto Sans KR"/>
              </a:defRPr>
            </a:lvl7pPr>
            <a:lvl8pPr>
              <a:buNone/>
              <a:defRPr sz="1050" b="0">
                <a:solidFill>
                  <a:srgbClr val="8DE5CA"/>
                </a:solidFill>
                <a:latin typeface="Noto Sans KR"/>
                <a:ea typeface="Noto Sans KR"/>
                <a:cs typeface="Noto Sans KR"/>
              </a:defRPr>
            </a:lvl8pPr>
            <a:lvl9pPr>
              <a:buNone/>
              <a:defRPr sz="1050" b="0">
                <a:solidFill>
                  <a:srgbClr val="8DE5CA"/>
                </a:solidFill>
                <a:latin typeface="Noto Sans KR"/>
                <a:ea typeface="Noto Sans KR"/>
                <a:cs typeface="Noto Sans KR"/>
              </a:defRPr>
            </a:lvl9pPr>
          </a:lstStyle>
          <a:p xmlns:a="http://schemas.openxmlformats.org/drawingml/2006/main">
            <a:pPr>
              <a:buNone/>
              <a:defRPr sz="1050" b="0">
                <a:solidFill>
                  <a:srgbClr val="8DE5CA"/>
                </a:solidFill>
                <a:latin typeface="Noto Sans KR"/>
                <a:ea typeface="Noto Sans KR"/>
                <a:cs typeface="Noto Sans KR"/>
              </a:defRPr>
            </a:pPr>
            <a:r>
              <a:rPr sz="1050" b="0">
                <a:solidFill>
                  <a:srgbClr val="8DE5CA"/>
                </a:solidFill>
                <a:latin typeface="Noto Sans KR"/>
                <a:ea typeface="Noto Sans KR"/>
                <a:cs typeface="Noto Sans KR"/>
              </a:rPr>
              <a:t>18</a:t>
            </a:r>
          </a:p>
        </p:txBody>
      </p:sp>
      <p:sp>
        <p:nvSpPr>
          <p:cNvPr id="4" name="">
            <a:extLst xmlns:a="http://schemas.openxmlformats.org/drawingml/2006/main">
              <a:ext uri="{FF2B5EF4-FFF2-40B4-BE49-F238E27FC236}">
                <a16:creationId xmlns:a16="http://schemas.microsoft.com/office/drawing/2014/main" id="{B0CB6D70-FE30-47FB-BAB3-6C8F9FF940E0}"/>
              </a:ext>
            </a:extLst>
          </p:cNvPr>
          <p:cNvSpPr>
            <a:spLocks xmlns:a="http://schemas.openxmlformats.org/drawingml/2006/main" noGrp="1"/>
          </p:cNvSpPr>
          <p:nvPr/>
        </p:nvSpPr>
        <p:spPr>
          <a:xfrm xmlns:a="http://schemas.openxmlformats.org/drawingml/2006/main">
            <a:off x="571500"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EBBF3"/>
                </a:solidFill>
                <a:latin typeface="Noto Sans KR"/>
                <a:ea typeface="Noto Sans KR"/>
                <a:cs typeface="Noto Sans KR"/>
              </a:defRPr>
            </a:defPPr>
            <a:lvl1pPr>
              <a:buNone/>
              <a:defRPr sz="1275" b="1">
                <a:solidFill>
                  <a:srgbClr val="8EBBF3"/>
                </a:solidFill>
                <a:latin typeface="Noto Sans KR"/>
                <a:ea typeface="Noto Sans KR"/>
                <a:cs typeface="Noto Sans KR"/>
              </a:defRPr>
            </a:lvl1pPr>
            <a:lvl2pPr>
              <a:buNone/>
              <a:defRPr sz="1275" b="1">
                <a:solidFill>
                  <a:srgbClr val="8EBBF3"/>
                </a:solidFill>
                <a:latin typeface="Noto Sans KR"/>
                <a:ea typeface="Noto Sans KR"/>
                <a:cs typeface="Noto Sans KR"/>
              </a:defRPr>
            </a:lvl2pPr>
            <a:lvl3pPr>
              <a:buNone/>
              <a:defRPr sz="1275" b="1">
                <a:solidFill>
                  <a:srgbClr val="8EBBF3"/>
                </a:solidFill>
                <a:latin typeface="Noto Sans KR"/>
                <a:ea typeface="Noto Sans KR"/>
                <a:cs typeface="Noto Sans KR"/>
              </a:defRPr>
            </a:lvl3pPr>
            <a:lvl4pPr>
              <a:buNone/>
              <a:defRPr sz="1275" b="1">
                <a:solidFill>
                  <a:srgbClr val="8EBBF3"/>
                </a:solidFill>
                <a:latin typeface="Noto Sans KR"/>
                <a:ea typeface="Noto Sans KR"/>
                <a:cs typeface="Noto Sans KR"/>
              </a:defRPr>
            </a:lvl4pPr>
            <a:lvl5pPr>
              <a:buNone/>
              <a:defRPr sz="1275" b="1">
                <a:solidFill>
                  <a:srgbClr val="8EBBF3"/>
                </a:solidFill>
                <a:latin typeface="Noto Sans KR"/>
                <a:ea typeface="Noto Sans KR"/>
                <a:cs typeface="Noto Sans KR"/>
              </a:defRPr>
            </a:lvl5pPr>
            <a:lvl6pPr>
              <a:buNone/>
              <a:defRPr sz="1275" b="1">
                <a:solidFill>
                  <a:srgbClr val="8EBBF3"/>
                </a:solidFill>
                <a:latin typeface="Noto Sans KR"/>
                <a:ea typeface="Noto Sans KR"/>
                <a:cs typeface="Noto Sans KR"/>
              </a:defRPr>
            </a:lvl6pPr>
            <a:lvl7pPr>
              <a:buNone/>
              <a:defRPr sz="1275" b="1">
                <a:solidFill>
                  <a:srgbClr val="8EBBF3"/>
                </a:solidFill>
                <a:latin typeface="Noto Sans KR"/>
                <a:ea typeface="Noto Sans KR"/>
                <a:cs typeface="Noto Sans KR"/>
              </a:defRPr>
            </a:lvl7pPr>
            <a:lvl8pPr>
              <a:buNone/>
              <a:defRPr sz="1275" b="1">
                <a:solidFill>
                  <a:srgbClr val="8EBBF3"/>
                </a:solidFill>
                <a:latin typeface="Noto Sans KR"/>
                <a:ea typeface="Noto Sans KR"/>
                <a:cs typeface="Noto Sans KR"/>
              </a:defRPr>
            </a:lvl8pPr>
            <a:lvl9pPr>
              <a:buNone/>
              <a:defRPr sz="1275" b="1">
                <a:solidFill>
                  <a:srgbClr val="8EBBF3"/>
                </a:solidFill>
                <a:latin typeface="Noto Sans KR"/>
                <a:ea typeface="Noto Sans KR"/>
                <a:cs typeface="Noto Sans KR"/>
              </a:defRPr>
            </a:lvl9pPr>
          </a:lstStyle>
          <a:p xmlns:a="http://schemas.openxmlformats.org/drawingml/2006/main">
            <a:pPr>
              <a:buNone/>
              <a:defRPr sz="1275" b="1">
                <a:solidFill>
                  <a:srgbClr val="8EBBF3"/>
                </a:solidFill>
                <a:latin typeface="Noto Sans KR"/>
                <a:ea typeface="Noto Sans KR"/>
                <a:cs typeface="Noto Sans KR"/>
              </a:defRPr>
            </a:pPr>
            <a:r>
              <a:rPr sz="1275" b="1">
                <a:solidFill>
                  <a:srgbClr val="8EBBF3"/>
                </a:solidFill>
                <a:latin typeface="Noto Sans KR"/>
                <a:ea typeface="Noto Sans KR"/>
                <a:cs typeface="Noto Sans KR"/>
              </a:rPr>
              <a:t>문서가 들어오면 미리 준비</a:t>
            </a:r>
          </a:p>
        </p:txBody>
      </p:sp>
      <p:sp>
        <p:nvSpPr>
          <p:cNvPr id="5" name="">
            <a:extLst xmlns:a="http://schemas.openxmlformats.org/drawingml/2006/main">
              <a:ext uri="{FF2B5EF4-FFF2-40B4-BE49-F238E27FC236}">
                <a16:creationId xmlns:a16="http://schemas.microsoft.com/office/drawing/2014/main" id="{E31DCB46-5042-4B21-8313-5F0F4357B191}"/>
              </a:ext>
            </a:extLst>
          </p:cNvPr>
          <p:cNvSpPr>
            <a:spLocks xmlns:a="http://schemas.openxmlformats.org/drawingml/2006/main" noGrp="1"/>
          </p:cNvSpPr>
          <p:nvPr/>
        </p:nvSpPr>
        <p:spPr>
          <a:xfrm xmlns:a="http://schemas.openxmlformats.org/drawingml/2006/main">
            <a:off x="571500"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원문을 나누고 벡터로 변환</a:t>
            </a:r>
          </a:p>
        </p:txBody>
      </p:sp>
      <p:sp>
        <p:nvSpPr>
          <p:cNvPr id="6" name="">
            <a:extLst xmlns:a="http://schemas.openxmlformats.org/drawingml/2006/main">
              <a:ext uri="{FF2B5EF4-FFF2-40B4-BE49-F238E27FC236}">
                <a16:creationId xmlns:a16="http://schemas.microsoft.com/office/drawing/2014/main" id="{B397C984-D973-461A-BB97-AC484F8E214E}"/>
              </a:ext>
            </a:extLst>
          </p:cNvPr>
          <p:cNvSpPr>
            <a:spLocks xmlns:a="http://schemas.openxmlformats.org/drawingml/2006/main" noGrp="1"/>
          </p:cNvSpPr>
          <p:nvPr/>
        </p:nvSpPr>
        <p:spPr>
          <a:xfrm xmlns:a="http://schemas.openxmlformats.org/drawingml/2006/main">
            <a:off x="571500"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비슷한 문서 조각을 묶기</a:t>
            </a:r>
          </a:p>
        </p:txBody>
      </p:sp>
      <p:sp>
        <p:nvSpPr>
          <p:cNvPr id="8" name="">
            <a:extLst xmlns:a="http://schemas.openxmlformats.org/drawingml/2006/main">
              <a:ext uri="{FF2B5EF4-FFF2-40B4-BE49-F238E27FC236}">
                <a16:creationId xmlns:a16="http://schemas.microsoft.com/office/drawing/2014/main" id="{382FCA02-CC2C-4A40-8A6F-19E780A27BAE}"/>
              </a:ext>
            </a:extLst>
          </p:cNvPr>
          <p:cNvSpPr>
            <a:spLocks xmlns:a="http://schemas.openxmlformats.org/drawingml/2006/main" noGrp="1"/>
          </p:cNvSpPr>
          <p:nvPr/>
        </p:nvSpPr>
        <p:spPr>
          <a:xfrm xmlns:a="http://schemas.openxmlformats.org/drawingml/2006/main">
            <a:off x="571500"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묶음마다 요약문 작성</a:t>
            </a:r>
          </a:p>
        </p:txBody>
      </p:sp>
      <p:sp>
        <p:nvSpPr>
          <p:cNvPr id="10" name="">
            <a:extLst xmlns:a="http://schemas.openxmlformats.org/drawingml/2006/main">
              <a:ext uri="{FF2B5EF4-FFF2-40B4-BE49-F238E27FC236}">
                <a16:creationId xmlns:a16="http://schemas.microsoft.com/office/drawing/2014/main" id="{4E6CDCC6-B506-49FA-BAF3-4D8FFBB3C0F0}"/>
              </a:ext>
            </a:extLst>
          </p:cNvPr>
          <p:cNvSpPr>
            <a:spLocks xmlns:a="http://schemas.openxmlformats.org/drawingml/2006/main" noGrp="1"/>
          </p:cNvSpPr>
          <p:nvPr/>
        </p:nvSpPr>
        <p:spPr>
          <a:xfrm xmlns:a="http://schemas.openxmlformats.org/drawingml/2006/main">
            <a:off x="571500"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요약을 다시 묶고 요약</a:t>
            </a:r>
          </a:p>
        </p:txBody>
      </p:sp>
      <p:sp>
        <p:nvSpPr>
          <p:cNvPr id="12" name="">
            <a:extLst xmlns:a="http://schemas.openxmlformats.org/drawingml/2006/main">
              <a:ext uri="{FF2B5EF4-FFF2-40B4-BE49-F238E27FC236}">
                <a16:creationId xmlns:a16="http://schemas.microsoft.com/office/drawing/2014/main" id="{BA65E24B-B5F2-43C2-BDAA-04E5D4EC7532}"/>
              </a:ext>
            </a:extLst>
          </p:cNvPr>
          <p:cNvSpPr>
            <a:spLocks xmlns:a="http://schemas.openxmlformats.org/drawingml/2006/main" noGrp="1"/>
          </p:cNvSpPr>
          <p:nvPr/>
        </p:nvSpPr>
        <p:spPr>
          <a:xfrm xmlns:a="http://schemas.openxmlformats.org/drawingml/2006/main">
            <a:off x="571500"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원문과 여러 층의 요약 저장</a:t>
            </a:r>
          </a:p>
        </p:txBody>
      </p:sp>
      <p:sp>
        <p:nvSpPr>
          <p:cNvPr id="14" name="">
            <a:extLst xmlns:a="http://schemas.openxmlformats.org/drawingml/2006/main">
              <a:ext uri="{FF2B5EF4-FFF2-40B4-BE49-F238E27FC236}">
                <a16:creationId xmlns:a16="http://schemas.microsoft.com/office/drawing/2014/main" id="{3F60E42A-E116-421B-8FFA-FCC9D6741B59}"/>
              </a:ext>
            </a:extLst>
          </p:cNvPr>
          <p:cNvSpPr>
            <a:spLocks xmlns:a="http://schemas.openxmlformats.org/drawingml/2006/main" noGrp="1"/>
          </p:cNvSpPr>
          <p:nvPr/>
        </p:nvSpPr>
        <p:spPr>
          <a:xfrm xmlns:a="http://schemas.openxmlformats.org/drawingml/2006/main">
            <a:off x="6524625"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DE5CA"/>
                </a:solidFill>
                <a:latin typeface="Noto Sans KR"/>
                <a:ea typeface="Noto Sans KR"/>
                <a:cs typeface="Noto Sans KR"/>
              </a:defRPr>
            </a:defPPr>
            <a:lvl1pPr>
              <a:buNone/>
              <a:defRPr sz="1275" b="1">
                <a:solidFill>
                  <a:srgbClr val="8DE5CA"/>
                </a:solidFill>
                <a:latin typeface="Noto Sans KR"/>
                <a:ea typeface="Noto Sans KR"/>
                <a:cs typeface="Noto Sans KR"/>
              </a:defRPr>
            </a:lvl1pPr>
            <a:lvl2pPr>
              <a:buNone/>
              <a:defRPr sz="1275" b="1">
                <a:solidFill>
                  <a:srgbClr val="8DE5CA"/>
                </a:solidFill>
                <a:latin typeface="Noto Sans KR"/>
                <a:ea typeface="Noto Sans KR"/>
                <a:cs typeface="Noto Sans KR"/>
              </a:defRPr>
            </a:lvl2pPr>
            <a:lvl3pPr>
              <a:buNone/>
              <a:defRPr sz="1275" b="1">
                <a:solidFill>
                  <a:srgbClr val="8DE5CA"/>
                </a:solidFill>
                <a:latin typeface="Noto Sans KR"/>
                <a:ea typeface="Noto Sans KR"/>
                <a:cs typeface="Noto Sans KR"/>
              </a:defRPr>
            </a:lvl3pPr>
            <a:lvl4pPr>
              <a:buNone/>
              <a:defRPr sz="1275" b="1">
                <a:solidFill>
                  <a:srgbClr val="8DE5CA"/>
                </a:solidFill>
                <a:latin typeface="Noto Sans KR"/>
                <a:ea typeface="Noto Sans KR"/>
                <a:cs typeface="Noto Sans KR"/>
              </a:defRPr>
            </a:lvl4pPr>
            <a:lvl5pPr>
              <a:buNone/>
              <a:defRPr sz="1275" b="1">
                <a:solidFill>
                  <a:srgbClr val="8DE5CA"/>
                </a:solidFill>
                <a:latin typeface="Noto Sans KR"/>
                <a:ea typeface="Noto Sans KR"/>
                <a:cs typeface="Noto Sans KR"/>
              </a:defRPr>
            </a:lvl5pPr>
            <a:lvl6pPr>
              <a:buNone/>
              <a:defRPr sz="1275" b="1">
                <a:solidFill>
                  <a:srgbClr val="8DE5CA"/>
                </a:solidFill>
                <a:latin typeface="Noto Sans KR"/>
                <a:ea typeface="Noto Sans KR"/>
                <a:cs typeface="Noto Sans KR"/>
              </a:defRPr>
            </a:lvl6pPr>
            <a:lvl7pPr>
              <a:buNone/>
              <a:defRPr sz="1275" b="1">
                <a:solidFill>
                  <a:srgbClr val="8DE5CA"/>
                </a:solidFill>
                <a:latin typeface="Noto Sans KR"/>
                <a:ea typeface="Noto Sans KR"/>
                <a:cs typeface="Noto Sans KR"/>
              </a:defRPr>
            </a:lvl7pPr>
            <a:lvl8pPr>
              <a:buNone/>
              <a:defRPr sz="1275" b="1">
                <a:solidFill>
                  <a:srgbClr val="8DE5CA"/>
                </a:solidFill>
                <a:latin typeface="Noto Sans KR"/>
                <a:ea typeface="Noto Sans KR"/>
                <a:cs typeface="Noto Sans KR"/>
              </a:defRPr>
            </a:lvl8pPr>
            <a:lvl9pPr>
              <a:buNone/>
              <a:defRPr sz="1275" b="1">
                <a:solidFill>
                  <a:srgbClr val="8DE5CA"/>
                </a:solidFill>
                <a:latin typeface="Noto Sans KR"/>
                <a:ea typeface="Noto Sans KR"/>
                <a:cs typeface="Noto Sans KR"/>
              </a:defRPr>
            </a:lvl9pPr>
          </a:lstStyle>
          <a:p xmlns:a="http://schemas.openxmlformats.org/drawingml/2006/main">
            <a:pPr>
              <a:buNone/>
              <a:defRPr sz="1275" b="1">
                <a:solidFill>
                  <a:srgbClr val="8DE5CA"/>
                </a:solidFill>
                <a:latin typeface="Noto Sans KR"/>
                <a:ea typeface="Noto Sans KR"/>
                <a:cs typeface="Noto Sans KR"/>
              </a:defRPr>
            </a:pPr>
            <a:r>
              <a:rPr sz="1275" b="1">
                <a:solidFill>
                  <a:srgbClr val="8DE5CA"/>
                </a:solidFill>
                <a:latin typeface="Noto Sans KR"/>
                <a:ea typeface="Noto Sans KR"/>
                <a:cs typeface="Noto Sans KR"/>
              </a:rPr>
              <a:t>질문이 오면 검색하고 답변</a:t>
            </a:r>
          </a:p>
        </p:txBody>
      </p:sp>
      <p:sp>
        <p:nvSpPr>
          <p:cNvPr id="15" name="">
            <a:extLst xmlns:a="http://schemas.openxmlformats.org/drawingml/2006/main">
              <a:ext uri="{FF2B5EF4-FFF2-40B4-BE49-F238E27FC236}">
                <a16:creationId xmlns:a16="http://schemas.microsoft.com/office/drawing/2014/main" id="{5269E313-80A8-436C-9A95-31996E4541A7}"/>
              </a:ext>
            </a:extLst>
          </p:cNvPr>
          <p:cNvSpPr>
            <a:spLocks xmlns:a="http://schemas.openxmlformats.org/drawingml/2006/main" noGrp="1"/>
          </p:cNvSpPr>
          <p:nvPr/>
        </p:nvSpPr>
        <p:spPr>
          <a:xfrm xmlns:a="http://schemas.openxmlformats.org/drawingml/2006/main">
            <a:off x="6524625"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질문을 벡터로 변환</a:t>
            </a:r>
          </a:p>
        </p:txBody>
      </p:sp>
      <p:sp>
        <p:nvSpPr>
          <p:cNvPr id="16" name="">
            <a:extLst xmlns:a="http://schemas.openxmlformats.org/drawingml/2006/main">
              <a:ext uri="{FF2B5EF4-FFF2-40B4-BE49-F238E27FC236}">
                <a16:creationId xmlns:a16="http://schemas.microsoft.com/office/drawing/2014/main" id="{58D5A363-D4A2-432A-AB1E-ACAA51380296}"/>
              </a:ext>
            </a:extLst>
          </p:cNvPr>
          <p:cNvSpPr>
            <a:spLocks xmlns:a="http://schemas.openxmlformats.org/drawingml/2006/main" noGrp="1"/>
          </p:cNvSpPr>
          <p:nvPr/>
        </p:nvSpPr>
        <p:spPr>
          <a:xfrm xmlns:a="http://schemas.openxmlformats.org/drawingml/2006/main">
            <a:off x="6524625"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질문과 맞는 층·노드 찾기</a:t>
            </a:r>
          </a:p>
        </p:txBody>
      </p:sp>
      <p:sp>
        <p:nvSpPr>
          <p:cNvPr id="18" name="">
            <a:extLst xmlns:a="http://schemas.openxmlformats.org/drawingml/2006/main">
              <a:ext uri="{FF2B5EF4-FFF2-40B4-BE49-F238E27FC236}">
                <a16:creationId xmlns:a16="http://schemas.microsoft.com/office/drawing/2014/main" id="{39FD05B6-A4E8-442D-8231-A1C2979CCB06}"/>
              </a:ext>
            </a:extLst>
          </p:cNvPr>
          <p:cNvSpPr>
            <a:spLocks xmlns:a="http://schemas.openxmlformats.org/drawingml/2006/main" noGrp="1"/>
          </p:cNvSpPr>
          <p:nvPr/>
        </p:nvSpPr>
        <p:spPr>
          <a:xfrm xmlns:a="http://schemas.openxmlformats.org/drawingml/2006/main">
            <a:off x="6524625"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관련 원문과 요약 선택</a:t>
            </a:r>
          </a:p>
        </p:txBody>
      </p:sp>
      <p:sp>
        <p:nvSpPr>
          <p:cNvPr id="20" name="">
            <a:extLst xmlns:a="http://schemas.openxmlformats.org/drawingml/2006/main">
              <a:ext uri="{FF2B5EF4-FFF2-40B4-BE49-F238E27FC236}">
                <a16:creationId xmlns:a16="http://schemas.microsoft.com/office/drawing/2014/main" id="{E5020E26-4CF1-4940-AD94-8E6B826533C7}"/>
              </a:ext>
            </a:extLst>
          </p:cNvPr>
          <p:cNvSpPr>
            <a:spLocks xmlns:a="http://schemas.openxmlformats.org/drawingml/2006/main" noGrp="1"/>
          </p:cNvSpPr>
          <p:nvPr/>
        </p:nvSpPr>
        <p:spPr>
          <a:xfrm xmlns:a="http://schemas.openxmlformats.org/drawingml/2006/main">
            <a:off x="6524625"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필요한 내용을 함께 모으기</a:t>
            </a:r>
          </a:p>
        </p:txBody>
      </p:sp>
      <p:sp>
        <p:nvSpPr>
          <p:cNvPr id="22" name="">
            <a:extLst xmlns:a="http://schemas.openxmlformats.org/drawingml/2006/main">
              <a:ext uri="{FF2B5EF4-FFF2-40B4-BE49-F238E27FC236}">
                <a16:creationId xmlns:a16="http://schemas.microsoft.com/office/drawing/2014/main" id="{788F9C55-96BD-4629-A35F-032DDF1B1383}"/>
              </a:ext>
            </a:extLst>
          </p:cNvPr>
          <p:cNvSpPr>
            <a:spLocks xmlns:a="http://schemas.openxmlformats.org/drawingml/2006/main" noGrp="1"/>
          </p:cNvSpPr>
          <p:nvPr/>
        </p:nvSpPr>
        <p:spPr>
          <a:xfrm xmlns:a="http://schemas.openxmlformats.org/drawingml/2006/main">
            <a:off x="6524625"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근거를 읽고 답변 작성</a:t>
            </a:r>
          </a:p>
        </p:txBody>
      </p:sp>
      <p:sp>
        <p:nvSpPr>
          <p:cNvPr id="24" name="">
            <a:extLst xmlns:a="http://schemas.openxmlformats.org/drawingml/2006/main">
              <a:ext uri="{FF2B5EF4-FFF2-40B4-BE49-F238E27FC236}">
                <a16:creationId xmlns:a16="http://schemas.microsoft.com/office/drawing/2014/main" id="{EBC9CEE1-E4A8-4AA4-BB9A-13733BF2D23F}"/>
              </a:ext>
            </a:extLst>
          </p:cNvPr>
          <p:cNvSpPr>
            <a:spLocks xmlns:a="http://schemas.openxmlformats.org/drawingml/2006/main" noGrp="1"/>
          </p:cNvSpPr>
          <p:nvPr/>
        </p:nvSpPr>
        <p:spPr>
          <a:xfrm xmlns:a="http://schemas.openxmlformats.org/drawingml/2006/main">
            <a:off x="571500" y="57340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350" b="0">
                <a:solidFill>
                  <a:srgbClr val="A4DDCA"/>
                </a:solidFill>
                <a:latin typeface="Noto Sans KR"/>
                <a:ea typeface="Noto Sans KR"/>
                <a:cs typeface="Noto Sans KR"/>
              </a:defRPr>
            </a:defPPr>
            <a:lvl1pPr>
              <a:buNone/>
              <a:defRPr sz="1200" b="0">
                <a:solidFill>
                  <a:srgbClr val="9BB4C0"/>
                </a:solidFill>
                <a:latin typeface="Noto Sans KR"/>
                <a:ea typeface="Noto Sans KR"/>
                <a:cs typeface="Noto Sans KR"/>
              </a:defRPr>
            </a:lvl1pPr>
            <a:lvl2pPr>
              <a:buNone/>
              <a:defRPr sz="1200" b="0">
                <a:solidFill>
                  <a:srgbClr val="9BB4C0"/>
                </a:solidFill>
                <a:latin typeface="Noto Sans KR"/>
                <a:ea typeface="Noto Sans KR"/>
                <a:cs typeface="Noto Sans KR"/>
              </a:defRPr>
            </a:lvl2pPr>
            <a:lvl3pPr>
              <a:buNone/>
              <a:defRPr sz="1200" b="0">
                <a:solidFill>
                  <a:srgbClr val="9BB4C0"/>
                </a:solidFill>
                <a:latin typeface="Noto Sans KR"/>
                <a:ea typeface="Noto Sans KR"/>
                <a:cs typeface="Noto Sans KR"/>
              </a:defRPr>
            </a:lvl3pPr>
            <a:lvl4pPr>
              <a:buNone/>
              <a:defRPr sz="1200" b="0">
                <a:solidFill>
                  <a:srgbClr val="9BB4C0"/>
                </a:solidFill>
                <a:latin typeface="Noto Sans KR"/>
                <a:ea typeface="Noto Sans KR"/>
                <a:cs typeface="Noto Sans KR"/>
              </a:defRPr>
            </a:lvl4pPr>
            <a:lvl5pPr>
              <a:buNone/>
              <a:defRPr sz="1200" b="0">
                <a:solidFill>
                  <a:srgbClr val="9BB4C0"/>
                </a:solidFill>
                <a:latin typeface="Noto Sans KR"/>
                <a:ea typeface="Noto Sans KR"/>
                <a:cs typeface="Noto Sans KR"/>
              </a:defRPr>
            </a:lvl5pPr>
            <a:lvl6pPr>
              <a:buNone/>
              <a:defRPr sz="1200" b="0">
                <a:solidFill>
                  <a:srgbClr val="9BB4C0"/>
                </a:solidFill>
                <a:latin typeface="Noto Sans KR"/>
                <a:ea typeface="Noto Sans KR"/>
                <a:cs typeface="Noto Sans KR"/>
              </a:defRPr>
            </a:lvl6pPr>
            <a:lvl7pPr>
              <a:buNone/>
              <a:defRPr sz="1200" b="0">
                <a:solidFill>
                  <a:srgbClr val="9BB4C0"/>
                </a:solidFill>
                <a:latin typeface="Noto Sans KR"/>
                <a:ea typeface="Noto Sans KR"/>
                <a:cs typeface="Noto Sans KR"/>
              </a:defRPr>
            </a:lvl7pPr>
            <a:lvl8pPr>
              <a:buNone/>
              <a:defRPr sz="1200" b="0">
                <a:solidFill>
                  <a:srgbClr val="9BB4C0"/>
                </a:solidFill>
                <a:latin typeface="Noto Sans KR"/>
                <a:ea typeface="Noto Sans KR"/>
                <a:cs typeface="Noto Sans KR"/>
              </a:defRPr>
            </a:lvl8pPr>
            <a:lvl9pPr>
              <a:buNone/>
              <a:defRPr sz="1200" b="0">
                <a:solidFill>
                  <a:srgbClr val="9BB4C0"/>
                </a:solidFill>
                <a:latin typeface="Noto Sans KR"/>
                <a:ea typeface="Noto Sans KR"/>
                <a:cs typeface="Noto Sans KR"/>
              </a:defRPr>
            </a:lvl9pPr>
          </a:lstStyle>
          <a:p xmlns:a="http://schemas.openxmlformats.org/drawingml/2006/main">
            <a:pPr>
              <a:buNone/>
              <a:defRPr sz="1350" b="0">
                <a:solidFill>
                  <a:srgbClr val="A4DDCA"/>
                </a:solidFill>
                <a:latin typeface="Noto Sans KR"/>
                <a:ea typeface="Noto Sans KR"/>
                <a:cs typeface="Noto Sans KR"/>
              </a:defRPr>
            </a:pPr>
            <a:r>
              <a:rPr sz="1350" b="0">
                <a:solidFill>
                  <a:srgbClr val="A4DDCA"/>
                </a:solidFill>
                <a:latin typeface="Noto Sans KR"/>
                <a:ea typeface="Noto Sans KR"/>
                <a:cs typeface="Noto Sans KR"/>
              </a:rPr>
              <a:t>핵심 차별점: 문서를 요약의 층으로 정리</a:t>
            </a:r>
          </a:p>
        </p:txBody>
      </p:sp>
    </p:spTree>
    <p:extLst>
      <p:ext uri="{BB962C8B-B14F-4D97-AF65-F5344CB8AC3E}">
        <p14:creationId xmlns:p14="http://schemas.microsoft.com/office/powerpoint/2010/main" val="1158298948"/>
      </p:ext>
    </p:extLst>
  </p:cSld>
</p:sld>
</file>

<file path=ppt/slides/slide19.xml><?xml version="1.0" encoding="utf-8"?>
<p:sld xmlns:p="http://schemas.openxmlformats.org/presentationml/2006/main">
  <p:cSld>
    <p:bg>
      <p:bgPr>
        <a:solidFill xmlns:a="http://schemas.openxmlformats.org/drawingml/2006/main">
          <a:srgbClr val="071824"/>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489E58C4-75AE-4559-A9AC-675BCD6DE0D6}"/>
              </a:ext>
            </a:extLst>
          </p:cNvPr>
          <p:cNvCxnSpPr>
            <a:stCxn xmlns:a="http://schemas.openxmlformats.org/drawingml/2006/main" id="20" idx="2"/>
            <a:endCxn xmlns:a="http://schemas.openxmlformats.org/drawingml/2006/main" id="22" idx="0"/>
          </p:cNvCxnSpPr>
          <p:nvPr/>
        </p:nvCxnSpPr>
        <p:spPr>
          <a:xfrm xmlns:a="http://schemas.openxmlformats.org/drawingml/2006/main">
            <a:off x="9072563" y="463867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1374166A-849D-4B85-84E4-B01F973A4DAB}"/>
              </a:ext>
            </a:extLst>
          </p:cNvPr>
          <p:cNvCxnSpPr>
            <a:stCxn xmlns:a="http://schemas.openxmlformats.org/drawingml/2006/main" id="18" idx="2"/>
            <a:endCxn xmlns:a="http://schemas.openxmlformats.org/drawingml/2006/main" id="20" idx="0"/>
          </p:cNvCxnSpPr>
          <p:nvPr/>
        </p:nvCxnSpPr>
        <p:spPr>
          <a:xfrm xmlns:a="http://schemas.openxmlformats.org/drawingml/2006/main">
            <a:off x="9072563" y="398145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72DAFDD0-F6F4-406C-BCA8-0169CCDF8683}"/>
              </a:ext>
            </a:extLst>
          </p:cNvPr>
          <p:cNvCxnSpPr>
            <a:stCxn xmlns:a="http://schemas.openxmlformats.org/drawingml/2006/main" id="16" idx="2"/>
            <a:endCxn xmlns:a="http://schemas.openxmlformats.org/drawingml/2006/main" id="18" idx="0"/>
          </p:cNvCxnSpPr>
          <p:nvPr/>
        </p:nvCxnSpPr>
        <p:spPr>
          <a:xfrm xmlns:a="http://schemas.openxmlformats.org/drawingml/2006/main">
            <a:off x="9072563" y="332422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1C0EDC43-B78A-408B-82FB-817FA0E8ADD2}"/>
              </a:ext>
            </a:extLst>
          </p:cNvPr>
          <p:cNvCxnSpPr>
            <a:stCxn xmlns:a="http://schemas.openxmlformats.org/drawingml/2006/main" id="15" idx="2"/>
            <a:endCxn xmlns:a="http://schemas.openxmlformats.org/drawingml/2006/main" id="16" idx="0"/>
          </p:cNvCxnSpPr>
          <p:nvPr/>
        </p:nvCxnSpPr>
        <p:spPr>
          <a:xfrm xmlns:a="http://schemas.openxmlformats.org/drawingml/2006/main">
            <a:off x="9072563" y="266700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4D5E858F-1B54-4F02-A504-3A20B32D38C6}"/>
              </a:ext>
            </a:extLst>
          </p:cNvPr>
          <p:cNvCxnSpPr>
            <a:stCxn xmlns:a="http://schemas.openxmlformats.org/drawingml/2006/main" id="10" idx="2"/>
            <a:endCxn xmlns:a="http://schemas.openxmlformats.org/drawingml/2006/main" id="12" idx="0"/>
          </p:cNvCxnSpPr>
          <p:nvPr/>
        </p:nvCxnSpPr>
        <p:spPr>
          <a:xfrm xmlns:a="http://schemas.openxmlformats.org/drawingml/2006/main">
            <a:off x="3119438" y="463867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AA42B5A8-8131-49EB-BAFE-6A2530ABDE7D}"/>
              </a:ext>
            </a:extLst>
          </p:cNvPr>
          <p:cNvCxnSpPr>
            <a:stCxn xmlns:a="http://schemas.openxmlformats.org/drawingml/2006/main" id="8" idx="2"/>
            <a:endCxn xmlns:a="http://schemas.openxmlformats.org/drawingml/2006/main" id="10" idx="0"/>
          </p:cNvCxnSpPr>
          <p:nvPr/>
        </p:nvCxnSpPr>
        <p:spPr>
          <a:xfrm xmlns:a="http://schemas.openxmlformats.org/drawingml/2006/main">
            <a:off x="3119438" y="398145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0D45A9E3-B9A8-400B-B008-A9B42492D418}"/>
              </a:ext>
            </a:extLst>
          </p:cNvPr>
          <p:cNvCxnSpPr>
            <a:stCxn xmlns:a="http://schemas.openxmlformats.org/drawingml/2006/main" id="6" idx="2"/>
            <a:endCxn xmlns:a="http://schemas.openxmlformats.org/drawingml/2006/main" id="8" idx="0"/>
          </p:cNvCxnSpPr>
          <p:nvPr/>
        </p:nvCxnSpPr>
        <p:spPr>
          <a:xfrm xmlns:a="http://schemas.openxmlformats.org/drawingml/2006/main">
            <a:off x="3119438" y="332422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87E03034-7480-4A58-A6EE-3CE396FDFDD2}"/>
              </a:ext>
            </a:extLst>
          </p:cNvPr>
          <p:cNvCxnSpPr>
            <a:stCxn xmlns:a="http://schemas.openxmlformats.org/drawingml/2006/main" id="5" idx="2"/>
            <a:endCxn xmlns:a="http://schemas.openxmlformats.org/drawingml/2006/main" id="6" idx="0"/>
          </p:cNvCxnSpPr>
          <p:nvPr/>
        </p:nvCxnSpPr>
        <p:spPr>
          <a:xfrm xmlns:a="http://schemas.openxmlformats.org/drawingml/2006/main">
            <a:off x="3119438" y="266700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sp>
        <p:nvSpPr>
          <p:cNvPr id="25" name="">
            <a:extLst xmlns:a="http://schemas.openxmlformats.org/drawingml/2006/main">
              <a:ext uri="{FF2B5EF4-FFF2-40B4-BE49-F238E27FC236}">
                <a16:creationId xmlns:a16="http://schemas.microsoft.com/office/drawing/2014/main" id="{11152B90-611D-44B0-82B4-FD1CB4A6B7FF}"/>
              </a:ext>
            </a:extLst>
          </p:cNvPr>
          <p:cNvSpPr>
            <a:spLocks xmlns:a="http://schemas.openxmlformats.org/drawingml/2006/main" noGrp="1"/>
          </p:cNvSpPr>
          <p:nvPr/>
        </p:nvSpPr>
        <p:spPr>
          <a:xfrm xmlns:a="http://schemas.openxmlformats.org/drawingml/2006/main">
            <a:off x="571500" y="285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8DE5CA"/>
                </a:solidFill>
                <a:latin typeface="Noto Sans KR"/>
                <a:ea typeface="Noto Sans KR"/>
                <a:cs typeface="Noto Sans KR"/>
              </a:defRPr>
            </a:defPPr>
            <a:lvl1pPr>
              <a:buNone/>
              <a:defRPr sz="900" b="1">
                <a:solidFill>
                  <a:srgbClr val="8DE5CA"/>
                </a:solidFill>
                <a:latin typeface="Noto Sans KR"/>
                <a:ea typeface="Noto Sans KR"/>
                <a:cs typeface="Noto Sans KR"/>
              </a:defRPr>
            </a:lvl1pPr>
            <a:lvl2pPr>
              <a:buNone/>
              <a:defRPr sz="900" b="1">
                <a:solidFill>
                  <a:srgbClr val="8DE5CA"/>
                </a:solidFill>
                <a:latin typeface="Noto Sans KR"/>
                <a:ea typeface="Noto Sans KR"/>
                <a:cs typeface="Noto Sans KR"/>
              </a:defRPr>
            </a:lvl2pPr>
            <a:lvl3pPr>
              <a:buNone/>
              <a:defRPr sz="900" b="1">
                <a:solidFill>
                  <a:srgbClr val="8DE5CA"/>
                </a:solidFill>
                <a:latin typeface="Noto Sans KR"/>
                <a:ea typeface="Noto Sans KR"/>
                <a:cs typeface="Noto Sans KR"/>
              </a:defRPr>
            </a:lvl3pPr>
            <a:lvl4pPr>
              <a:buNone/>
              <a:defRPr sz="900" b="1">
                <a:solidFill>
                  <a:srgbClr val="8DE5CA"/>
                </a:solidFill>
                <a:latin typeface="Noto Sans KR"/>
                <a:ea typeface="Noto Sans KR"/>
                <a:cs typeface="Noto Sans KR"/>
              </a:defRPr>
            </a:lvl4pPr>
            <a:lvl5pPr>
              <a:buNone/>
              <a:defRPr sz="900" b="1">
                <a:solidFill>
                  <a:srgbClr val="8DE5CA"/>
                </a:solidFill>
                <a:latin typeface="Noto Sans KR"/>
                <a:ea typeface="Noto Sans KR"/>
                <a:cs typeface="Noto Sans KR"/>
              </a:defRPr>
            </a:lvl5pPr>
            <a:lvl6pPr>
              <a:buNone/>
              <a:defRPr sz="900" b="1">
                <a:solidFill>
                  <a:srgbClr val="8DE5CA"/>
                </a:solidFill>
                <a:latin typeface="Noto Sans KR"/>
                <a:ea typeface="Noto Sans KR"/>
                <a:cs typeface="Noto Sans KR"/>
              </a:defRPr>
            </a:lvl6pPr>
            <a:lvl7pPr>
              <a:buNone/>
              <a:defRPr sz="900" b="1">
                <a:solidFill>
                  <a:srgbClr val="8DE5CA"/>
                </a:solidFill>
                <a:latin typeface="Noto Sans KR"/>
                <a:ea typeface="Noto Sans KR"/>
                <a:cs typeface="Noto Sans KR"/>
              </a:defRPr>
            </a:lvl7pPr>
            <a:lvl8pPr>
              <a:buNone/>
              <a:defRPr sz="900" b="1">
                <a:solidFill>
                  <a:srgbClr val="8DE5CA"/>
                </a:solidFill>
                <a:latin typeface="Noto Sans KR"/>
                <a:ea typeface="Noto Sans KR"/>
                <a:cs typeface="Noto Sans KR"/>
              </a:defRPr>
            </a:lvl8pPr>
            <a:lvl9pPr>
              <a:buNone/>
              <a:defRPr sz="900" b="1">
                <a:solidFill>
                  <a:srgbClr val="8DE5CA"/>
                </a:solidFill>
                <a:latin typeface="Noto Sans KR"/>
                <a:ea typeface="Noto Sans KR"/>
                <a:cs typeface="Noto Sans KR"/>
              </a:defRPr>
            </a:lvl9pPr>
          </a:lstStyle>
          <a:p xmlns:a="http://schemas.openxmlformats.org/drawingml/2006/main">
            <a:pPr>
              <a:buNone/>
              <a:defRPr sz="900" b="1">
                <a:solidFill>
                  <a:srgbClr val="8DE5CA"/>
                </a:solidFill>
                <a:latin typeface="Noto Sans KR"/>
                <a:ea typeface="Noto Sans KR"/>
                <a:cs typeface="Noto Sans KR"/>
              </a:defRPr>
            </a:pPr>
            <a:r>
              <a:rPr sz="900" b="1">
                <a:solidFill>
                  <a:srgbClr val="8DE5CA"/>
                </a:solidFill>
                <a:latin typeface="Noto Sans KR"/>
                <a:ea typeface="Noto Sans KR"/>
                <a:cs typeface="Noto Sans KR"/>
              </a:rPr>
              <a:t>02 / 요약과 그룹</a:t>
            </a:r>
          </a:p>
        </p:txBody>
      </p:sp>
      <p:sp>
        <p:nvSpPr>
          <p:cNvPr id="2" name="">
            <a:extLst xmlns:a="http://schemas.openxmlformats.org/drawingml/2006/main">
              <a:ext uri="{FF2B5EF4-FFF2-40B4-BE49-F238E27FC236}">
                <a16:creationId xmlns:a16="http://schemas.microsoft.com/office/drawing/2014/main" id="{47D09AC4-0138-4C6E-B59D-5248EAB3B378}"/>
              </a:ext>
            </a:extLst>
          </p:cNvPr>
          <p:cNvSpPr>
            <a:spLocks xmlns:a="http://schemas.openxmlformats.org/drawingml/2006/main" noGrp="1"/>
          </p:cNvSpPr>
          <p:nvPr/>
        </p:nvSpPr>
        <p:spPr>
          <a:xfrm xmlns:a="http://schemas.openxmlformats.org/drawingml/2006/main">
            <a:off x="571500" y="7620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EAF5F3"/>
                </a:solidFill>
                <a:latin typeface="Noto Sans KR"/>
                <a:ea typeface="Noto Sans KR"/>
                <a:cs typeface="Noto Sans KR"/>
              </a:defRPr>
            </a:defPPr>
            <a:lvl1pPr>
              <a:buNone/>
              <a:defRPr sz="2850" b="1">
                <a:solidFill>
                  <a:srgbClr val="EAF5F3"/>
                </a:solidFill>
                <a:latin typeface="Noto Sans KR"/>
                <a:ea typeface="Noto Sans KR"/>
                <a:cs typeface="Noto Sans KR"/>
              </a:defRPr>
            </a:lvl1pPr>
            <a:lvl2pPr>
              <a:buNone/>
              <a:defRPr sz="2850" b="1">
                <a:solidFill>
                  <a:srgbClr val="EAF5F3"/>
                </a:solidFill>
                <a:latin typeface="Noto Sans KR"/>
                <a:ea typeface="Noto Sans KR"/>
                <a:cs typeface="Noto Sans KR"/>
              </a:defRPr>
            </a:lvl2pPr>
            <a:lvl3pPr>
              <a:buNone/>
              <a:defRPr sz="2850" b="1">
                <a:solidFill>
                  <a:srgbClr val="EAF5F3"/>
                </a:solidFill>
                <a:latin typeface="Noto Sans KR"/>
                <a:ea typeface="Noto Sans KR"/>
                <a:cs typeface="Noto Sans KR"/>
              </a:defRPr>
            </a:lvl3pPr>
            <a:lvl4pPr>
              <a:buNone/>
              <a:defRPr sz="2850" b="1">
                <a:solidFill>
                  <a:srgbClr val="EAF5F3"/>
                </a:solidFill>
                <a:latin typeface="Noto Sans KR"/>
                <a:ea typeface="Noto Sans KR"/>
                <a:cs typeface="Noto Sans KR"/>
              </a:defRPr>
            </a:lvl4pPr>
            <a:lvl5pPr>
              <a:buNone/>
              <a:defRPr sz="2850" b="1">
                <a:solidFill>
                  <a:srgbClr val="EAF5F3"/>
                </a:solidFill>
                <a:latin typeface="Noto Sans KR"/>
                <a:ea typeface="Noto Sans KR"/>
                <a:cs typeface="Noto Sans KR"/>
              </a:defRPr>
            </a:lvl5pPr>
            <a:lvl6pPr>
              <a:buNone/>
              <a:defRPr sz="2850" b="1">
                <a:solidFill>
                  <a:srgbClr val="EAF5F3"/>
                </a:solidFill>
                <a:latin typeface="Noto Sans KR"/>
                <a:ea typeface="Noto Sans KR"/>
                <a:cs typeface="Noto Sans KR"/>
              </a:defRPr>
            </a:lvl6pPr>
            <a:lvl7pPr>
              <a:buNone/>
              <a:defRPr sz="2850" b="1">
                <a:solidFill>
                  <a:srgbClr val="EAF5F3"/>
                </a:solidFill>
                <a:latin typeface="Noto Sans KR"/>
                <a:ea typeface="Noto Sans KR"/>
                <a:cs typeface="Noto Sans KR"/>
              </a:defRPr>
            </a:lvl7pPr>
            <a:lvl8pPr>
              <a:buNone/>
              <a:defRPr sz="2850" b="1">
                <a:solidFill>
                  <a:srgbClr val="EAF5F3"/>
                </a:solidFill>
                <a:latin typeface="Noto Sans KR"/>
                <a:ea typeface="Noto Sans KR"/>
                <a:cs typeface="Noto Sans KR"/>
              </a:defRPr>
            </a:lvl8pPr>
            <a:lvl9pPr>
              <a:buNone/>
              <a:defRPr sz="2850" b="1">
                <a:solidFill>
                  <a:srgbClr val="EAF5F3"/>
                </a:solidFill>
                <a:latin typeface="Noto Sans KR"/>
                <a:ea typeface="Noto Sans KR"/>
                <a:cs typeface="Noto Sans KR"/>
              </a:defRPr>
            </a:lvl9pPr>
          </a:lstStyle>
          <a:p xmlns:a="http://schemas.openxmlformats.org/drawingml/2006/main">
            <a:pPr>
              <a:buNone/>
              <a:defRPr sz="2850" b="1">
                <a:solidFill>
                  <a:srgbClr val="EAF5F3"/>
                </a:solidFill>
                <a:latin typeface="Noto Sans KR"/>
                <a:ea typeface="Noto Sans KR"/>
                <a:cs typeface="Noto Sans KR"/>
              </a:defRPr>
            </a:pPr>
            <a:r>
              <a:rPr sz="2850" b="1">
                <a:solidFill>
                  <a:srgbClr val="EAF5F3"/>
                </a:solidFill>
                <a:latin typeface="Noto Sans KR"/>
                <a:ea typeface="Noto Sans KR"/>
                <a:cs typeface="Noto Sans KR"/>
              </a:rPr>
              <a:t>Microsoft GraphRAG의 전체 처리 순서</a:t>
            </a:r>
          </a:p>
        </p:txBody>
      </p:sp>
      <p:sp>
        <p:nvSpPr>
          <p:cNvPr id="3" name="">
            <a:extLst xmlns:a="http://schemas.openxmlformats.org/drawingml/2006/main">
              <a:ext uri="{FF2B5EF4-FFF2-40B4-BE49-F238E27FC236}">
                <a16:creationId xmlns:a16="http://schemas.microsoft.com/office/drawing/2014/main" id="{3381D596-C7AD-4C92-93AC-67490D84B327}"/>
              </a:ext>
            </a:extLst>
          </p:cNvPr>
          <p:cNvSpPr>
            <a:spLocks xmlns:a="http://schemas.openxmlformats.org/drawingml/2006/main" noGrp="1"/>
          </p:cNvSpPr>
          <p:nvPr/>
        </p:nvSpPr>
        <p:spPr>
          <a:xfrm xmlns:a="http://schemas.openxmlformats.org/drawingml/2006/main">
            <a:off x="11144250" y="642937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DE5CA"/>
                </a:solidFill>
                <a:latin typeface="Noto Sans KR"/>
                <a:ea typeface="Noto Sans KR"/>
                <a:cs typeface="Noto Sans KR"/>
              </a:defRPr>
            </a:defPPr>
            <a:lvl1pPr>
              <a:buNone/>
              <a:defRPr sz="1050" b="0">
                <a:solidFill>
                  <a:srgbClr val="8DE5CA"/>
                </a:solidFill>
                <a:latin typeface="Noto Sans KR"/>
                <a:ea typeface="Noto Sans KR"/>
                <a:cs typeface="Noto Sans KR"/>
              </a:defRPr>
            </a:lvl1pPr>
            <a:lvl2pPr>
              <a:buNone/>
              <a:defRPr sz="1050" b="0">
                <a:solidFill>
                  <a:srgbClr val="8DE5CA"/>
                </a:solidFill>
                <a:latin typeface="Noto Sans KR"/>
                <a:ea typeface="Noto Sans KR"/>
                <a:cs typeface="Noto Sans KR"/>
              </a:defRPr>
            </a:lvl2pPr>
            <a:lvl3pPr>
              <a:buNone/>
              <a:defRPr sz="1050" b="0">
                <a:solidFill>
                  <a:srgbClr val="8DE5CA"/>
                </a:solidFill>
                <a:latin typeface="Noto Sans KR"/>
                <a:ea typeface="Noto Sans KR"/>
                <a:cs typeface="Noto Sans KR"/>
              </a:defRPr>
            </a:lvl3pPr>
            <a:lvl4pPr>
              <a:buNone/>
              <a:defRPr sz="1050" b="0">
                <a:solidFill>
                  <a:srgbClr val="8DE5CA"/>
                </a:solidFill>
                <a:latin typeface="Noto Sans KR"/>
                <a:ea typeface="Noto Sans KR"/>
                <a:cs typeface="Noto Sans KR"/>
              </a:defRPr>
            </a:lvl4pPr>
            <a:lvl5pPr>
              <a:buNone/>
              <a:defRPr sz="1050" b="0">
                <a:solidFill>
                  <a:srgbClr val="8DE5CA"/>
                </a:solidFill>
                <a:latin typeface="Noto Sans KR"/>
                <a:ea typeface="Noto Sans KR"/>
                <a:cs typeface="Noto Sans KR"/>
              </a:defRPr>
            </a:lvl5pPr>
            <a:lvl6pPr>
              <a:buNone/>
              <a:defRPr sz="1050" b="0">
                <a:solidFill>
                  <a:srgbClr val="8DE5CA"/>
                </a:solidFill>
                <a:latin typeface="Noto Sans KR"/>
                <a:ea typeface="Noto Sans KR"/>
                <a:cs typeface="Noto Sans KR"/>
              </a:defRPr>
            </a:lvl6pPr>
            <a:lvl7pPr>
              <a:buNone/>
              <a:defRPr sz="1050" b="0">
                <a:solidFill>
                  <a:srgbClr val="8DE5CA"/>
                </a:solidFill>
                <a:latin typeface="Noto Sans KR"/>
                <a:ea typeface="Noto Sans KR"/>
                <a:cs typeface="Noto Sans KR"/>
              </a:defRPr>
            </a:lvl7pPr>
            <a:lvl8pPr>
              <a:buNone/>
              <a:defRPr sz="1050" b="0">
                <a:solidFill>
                  <a:srgbClr val="8DE5CA"/>
                </a:solidFill>
                <a:latin typeface="Noto Sans KR"/>
                <a:ea typeface="Noto Sans KR"/>
                <a:cs typeface="Noto Sans KR"/>
              </a:defRPr>
            </a:lvl8pPr>
            <a:lvl9pPr>
              <a:buNone/>
              <a:defRPr sz="1050" b="0">
                <a:solidFill>
                  <a:srgbClr val="8DE5CA"/>
                </a:solidFill>
                <a:latin typeface="Noto Sans KR"/>
                <a:ea typeface="Noto Sans KR"/>
                <a:cs typeface="Noto Sans KR"/>
              </a:defRPr>
            </a:lvl9pPr>
          </a:lstStyle>
          <a:p xmlns:a="http://schemas.openxmlformats.org/drawingml/2006/main">
            <a:pPr>
              <a:buNone/>
              <a:defRPr sz="1050" b="0">
                <a:solidFill>
                  <a:srgbClr val="8DE5CA"/>
                </a:solidFill>
                <a:latin typeface="Noto Sans KR"/>
                <a:ea typeface="Noto Sans KR"/>
                <a:cs typeface="Noto Sans KR"/>
              </a:defRPr>
            </a:pPr>
            <a:r>
              <a:rPr sz="1050" b="0">
                <a:solidFill>
                  <a:srgbClr val="8DE5CA"/>
                </a:solidFill>
                <a:latin typeface="Noto Sans KR"/>
                <a:ea typeface="Noto Sans KR"/>
                <a:cs typeface="Noto Sans KR"/>
              </a:rPr>
              <a:t>19</a:t>
            </a:r>
          </a:p>
        </p:txBody>
      </p:sp>
      <p:sp>
        <p:nvSpPr>
          <p:cNvPr id="4" name="">
            <a:extLst xmlns:a="http://schemas.openxmlformats.org/drawingml/2006/main">
              <a:ext uri="{FF2B5EF4-FFF2-40B4-BE49-F238E27FC236}">
                <a16:creationId xmlns:a16="http://schemas.microsoft.com/office/drawing/2014/main" id="{8FC208A7-2FD3-4415-815C-011F5AC74D41}"/>
              </a:ext>
            </a:extLst>
          </p:cNvPr>
          <p:cNvSpPr>
            <a:spLocks xmlns:a="http://schemas.openxmlformats.org/drawingml/2006/main" noGrp="1"/>
          </p:cNvSpPr>
          <p:nvPr/>
        </p:nvSpPr>
        <p:spPr>
          <a:xfrm xmlns:a="http://schemas.openxmlformats.org/drawingml/2006/main">
            <a:off x="571500"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EBBF3"/>
                </a:solidFill>
                <a:latin typeface="Noto Sans KR"/>
                <a:ea typeface="Noto Sans KR"/>
                <a:cs typeface="Noto Sans KR"/>
              </a:defRPr>
            </a:defPPr>
            <a:lvl1pPr>
              <a:buNone/>
              <a:defRPr sz="1275" b="1">
                <a:solidFill>
                  <a:srgbClr val="8EBBF3"/>
                </a:solidFill>
                <a:latin typeface="Noto Sans KR"/>
                <a:ea typeface="Noto Sans KR"/>
                <a:cs typeface="Noto Sans KR"/>
              </a:defRPr>
            </a:lvl1pPr>
            <a:lvl2pPr>
              <a:buNone/>
              <a:defRPr sz="1275" b="1">
                <a:solidFill>
                  <a:srgbClr val="8EBBF3"/>
                </a:solidFill>
                <a:latin typeface="Noto Sans KR"/>
                <a:ea typeface="Noto Sans KR"/>
                <a:cs typeface="Noto Sans KR"/>
              </a:defRPr>
            </a:lvl2pPr>
            <a:lvl3pPr>
              <a:buNone/>
              <a:defRPr sz="1275" b="1">
                <a:solidFill>
                  <a:srgbClr val="8EBBF3"/>
                </a:solidFill>
                <a:latin typeface="Noto Sans KR"/>
                <a:ea typeface="Noto Sans KR"/>
                <a:cs typeface="Noto Sans KR"/>
              </a:defRPr>
            </a:lvl3pPr>
            <a:lvl4pPr>
              <a:buNone/>
              <a:defRPr sz="1275" b="1">
                <a:solidFill>
                  <a:srgbClr val="8EBBF3"/>
                </a:solidFill>
                <a:latin typeface="Noto Sans KR"/>
                <a:ea typeface="Noto Sans KR"/>
                <a:cs typeface="Noto Sans KR"/>
              </a:defRPr>
            </a:lvl4pPr>
            <a:lvl5pPr>
              <a:buNone/>
              <a:defRPr sz="1275" b="1">
                <a:solidFill>
                  <a:srgbClr val="8EBBF3"/>
                </a:solidFill>
                <a:latin typeface="Noto Sans KR"/>
                <a:ea typeface="Noto Sans KR"/>
                <a:cs typeface="Noto Sans KR"/>
              </a:defRPr>
            </a:lvl5pPr>
            <a:lvl6pPr>
              <a:buNone/>
              <a:defRPr sz="1275" b="1">
                <a:solidFill>
                  <a:srgbClr val="8EBBF3"/>
                </a:solidFill>
                <a:latin typeface="Noto Sans KR"/>
                <a:ea typeface="Noto Sans KR"/>
                <a:cs typeface="Noto Sans KR"/>
              </a:defRPr>
            </a:lvl6pPr>
            <a:lvl7pPr>
              <a:buNone/>
              <a:defRPr sz="1275" b="1">
                <a:solidFill>
                  <a:srgbClr val="8EBBF3"/>
                </a:solidFill>
                <a:latin typeface="Noto Sans KR"/>
                <a:ea typeface="Noto Sans KR"/>
                <a:cs typeface="Noto Sans KR"/>
              </a:defRPr>
            </a:lvl7pPr>
            <a:lvl8pPr>
              <a:buNone/>
              <a:defRPr sz="1275" b="1">
                <a:solidFill>
                  <a:srgbClr val="8EBBF3"/>
                </a:solidFill>
                <a:latin typeface="Noto Sans KR"/>
                <a:ea typeface="Noto Sans KR"/>
                <a:cs typeface="Noto Sans KR"/>
              </a:defRPr>
            </a:lvl8pPr>
            <a:lvl9pPr>
              <a:buNone/>
              <a:defRPr sz="1275" b="1">
                <a:solidFill>
                  <a:srgbClr val="8EBBF3"/>
                </a:solidFill>
                <a:latin typeface="Noto Sans KR"/>
                <a:ea typeface="Noto Sans KR"/>
                <a:cs typeface="Noto Sans KR"/>
              </a:defRPr>
            </a:lvl9pPr>
          </a:lstStyle>
          <a:p xmlns:a="http://schemas.openxmlformats.org/drawingml/2006/main">
            <a:pPr>
              <a:buNone/>
              <a:defRPr sz="1275" b="1">
                <a:solidFill>
                  <a:srgbClr val="8EBBF3"/>
                </a:solidFill>
                <a:latin typeface="Noto Sans KR"/>
                <a:ea typeface="Noto Sans KR"/>
                <a:cs typeface="Noto Sans KR"/>
              </a:defRPr>
            </a:pPr>
            <a:r>
              <a:rPr sz="1275" b="1">
                <a:solidFill>
                  <a:srgbClr val="8EBBF3"/>
                </a:solidFill>
                <a:latin typeface="Noto Sans KR"/>
                <a:ea typeface="Noto Sans KR"/>
                <a:cs typeface="Noto Sans KR"/>
              </a:rPr>
              <a:t>문서가 들어오면 미리 준비</a:t>
            </a:r>
          </a:p>
        </p:txBody>
      </p:sp>
      <p:sp>
        <p:nvSpPr>
          <p:cNvPr id="5" name="">
            <a:extLst xmlns:a="http://schemas.openxmlformats.org/drawingml/2006/main">
              <a:ext uri="{FF2B5EF4-FFF2-40B4-BE49-F238E27FC236}">
                <a16:creationId xmlns:a16="http://schemas.microsoft.com/office/drawing/2014/main" id="{F3D6399B-CE31-4454-87EF-0C0EF2353629}"/>
              </a:ext>
            </a:extLst>
          </p:cNvPr>
          <p:cNvSpPr>
            <a:spLocks xmlns:a="http://schemas.openxmlformats.org/drawingml/2006/main" noGrp="1"/>
          </p:cNvSpPr>
          <p:nvPr/>
        </p:nvSpPr>
        <p:spPr>
          <a:xfrm xmlns:a="http://schemas.openxmlformats.org/drawingml/2006/main">
            <a:off x="571500"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문서를 검색용 조각으로 나누기</a:t>
            </a:r>
          </a:p>
        </p:txBody>
      </p:sp>
      <p:sp>
        <p:nvSpPr>
          <p:cNvPr id="6" name="">
            <a:extLst xmlns:a="http://schemas.openxmlformats.org/drawingml/2006/main">
              <a:ext uri="{FF2B5EF4-FFF2-40B4-BE49-F238E27FC236}">
                <a16:creationId xmlns:a16="http://schemas.microsoft.com/office/drawing/2014/main" id="{C7F6DEDD-CE53-4E3E-B595-5A39C171A82B}"/>
              </a:ext>
            </a:extLst>
          </p:cNvPr>
          <p:cNvSpPr>
            <a:spLocks xmlns:a="http://schemas.openxmlformats.org/drawingml/2006/main" noGrp="1"/>
          </p:cNvSpPr>
          <p:nvPr/>
        </p:nvSpPr>
        <p:spPr>
          <a:xfrm xmlns:a="http://schemas.openxmlformats.org/drawingml/2006/main">
            <a:off x="571500"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개체와 관계를 LLM으로 추출</a:t>
            </a:r>
          </a:p>
        </p:txBody>
      </p:sp>
      <p:sp>
        <p:nvSpPr>
          <p:cNvPr id="8" name="">
            <a:extLst xmlns:a="http://schemas.openxmlformats.org/drawingml/2006/main">
              <a:ext uri="{FF2B5EF4-FFF2-40B4-BE49-F238E27FC236}">
                <a16:creationId xmlns:a16="http://schemas.microsoft.com/office/drawing/2014/main" id="{D91F5CEE-670C-4E2E-BD1C-656F8B96A29C}"/>
              </a:ext>
            </a:extLst>
          </p:cNvPr>
          <p:cNvSpPr>
            <a:spLocks xmlns:a="http://schemas.openxmlformats.org/drawingml/2006/main" noGrp="1"/>
          </p:cNvSpPr>
          <p:nvPr/>
        </p:nvSpPr>
        <p:spPr>
          <a:xfrm xmlns:a="http://schemas.openxmlformats.org/drawingml/2006/main">
            <a:off x="571500"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같은 개체와 관계 설명 합치기</a:t>
            </a:r>
          </a:p>
        </p:txBody>
      </p:sp>
      <p:sp>
        <p:nvSpPr>
          <p:cNvPr id="10" name="">
            <a:extLst xmlns:a="http://schemas.openxmlformats.org/drawingml/2006/main">
              <a:ext uri="{FF2B5EF4-FFF2-40B4-BE49-F238E27FC236}">
                <a16:creationId xmlns:a16="http://schemas.microsoft.com/office/drawing/2014/main" id="{96CBA014-4923-490D-934E-EAFCA911FBD7}"/>
              </a:ext>
            </a:extLst>
          </p:cNvPr>
          <p:cNvSpPr>
            <a:spLocks xmlns:a="http://schemas.openxmlformats.org/drawingml/2006/main" noGrp="1"/>
          </p:cNvSpPr>
          <p:nvPr/>
        </p:nvSpPr>
        <p:spPr>
          <a:xfrm xmlns:a="http://schemas.openxmlformats.org/drawingml/2006/main">
            <a:off x="571500"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연결된 개체들의 그룹 찾기</a:t>
            </a:r>
          </a:p>
        </p:txBody>
      </p:sp>
      <p:sp>
        <p:nvSpPr>
          <p:cNvPr id="12" name="">
            <a:extLst xmlns:a="http://schemas.openxmlformats.org/drawingml/2006/main">
              <a:ext uri="{FF2B5EF4-FFF2-40B4-BE49-F238E27FC236}">
                <a16:creationId xmlns:a16="http://schemas.microsoft.com/office/drawing/2014/main" id="{08D0B7E0-0D3F-4FD7-A700-28E009003DC8}"/>
              </a:ext>
            </a:extLst>
          </p:cNvPr>
          <p:cNvSpPr>
            <a:spLocks xmlns:a="http://schemas.openxmlformats.org/drawingml/2006/main" noGrp="1"/>
          </p:cNvSpPr>
          <p:nvPr/>
        </p:nvSpPr>
        <p:spPr>
          <a:xfrm xmlns:a="http://schemas.openxmlformats.org/drawingml/2006/main">
            <a:off x="571500"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그룹별 요약 보고서 저장</a:t>
            </a:r>
          </a:p>
        </p:txBody>
      </p:sp>
      <p:sp>
        <p:nvSpPr>
          <p:cNvPr id="14" name="">
            <a:extLst xmlns:a="http://schemas.openxmlformats.org/drawingml/2006/main">
              <a:ext uri="{FF2B5EF4-FFF2-40B4-BE49-F238E27FC236}">
                <a16:creationId xmlns:a16="http://schemas.microsoft.com/office/drawing/2014/main" id="{7424631A-4659-4009-A7EE-1AFD3E580C3F}"/>
              </a:ext>
            </a:extLst>
          </p:cNvPr>
          <p:cNvSpPr>
            <a:spLocks xmlns:a="http://schemas.openxmlformats.org/drawingml/2006/main" noGrp="1"/>
          </p:cNvSpPr>
          <p:nvPr/>
        </p:nvSpPr>
        <p:spPr>
          <a:xfrm xmlns:a="http://schemas.openxmlformats.org/drawingml/2006/main">
            <a:off x="6524625"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DE5CA"/>
                </a:solidFill>
                <a:latin typeface="Noto Sans KR"/>
                <a:ea typeface="Noto Sans KR"/>
                <a:cs typeface="Noto Sans KR"/>
              </a:defRPr>
            </a:defPPr>
            <a:lvl1pPr>
              <a:buNone/>
              <a:defRPr sz="1275" b="1">
                <a:solidFill>
                  <a:srgbClr val="8DE5CA"/>
                </a:solidFill>
                <a:latin typeface="Noto Sans KR"/>
                <a:ea typeface="Noto Sans KR"/>
                <a:cs typeface="Noto Sans KR"/>
              </a:defRPr>
            </a:lvl1pPr>
            <a:lvl2pPr>
              <a:buNone/>
              <a:defRPr sz="1275" b="1">
                <a:solidFill>
                  <a:srgbClr val="8DE5CA"/>
                </a:solidFill>
                <a:latin typeface="Noto Sans KR"/>
                <a:ea typeface="Noto Sans KR"/>
                <a:cs typeface="Noto Sans KR"/>
              </a:defRPr>
            </a:lvl2pPr>
            <a:lvl3pPr>
              <a:buNone/>
              <a:defRPr sz="1275" b="1">
                <a:solidFill>
                  <a:srgbClr val="8DE5CA"/>
                </a:solidFill>
                <a:latin typeface="Noto Sans KR"/>
                <a:ea typeface="Noto Sans KR"/>
                <a:cs typeface="Noto Sans KR"/>
              </a:defRPr>
            </a:lvl3pPr>
            <a:lvl4pPr>
              <a:buNone/>
              <a:defRPr sz="1275" b="1">
                <a:solidFill>
                  <a:srgbClr val="8DE5CA"/>
                </a:solidFill>
                <a:latin typeface="Noto Sans KR"/>
                <a:ea typeface="Noto Sans KR"/>
                <a:cs typeface="Noto Sans KR"/>
              </a:defRPr>
            </a:lvl4pPr>
            <a:lvl5pPr>
              <a:buNone/>
              <a:defRPr sz="1275" b="1">
                <a:solidFill>
                  <a:srgbClr val="8DE5CA"/>
                </a:solidFill>
                <a:latin typeface="Noto Sans KR"/>
                <a:ea typeface="Noto Sans KR"/>
                <a:cs typeface="Noto Sans KR"/>
              </a:defRPr>
            </a:lvl5pPr>
            <a:lvl6pPr>
              <a:buNone/>
              <a:defRPr sz="1275" b="1">
                <a:solidFill>
                  <a:srgbClr val="8DE5CA"/>
                </a:solidFill>
                <a:latin typeface="Noto Sans KR"/>
                <a:ea typeface="Noto Sans KR"/>
                <a:cs typeface="Noto Sans KR"/>
              </a:defRPr>
            </a:lvl6pPr>
            <a:lvl7pPr>
              <a:buNone/>
              <a:defRPr sz="1275" b="1">
                <a:solidFill>
                  <a:srgbClr val="8DE5CA"/>
                </a:solidFill>
                <a:latin typeface="Noto Sans KR"/>
                <a:ea typeface="Noto Sans KR"/>
                <a:cs typeface="Noto Sans KR"/>
              </a:defRPr>
            </a:lvl7pPr>
            <a:lvl8pPr>
              <a:buNone/>
              <a:defRPr sz="1275" b="1">
                <a:solidFill>
                  <a:srgbClr val="8DE5CA"/>
                </a:solidFill>
                <a:latin typeface="Noto Sans KR"/>
                <a:ea typeface="Noto Sans KR"/>
                <a:cs typeface="Noto Sans KR"/>
              </a:defRPr>
            </a:lvl8pPr>
            <a:lvl9pPr>
              <a:buNone/>
              <a:defRPr sz="1275" b="1">
                <a:solidFill>
                  <a:srgbClr val="8DE5CA"/>
                </a:solidFill>
                <a:latin typeface="Noto Sans KR"/>
                <a:ea typeface="Noto Sans KR"/>
                <a:cs typeface="Noto Sans KR"/>
              </a:defRPr>
            </a:lvl9pPr>
          </a:lstStyle>
          <a:p xmlns:a="http://schemas.openxmlformats.org/drawingml/2006/main">
            <a:pPr>
              <a:buNone/>
              <a:defRPr sz="1275" b="1">
                <a:solidFill>
                  <a:srgbClr val="8DE5CA"/>
                </a:solidFill>
                <a:latin typeface="Noto Sans KR"/>
                <a:ea typeface="Noto Sans KR"/>
                <a:cs typeface="Noto Sans KR"/>
              </a:defRPr>
            </a:pPr>
            <a:r>
              <a:rPr sz="1275" b="1">
                <a:solidFill>
                  <a:srgbClr val="8DE5CA"/>
                </a:solidFill>
                <a:latin typeface="Noto Sans KR"/>
                <a:ea typeface="Noto Sans KR"/>
                <a:cs typeface="Noto Sans KR"/>
              </a:rPr>
              <a:t>질문이 오면 검색하고 답변</a:t>
            </a:r>
          </a:p>
        </p:txBody>
      </p:sp>
      <p:sp>
        <p:nvSpPr>
          <p:cNvPr id="15" name="">
            <a:extLst xmlns:a="http://schemas.openxmlformats.org/drawingml/2006/main">
              <a:ext uri="{FF2B5EF4-FFF2-40B4-BE49-F238E27FC236}">
                <a16:creationId xmlns:a16="http://schemas.microsoft.com/office/drawing/2014/main" id="{58942A2A-5E12-4703-B843-0EF14AC55375}"/>
              </a:ext>
            </a:extLst>
          </p:cNvPr>
          <p:cNvSpPr>
            <a:spLocks xmlns:a="http://schemas.openxmlformats.org/drawingml/2006/main" noGrp="1"/>
          </p:cNvSpPr>
          <p:nvPr/>
        </p:nvSpPr>
        <p:spPr>
          <a:xfrm xmlns:a="http://schemas.openxmlformats.org/drawingml/2006/main">
            <a:off x="6524625"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전체를 묻는 질문 받기</a:t>
            </a:r>
          </a:p>
        </p:txBody>
      </p:sp>
      <p:sp>
        <p:nvSpPr>
          <p:cNvPr id="16" name="">
            <a:extLst xmlns:a="http://schemas.openxmlformats.org/drawingml/2006/main">
              <a:ext uri="{FF2B5EF4-FFF2-40B4-BE49-F238E27FC236}">
                <a16:creationId xmlns:a16="http://schemas.microsoft.com/office/drawing/2014/main" id="{D45926E5-0112-4506-8B9A-1F34F0AD71E3}"/>
              </a:ext>
            </a:extLst>
          </p:cNvPr>
          <p:cNvSpPr>
            <a:spLocks xmlns:a="http://schemas.openxmlformats.org/drawingml/2006/main" noGrp="1"/>
          </p:cNvSpPr>
          <p:nvPr/>
        </p:nvSpPr>
        <p:spPr>
          <a:xfrm xmlns:a="http://schemas.openxmlformats.org/drawingml/2006/main">
            <a:off x="6524625"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그룹별 보고서로 부분 답 작성</a:t>
            </a:r>
          </a:p>
        </p:txBody>
      </p:sp>
      <p:sp>
        <p:nvSpPr>
          <p:cNvPr id="18" name="">
            <a:extLst xmlns:a="http://schemas.openxmlformats.org/drawingml/2006/main">
              <a:ext uri="{FF2B5EF4-FFF2-40B4-BE49-F238E27FC236}">
                <a16:creationId xmlns:a16="http://schemas.microsoft.com/office/drawing/2014/main" id="{F9529B24-740F-4EB4-8628-290F71B4527C}"/>
              </a:ext>
            </a:extLst>
          </p:cNvPr>
          <p:cNvSpPr>
            <a:spLocks xmlns:a="http://schemas.openxmlformats.org/drawingml/2006/main" noGrp="1"/>
          </p:cNvSpPr>
          <p:nvPr/>
        </p:nvSpPr>
        <p:spPr>
          <a:xfrm xmlns:a="http://schemas.openxmlformats.org/drawingml/2006/main">
            <a:off x="6524625"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부분 답의 중요도 평가</a:t>
            </a:r>
          </a:p>
        </p:txBody>
      </p:sp>
      <p:sp>
        <p:nvSpPr>
          <p:cNvPr id="20" name="">
            <a:extLst xmlns:a="http://schemas.openxmlformats.org/drawingml/2006/main">
              <a:ext uri="{FF2B5EF4-FFF2-40B4-BE49-F238E27FC236}">
                <a16:creationId xmlns:a16="http://schemas.microsoft.com/office/drawing/2014/main" id="{33E4392D-94AC-434C-A242-242239EE5CCC}"/>
              </a:ext>
            </a:extLst>
          </p:cNvPr>
          <p:cNvSpPr>
            <a:spLocks xmlns:a="http://schemas.openxmlformats.org/drawingml/2006/main" noGrp="1"/>
          </p:cNvSpPr>
          <p:nvPr/>
        </p:nvSpPr>
        <p:spPr>
          <a:xfrm xmlns:a="http://schemas.openxmlformats.org/drawingml/2006/main">
            <a:off x="6524625"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핵심 부분 답을 모아 정리</a:t>
            </a:r>
          </a:p>
        </p:txBody>
      </p:sp>
      <p:sp>
        <p:nvSpPr>
          <p:cNvPr id="22" name="">
            <a:extLst xmlns:a="http://schemas.openxmlformats.org/drawingml/2006/main">
              <a:ext uri="{FF2B5EF4-FFF2-40B4-BE49-F238E27FC236}">
                <a16:creationId xmlns:a16="http://schemas.microsoft.com/office/drawing/2014/main" id="{69921778-C895-4B66-A201-6507A545509A}"/>
              </a:ext>
            </a:extLst>
          </p:cNvPr>
          <p:cNvSpPr>
            <a:spLocks xmlns:a="http://schemas.openxmlformats.org/drawingml/2006/main" noGrp="1"/>
          </p:cNvSpPr>
          <p:nvPr/>
        </p:nvSpPr>
        <p:spPr>
          <a:xfrm xmlns:a="http://schemas.openxmlformats.org/drawingml/2006/main">
            <a:off x="6524625"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최종 답변과 근거 표시</a:t>
            </a:r>
          </a:p>
        </p:txBody>
      </p:sp>
      <p:sp>
        <p:nvSpPr>
          <p:cNvPr id="24" name="">
            <a:extLst xmlns:a="http://schemas.openxmlformats.org/drawingml/2006/main">
              <a:ext uri="{FF2B5EF4-FFF2-40B4-BE49-F238E27FC236}">
                <a16:creationId xmlns:a16="http://schemas.microsoft.com/office/drawing/2014/main" id="{C39C6AFF-7159-477B-A708-441A0B0FEA49}"/>
              </a:ext>
            </a:extLst>
          </p:cNvPr>
          <p:cNvSpPr>
            <a:spLocks xmlns:a="http://schemas.openxmlformats.org/drawingml/2006/main" noGrp="1"/>
          </p:cNvSpPr>
          <p:nvPr/>
        </p:nvSpPr>
        <p:spPr>
          <a:xfrm xmlns:a="http://schemas.openxmlformats.org/drawingml/2006/main">
            <a:off x="571500" y="57340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350" b="0">
                <a:solidFill>
                  <a:srgbClr val="A4DDCA"/>
                </a:solidFill>
                <a:latin typeface="Noto Sans KR"/>
                <a:ea typeface="Noto Sans KR"/>
                <a:cs typeface="Noto Sans KR"/>
              </a:defRPr>
            </a:defPPr>
            <a:lvl1pPr>
              <a:buNone/>
              <a:defRPr sz="1200" b="0">
                <a:solidFill>
                  <a:srgbClr val="9BB4C0"/>
                </a:solidFill>
                <a:latin typeface="Noto Sans KR"/>
                <a:ea typeface="Noto Sans KR"/>
                <a:cs typeface="Noto Sans KR"/>
              </a:defRPr>
            </a:lvl1pPr>
            <a:lvl2pPr>
              <a:buNone/>
              <a:defRPr sz="1200" b="0">
                <a:solidFill>
                  <a:srgbClr val="9BB4C0"/>
                </a:solidFill>
                <a:latin typeface="Noto Sans KR"/>
                <a:ea typeface="Noto Sans KR"/>
                <a:cs typeface="Noto Sans KR"/>
              </a:defRPr>
            </a:lvl2pPr>
            <a:lvl3pPr>
              <a:buNone/>
              <a:defRPr sz="1200" b="0">
                <a:solidFill>
                  <a:srgbClr val="9BB4C0"/>
                </a:solidFill>
                <a:latin typeface="Noto Sans KR"/>
                <a:ea typeface="Noto Sans KR"/>
                <a:cs typeface="Noto Sans KR"/>
              </a:defRPr>
            </a:lvl3pPr>
            <a:lvl4pPr>
              <a:buNone/>
              <a:defRPr sz="1200" b="0">
                <a:solidFill>
                  <a:srgbClr val="9BB4C0"/>
                </a:solidFill>
                <a:latin typeface="Noto Sans KR"/>
                <a:ea typeface="Noto Sans KR"/>
                <a:cs typeface="Noto Sans KR"/>
              </a:defRPr>
            </a:lvl4pPr>
            <a:lvl5pPr>
              <a:buNone/>
              <a:defRPr sz="1200" b="0">
                <a:solidFill>
                  <a:srgbClr val="9BB4C0"/>
                </a:solidFill>
                <a:latin typeface="Noto Sans KR"/>
                <a:ea typeface="Noto Sans KR"/>
                <a:cs typeface="Noto Sans KR"/>
              </a:defRPr>
            </a:lvl5pPr>
            <a:lvl6pPr>
              <a:buNone/>
              <a:defRPr sz="1200" b="0">
                <a:solidFill>
                  <a:srgbClr val="9BB4C0"/>
                </a:solidFill>
                <a:latin typeface="Noto Sans KR"/>
                <a:ea typeface="Noto Sans KR"/>
                <a:cs typeface="Noto Sans KR"/>
              </a:defRPr>
            </a:lvl6pPr>
            <a:lvl7pPr>
              <a:buNone/>
              <a:defRPr sz="1200" b="0">
                <a:solidFill>
                  <a:srgbClr val="9BB4C0"/>
                </a:solidFill>
                <a:latin typeface="Noto Sans KR"/>
                <a:ea typeface="Noto Sans KR"/>
                <a:cs typeface="Noto Sans KR"/>
              </a:defRPr>
            </a:lvl7pPr>
            <a:lvl8pPr>
              <a:buNone/>
              <a:defRPr sz="1200" b="0">
                <a:solidFill>
                  <a:srgbClr val="9BB4C0"/>
                </a:solidFill>
                <a:latin typeface="Noto Sans KR"/>
                <a:ea typeface="Noto Sans KR"/>
                <a:cs typeface="Noto Sans KR"/>
              </a:defRPr>
            </a:lvl8pPr>
            <a:lvl9pPr>
              <a:buNone/>
              <a:defRPr sz="1200" b="0">
                <a:solidFill>
                  <a:srgbClr val="9BB4C0"/>
                </a:solidFill>
                <a:latin typeface="Noto Sans KR"/>
                <a:ea typeface="Noto Sans KR"/>
                <a:cs typeface="Noto Sans KR"/>
              </a:defRPr>
            </a:lvl9pPr>
          </a:lstStyle>
          <a:p xmlns:a="http://schemas.openxmlformats.org/drawingml/2006/main">
            <a:pPr>
              <a:buNone/>
              <a:defRPr sz="1350" b="0">
                <a:solidFill>
                  <a:srgbClr val="A4DDCA"/>
                </a:solidFill>
                <a:latin typeface="Noto Sans KR"/>
                <a:ea typeface="Noto Sans KR"/>
                <a:cs typeface="Noto Sans KR"/>
              </a:defRPr>
            </a:pPr>
            <a:r>
              <a:rPr sz="1350" b="0">
                <a:solidFill>
                  <a:srgbClr val="A4DDCA"/>
                </a:solidFill>
                <a:latin typeface="Noto Sans KR"/>
                <a:ea typeface="Noto Sans KR"/>
                <a:cs typeface="Noto Sans KR"/>
              </a:rPr>
              <a:t>핵심 차별점: 연결된 개체를 묶어 전체를 요약</a:t>
            </a:r>
          </a:p>
        </p:txBody>
      </p:sp>
    </p:spTree>
    <p:extLst>
      <p:ext uri="{BB962C8B-B14F-4D97-AF65-F5344CB8AC3E}">
        <p14:creationId xmlns:p14="http://schemas.microsoft.com/office/powerpoint/2010/main" val="897072340"/>
      </p:ext>
    </p:extLst>
  </p:cSld>
</p:sld>
</file>

<file path=ppt/slides/slide20.xml><?xml version="1.0" encoding="utf-8"?>
<p:sld xmlns:p="http://schemas.openxmlformats.org/presentationml/2006/main">
  <p:cSld>
    <p:bg>
      <p:bgPr>
        <a:solidFill xmlns:a="http://schemas.openxmlformats.org/drawingml/2006/main">
          <a:srgbClr val="071824"/>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0A378762-A516-4E5B-8558-4064F2258486}"/>
              </a:ext>
            </a:extLst>
          </p:cNvPr>
          <p:cNvCxnSpPr>
            <a:stCxn xmlns:a="http://schemas.openxmlformats.org/drawingml/2006/main" id="20" idx="2"/>
            <a:endCxn xmlns:a="http://schemas.openxmlformats.org/drawingml/2006/main" id="22" idx="0"/>
          </p:cNvCxnSpPr>
          <p:nvPr/>
        </p:nvCxnSpPr>
        <p:spPr>
          <a:xfrm xmlns:a="http://schemas.openxmlformats.org/drawingml/2006/main">
            <a:off x="9072563" y="463867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D635583F-BAB4-4F91-9AC8-FCA560201AAB}"/>
              </a:ext>
            </a:extLst>
          </p:cNvPr>
          <p:cNvCxnSpPr>
            <a:stCxn xmlns:a="http://schemas.openxmlformats.org/drawingml/2006/main" id="18" idx="2"/>
            <a:endCxn xmlns:a="http://schemas.openxmlformats.org/drawingml/2006/main" id="20" idx="0"/>
          </p:cNvCxnSpPr>
          <p:nvPr/>
        </p:nvCxnSpPr>
        <p:spPr>
          <a:xfrm xmlns:a="http://schemas.openxmlformats.org/drawingml/2006/main">
            <a:off x="9072563" y="398145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9C5D08E4-CFE1-4ECE-8E23-A429616F17DC}"/>
              </a:ext>
            </a:extLst>
          </p:cNvPr>
          <p:cNvCxnSpPr>
            <a:stCxn xmlns:a="http://schemas.openxmlformats.org/drawingml/2006/main" id="16" idx="2"/>
            <a:endCxn xmlns:a="http://schemas.openxmlformats.org/drawingml/2006/main" id="18" idx="0"/>
          </p:cNvCxnSpPr>
          <p:nvPr/>
        </p:nvCxnSpPr>
        <p:spPr>
          <a:xfrm xmlns:a="http://schemas.openxmlformats.org/drawingml/2006/main">
            <a:off x="9072563" y="332422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72C425DB-5763-448C-AEF0-8D67CADEA44C}"/>
              </a:ext>
            </a:extLst>
          </p:cNvPr>
          <p:cNvCxnSpPr>
            <a:stCxn xmlns:a="http://schemas.openxmlformats.org/drawingml/2006/main" id="15" idx="2"/>
            <a:endCxn xmlns:a="http://schemas.openxmlformats.org/drawingml/2006/main" id="16" idx="0"/>
          </p:cNvCxnSpPr>
          <p:nvPr/>
        </p:nvCxnSpPr>
        <p:spPr>
          <a:xfrm xmlns:a="http://schemas.openxmlformats.org/drawingml/2006/main">
            <a:off x="9072563" y="266700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2E2381FF-17BF-43FA-8651-4D88F1175677}"/>
              </a:ext>
            </a:extLst>
          </p:cNvPr>
          <p:cNvCxnSpPr>
            <a:stCxn xmlns:a="http://schemas.openxmlformats.org/drawingml/2006/main" id="10" idx="2"/>
            <a:endCxn xmlns:a="http://schemas.openxmlformats.org/drawingml/2006/main" id="12" idx="0"/>
          </p:cNvCxnSpPr>
          <p:nvPr/>
        </p:nvCxnSpPr>
        <p:spPr>
          <a:xfrm xmlns:a="http://schemas.openxmlformats.org/drawingml/2006/main">
            <a:off x="3119438" y="463867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4228B115-763E-4257-932E-AD9BBB456D0E}"/>
              </a:ext>
            </a:extLst>
          </p:cNvPr>
          <p:cNvCxnSpPr>
            <a:stCxn xmlns:a="http://schemas.openxmlformats.org/drawingml/2006/main" id="8" idx="2"/>
            <a:endCxn xmlns:a="http://schemas.openxmlformats.org/drawingml/2006/main" id="10" idx="0"/>
          </p:cNvCxnSpPr>
          <p:nvPr/>
        </p:nvCxnSpPr>
        <p:spPr>
          <a:xfrm xmlns:a="http://schemas.openxmlformats.org/drawingml/2006/main">
            <a:off x="3119438" y="398145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39A35A84-1967-4911-B9D2-AC5D20AD54A9}"/>
              </a:ext>
            </a:extLst>
          </p:cNvPr>
          <p:cNvCxnSpPr>
            <a:stCxn xmlns:a="http://schemas.openxmlformats.org/drawingml/2006/main" id="6" idx="2"/>
            <a:endCxn xmlns:a="http://schemas.openxmlformats.org/drawingml/2006/main" id="8" idx="0"/>
          </p:cNvCxnSpPr>
          <p:nvPr/>
        </p:nvCxnSpPr>
        <p:spPr>
          <a:xfrm xmlns:a="http://schemas.openxmlformats.org/drawingml/2006/main">
            <a:off x="3119438" y="332422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DCC12C1E-A2DF-4C9F-810B-680B558F6DE1}"/>
              </a:ext>
            </a:extLst>
          </p:cNvPr>
          <p:cNvCxnSpPr>
            <a:stCxn xmlns:a="http://schemas.openxmlformats.org/drawingml/2006/main" id="5" idx="2"/>
            <a:endCxn xmlns:a="http://schemas.openxmlformats.org/drawingml/2006/main" id="6" idx="0"/>
          </p:cNvCxnSpPr>
          <p:nvPr/>
        </p:nvCxnSpPr>
        <p:spPr>
          <a:xfrm xmlns:a="http://schemas.openxmlformats.org/drawingml/2006/main">
            <a:off x="3119438" y="266700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sp>
        <p:nvSpPr>
          <p:cNvPr id="25" name="">
            <a:extLst xmlns:a="http://schemas.openxmlformats.org/drawingml/2006/main">
              <a:ext uri="{FF2B5EF4-FFF2-40B4-BE49-F238E27FC236}">
                <a16:creationId xmlns:a16="http://schemas.microsoft.com/office/drawing/2014/main" id="{77A46A6F-CC26-49BE-A494-7C415493B712}"/>
              </a:ext>
            </a:extLst>
          </p:cNvPr>
          <p:cNvSpPr>
            <a:spLocks xmlns:a="http://schemas.openxmlformats.org/drawingml/2006/main" noGrp="1"/>
          </p:cNvSpPr>
          <p:nvPr/>
        </p:nvSpPr>
        <p:spPr>
          <a:xfrm xmlns:a="http://schemas.openxmlformats.org/drawingml/2006/main">
            <a:off x="571500" y="285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8DE5CA"/>
                </a:solidFill>
                <a:latin typeface="Noto Sans KR"/>
                <a:ea typeface="Noto Sans KR"/>
                <a:cs typeface="Noto Sans KR"/>
              </a:defRPr>
            </a:defPPr>
            <a:lvl1pPr>
              <a:buNone/>
              <a:defRPr sz="900" b="1">
                <a:solidFill>
                  <a:srgbClr val="8DE5CA"/>
                </a:solidFill>
                <a:latin typeface="Noto Sans KR"/>
                <a:ea typeface="Noto Sans KR"/>
                <a:cs typeface="Noto Sans KR"/>
              </a:defRPr>
            </a:lvl1pPr>
            <a:lvl2pPr>
              <a:buNone/>
              <a:defRPr sz="900" b="1">
                <a:solidFill>
                  <a:srgbClr val="8DE5CA"/>
                </a:solidFill>
                <a:latin typeface="Noto Sans KR"/>
                <a:ea typeface="Noto Sans KR"/>
                <a:cs typeface="Noto Sans KR"/>
              </a:defRPr>
            </a:lvl2pPr>
            <a:lvl3pPr>
              <a:buNone/>
              <a:defRPr sz="900" b="1">
                <a:solidFill>
                  <a:srgbClr val="8DE5CA"/>
                </a:solidFill>
                <a:latin typeface="Noto Sans KR"/>
                <a:ea typeface="Noto Sans KR"/>
                <a:cs typeface="Noto Sans KR"/>
              </a:defRPr>
            </a:lvl3pPr>
            <a:lvl4pPr>
              <a:buNone/>
              <a:defRPr sz="900" b="1">
                <a:solidFill>
                  <a:srgbClr val="8DE5CA"/>
                </a:solidFill>
                <a:latin typeface="Noto Sans KR"/>
                <a:ea typeface="Noto Sans KR"/>
                <a:cs typeface="Noto Sans KR"/>
              </a:defRPr>
            </a:lvl4pPr>
            <a:lvl5pPr>
              <a:buNone/>
              <a:defRPr sz="900" b="1">
                <a:solidFill>
                  <a:srgbClr val="8DE5CA"/>
                </a:solidFill>
                <a:latin typeface="Noto Sans KR"/>
                <a:ea typeface="Noto Sans KR"/>
                <a:cs typeface="Noto Sans KR"/>
              </a:defRPr>
            </a:lvl5pPr>
            <a:lvl6pPr>
              <a:buNone/>
              <a:defRPr sz="900" b="1">
                <a:solidFill>
                  <a:srgbClr val="8DE5CA"/>
                </a:solidFill>
                <a:latin typeface="Noto Sans KR"/>
                <a:ea typeface="Noto Sans KR"/>
                <a:cs typeface="Noto Sans KR"/>
              </a:defRPr>
            </a:lvl6pPr>
            <a:lvl7pPr>
              <a:buNone/>
              <a:defRPr sz="900" b="1">
                <a:solidFill>
                  <a:srgbClr val="8DE5CA"/>
                </a:solidFill>
                <a:latin typeface="Noto Sans KR"/>
                <a:ea typeface="Noto Sans KR"/>
                <a:cs typeface="Noto Sans KR"/>
              </a:defRPr>
            </a:lvl7pPr>
            <a:lvl8pPr>
              <a:buNone/>
              <a:defRPr sz="900" b="1">
                <a:solidFill>
                  <a:srgbClr val="8DE5CA"/>
                </a:solidFill>
                <a:latin typeface="Noto Sans KR"/>
                <a:ea typeface="Noto Sans KR"/>
                <a:cs typeface="Noto Sans KR"/>
              </a:defRPr>
            </a:lvl8pPr>
            <a:lvl9pPr>
              <a:buNone/>
              <a:defRPr sz="900" b="1">
                <a:solidFill>
                  <a:srgbClr val="8DE5CA"/>
                </a:solidFill>
                <a:latin typeface="Noto Sans KR"/>
                <a:ea typeface="Noto Sans KR"/>
                <a:cs typeface="Noto Sans KR"/>
              </a:defRPr>
            </a:lvl9pPr>
          </a:lstStyle>
          <a:p xmlns:a="http://schemas.openxmlformats.org/drawingml/2006/main">
            <a:pPr>
              <a:buNone/>
              <a:defRPr sz="900" b="1">
                <a:solidFill>
                  <a:srgbClr val="8DE5CA"/>
                </a:solidFill>
                <a:latin typeface="Noto Sans KR"/>
                <a:ea typeface="Noto Sans KR"/>
                <a:cs typeface="Noto Sans KR"/>
              </a:defRPr>
            </a:pPr>
            <a:r>
              <a:rPr sz="900" b="1">
                <a:solidFill>
                  <a:srgbClr val="8DE5CA"/>
                </a:solidFill>
                <a:latin typeface="Noto Sans KR"/>
                <a:ea typeface="Noto Sans KR"/>
                <a:cs typeface="Noto Sans KR"/>
              </a:rPr>
              <a:t>02 / 요약과 그룹</a:t>
            </a:r>
          </a:p>
        </p:txBody>
      </p:sp>
      <p:sp>
        <p:nvSpPr>
          <p:cNvPr id="2" name="">
            <a:extLst xmlns:a="http://schemas.openxmlformats.org/drawingml/2006/main">
              <a:ext uri="{FF2B5EF4-FFF2-40B4-BE49-F238E27FC236}">
                <a16:creationId xmlns:a16="http://schemas.microsoft.com/office/drawing/2014/main" id="{C10B04D3-2A06-47FF-BB5D-C99827544EBF}"/>
              </a:ext>
            </a:extLst>
          </p:cNvPr>
          <p:cNvSpPr>
            <a:spLocks xmlns:a="http://schemas.openxmlformats.org/drawingml/2006/main" noGrp="1"/>
          </p:cNvSpPr>
          <p:nvPr/>
        </p:nvSpPr>
        <p:spPr>
          <a:xfrm xmlns:a="http://schemas.openxmlformats.org/drawingml/2006/main">
            <a:off x="571500" y="7620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EAF5F3"/>
                </a:solidFill>
                <a:latin typeface="Noto Sans KR"/>
                <a:ea typeface="Noto Sans KR"/>
                <a:cs typeface="Noto Sans KR"/>
              </a:defRPr>
            </a:defPPr>
            <a:lvl1pPr>
              <a:buNone/>
              <a:defRPr sz="2850" b="1">
                <a:solidFill>
                  <a:srgbClr val="EAF5F3"/>
                </a:solidFill>
                <a:latin typeface="Noto Sans KR"/>
                <a:ea typeface="Noto Sans KR"/>
                <a:cs typeface="Noto Sans KR"/>
              </a:defRPr>
            </a:lvl1pPr>
            <a:lvl2pPr>
              <a:buNone/>
              <a:defRPr sz="2850" b="1">
                <a:solidFill>
                  <a:srgbClr val="EAF5F3"/>
                </a:solidFill>
                <a:latin typeface="Noto Sans KR"/>
                <a:ea typeface="Noto Sans KR"/>
                <a:cs typeface="Noto Sans KR"/>
              </a:defRPr>
            </a:lvl2pPr>
            <a:lvl3pPr>
              <a:buNone/>
              <a:defRPr sz="2850" b="1">
                <a:solidFill>
                  <a:srgbClr val="EAF5F3"/>
                </a:solidFill>
                <a:latin typeface="Noto Sans KR"/>
                <a:ea typeface="Noto Sans KR"/>
                <a:cs typeface="Noto Sans KR"/>
              </a:defRPr>
            </a:lvl3pPr>
            <a:lvl4pPr>
              <a:buNone/>
              <a:defRPr sz="2850" b="1">
                <a:solidFill>
                  <a:srgbClr val="EAF5F3"/>
                </a:solidFill>
                <a:latin typeface="Noto Sans KR"/>
                <a:ea typeface="Noto Sans KR"/>
                <a:cs typeface="Noto Sans KR"/>
              </a:defRPr>
            </a:lvl4pPr>
            <a:lvl5pPr>
              <a:buNone/>
              <a:defRPr sz="2850" b="1">
                <a:solidFill>
                  <a:srgbClr val="EAF5F3"/>
                </a:solidFill>
                <a:latin typeface="Noto Sans KR"/>
                <a:ea typeface="Noto Sans KR"/>
                <a:cs typeface="Noto Sans KR"/>
              </a:defRPr>
            </a:lvl5pPr>
            <a:lvl6pPr>
              <a:buNone/>
              <a:defRPr sz="2850" b="1">
                <a:solidFill>
                  <a:srgbClr val="EAF5F3"/>
                </a:solidFill>
                <a:latin typeface="Noto Sans KR"/>
                <a:ea typeface="Noto Sans KR"/>
                <a:cs typeface="Noto Sans KR"/>
              </a:defRPr>
            </a:lvl6pPr>
            <a:lvl7pPr>
              <a:buNone/>
              <a:defRPr sz="2850" b="1">
                <a:solidFill>
                  <a:srgbClr val="EAF5F3"/>
                </a:solidFill>
                <a:latin typeface="Noto Sans KR"/>
                <a:ea typeface="Noto Sans KR"/>
                <a:cs typeface="Noto Sans KR"/>
              </a:defRPr>
            </a:lvl7pPr>
            <a:lvl8pPr>
              <a:buNone/>
              <a:defRPr sz="2850" b="1">
                <a:solidFill>
                  <a:srgbClr val="EAF5F3"/>
                </a:solidFill>
                <a:latin typeface="Noto Sans KR"/>
                <a:ea typeface="Noto Sans KR"/>
                <a:cs typeface="Noto Sans KR"/>
              </a:defRPr>
            </a:lvl8pPr>
            <a:lvl9pPr>
              <a:buNone/>
              <a:defRPr sz="2850" b="1">
                <a:solidFill>
                  <a:srgbClr val="EAF5F3"/>
                </a:solidFill>
                <a:latin typeface="Noto Sans KR"/>
                <a:ea typeface="Noto Sans KR"/>
                <a:cs typeface="Noto Sans KR"/>
              </a:defRPr>
            </a:lvl9pPr>
          </a:lstStyle>
          <a:p xmlns:a="http://schemas.openxmlformats.org/drawingml/2006/main">
            <a:pPr>
              <a:buNone/>
              <a:defRPr sz="2850" b="1">
                <a:solidFill>
                  <a:srgbClr val="EAF5F3"/>
                </a:solidFill>
                <a:latin typeface="Noto Sans KR"/>
                <a:ea typeface="Noto Sans KR"/>
                <a:cs typeface="Noto Sans KR"/>
              </a:defRPr>
            </a:pPr>
            <a:r>
              <a:rPr sz="2850" b="1">
                <a:solidFill>
                  <a:srgbClr val="EAF5F3"/>
                </a:solidFill>
                <a:latin typeface="Noto Sans KR"/>
                <a:ea typeface="Noto Sans KR"/>
                <a:cs typeface="Noto Sans KR"/>
              </a:rPr>
              <a:t>ArchRAG의 전체 처리 순서</a:t>
            </a:r>
          </a:p>
        </p:txBody>
      </p:sp>
      <p:sp>
        <p:nvSpPr>
          <p:cNvPr id="3" name="">
            <a:extLst xmlns:a="http://schemas.openxmlformats.org/drawingml/2006/main">
              <a:ext uri="{FF2B5EF4-FFF2-40B4-BE49-F238E27FC236}">
                <a16:creationId xmlns:a16="http://schemas.microsoft.com/office/drawing/2014/main" id="{B1A702A4-55CD-47CE-8A75-2F77BC15B8BC}"/>
              </a:ext>
            </a:extLst>
          </p:cNvPr>
          <p:cNvSpPr>
            <a:spLocks xmlns:a="http://schemas.openxmlformats.org/drawingml/2006/main" noGrp="1"/>
          </p:cNvSpPr>
          <p:nvPr/>
        </p:nvSpPr>
        <p:spPr>
          <a:xfrm xmlns:a="http://schemas.openxmlformats.org/drawingml/2006/main">
            <a:off x="11144250" y="642937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DE5CA"/>
                </a:solidFill>
                <a:latin typeface="Noto Sans KR"/>
                <a:ea typeface="Noto Sans KR"/>
                <a:cs typeface="Noto Sans KR"/>
              </a:defRPr>
            </a:defPPr>
            <a:lvl1pPr>
              <a:buNone/>
              <a:defRPr sz="1050" b="0">
                <a:solidFill>
                  <a:srgbClr val="8DE5CA"/>
                </a:solidFill>
                <a:latin typeface="Noto Sans KR"/>
                <a:ea typeface="Noto Sans KR"/>
                <a:cs typeface="Noto Sans KR"/>
              </a:defRPr>
            </a:lvl1pPr>
            <a:lvl2pPr>
              <a:buNone/>
              <a:defRPr sz="1050" b="0">
                <a:solidFill>
                  <a:srgbClr val="8DE5CA"/>
                </a:solidFill>
                <a:latin typeface="Noto Sans KR"/>
                <a:ea typeface="Noto Sans KR"/>
                <a:cs typeface="Noto Sans KR"/>
              </a:defRPr>
            </a:lvl2pPr>
            <a:lvl3pPr>
              <a:buNone/>
              <a:defRPr sz="1050" b="0">
                <a:solidFill>
                  <a:srgbClr val="8DE5CA"/>
                </a:solidFill>
                <a:latin typeface="Noto Sans KR"/>
                <a:ea typeface="Noto Sans KR"/>
                <a:cs typeface="Noto Sans KR"/>
              </a:defRPr>
            </a:lvl3pPr>
            <a:lvl4pPr>
              <a:buNone/>
              <a:defRPr sz="1050" b="0">
                <a:solidFill>
                  <a:srgbClr val="8DE5CA"/>
                </a:solidFill>
                <a:latin typeface="Noto Sans KR"/>
                <a:ea typeface="Noto Sans KR"/>
                <a:cs typeface="Noto Sans KR"/>
              </a:defRPr>
            </a:lvl4pPr>
            <a:lvl5pPr>
              <a:buNone/>
              <a:defRPr sz="1050" b="0">
                <a:solidFill>
                  <a:srgbClr val="8DE5CA"/>
                </a:solidFill>
                <a:latin typeface="Noto Sans KR"/>
                <a:ea typeface="Noto Sans KR"/>
                <a:cs typeface="Noto Sans KR"/>
              </a:defRPr>
            </a:lvl5pPr>
            <a:lvl6pPr>
              <a:buNone/>
              <a:defRPr sz="1050" b="0">
                <a:solidFill>
                  <a:srgbClr val="8DE5CA"/>
                </a:solidFill>
                <a:latin typeface="Noto Sans KR"/>
                <a:ea typeface="Noto Sans KR"/>
                <a:cs typeface="Noto Sans KR"/>
              </a:defRPr>
            </a:lvl6pPr>
            <a:lvl7pPr>
              <a:buNone/>
              <a:defRPr sz="1050" b="0">
                <a:solidFill>
                  <a:srgbClr val="8DE5CA"/>
                </a:solidFill>
                <a:latin typeface="Noto Sans KR"/>
                <a:ea typeface="Noto Sans KR"/>
                <a:cs typeface="Noto Sans KR"/>
              </a:defRPr>
            </a:lvl7pPr>
            <a:lvl8pPr>
              <a:buNone/>
              <a:defRPr sz="1050" b="0">
                <a:solidFill>
                  <a:srgbClr val="8DE5CA"/>
                </a:solidFill>
                <a:latin typeface="Noto Sans KR"/>
                <a:ea typeface="Noto Sans KR"/>
                <a:cs typeface="Noto Sans KR"/>
              </a:defRPr>
            </a:lvl8pPr>
            <a:lvl9pPr>
              <a:buNone/>
              <a:defRPr sz="1050" b="0">
                <a:solidFill>
                  <a:srgbClr val="8DE5CA"/>
                </a:solidFill>
                <a:latin typeface="Noto Sans KR"/>
                <a:ea typeface="Noto Sans KR"/>
                <a:cs typeface="Noto Sans KR"/>
              </a:defRPr>
            </a:lvl9pPr>
          </a:lstStyle>
          <a:p xmlns:a="http://schemas.openxmlformats.org/drawingml/2006/main">
            <a:pPr>
              <a:buNone/>
              <a:defRPr sz="1050" b="0">
                <a:solidFill>
                  <a:srgbClr val="8DE5CA"/>
                </a:solidFill>
                <a:latin typeface="Noto Sans KR"/>
                <a:ea typeface="Noto Sans KR"/>
                <a:cs typeface="Noto Sans KR"/>
              </a:defRPr>
            </a:pPr>
            <a:r>
              <a:rPr sz="1050" b="0">
                <a:solidFill>
                  <a:srgbClr val="8DE5CA"/>
                </a:solidFill>
                <a:latin typeface="Noto Sans KR"/>
                <a:ea typeface="Noto Sans KR"/>
                <a:cs typeface="Noto Sans KR"/>
              </a:rPr>
              <a:t>20</a:t>
            </a:r>
          </a:p>
        </p:txBody>
      </p:sp>
      <p:sp>
        <p:nvSpPr>
          <p:cNvPr id="4" name="">
            <a:extLst xmlns:a="http://schemas.openxmlformats.org/drawingml/2006/main">
              <a:ext uri="{FF2B5EF4-FFF2-40B4-BE49-F238E27FC236}">
                <a16:creationId xmlns:a16="http://schemas.microsoft.com/office/drawing/2014/main" id="{EA73BC5C-9319-4A0F-AC9E-A20F42ABF714}"/>
              </a:ext>
            </a:extLst>
          </p:cNvPr>
          <p:cNvSpPr>
            <a:spLocks xmlns:a="http://schemas.openxmlformats.org/drawingml/2006/main" noGrp="1"/>
          </p:cNvSpPr>
          <p:nvPr/>
        </p:nvSpPr>
        <p:spPr>
          <a:xfrm xmlns:a="http://schemas.openxmlformats.org/drawingml/2006/main">
            <a:off x="571500"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EBBF3"/>
                </a:solidFill>
                <a:latin typeface="Noto Sans KR"/>
                <a:ea typeface="Noto Sans KR"/>
                <a:cs typeface="Noto Sans KR"/>
              </a:defRPr>
            </a:defPPr>
            <a:lvl1pPr>
              <a:buNone/>
              <a:defRPr sz="1275" b="1">
                <a:solidFill>
                  <a:srgbClr val="8EBBF3"/>
                </a:solidFill>
                <a:latin typeface="Noto Sans KR"/>
                <a:ea typeface="Noto Sans KR"/>
                <a:cs typeface="Noto Sans KR"/>
              </a:defRPr>
            </a:lvl1pPr>
            <a:lvl2pPr>
              <a:buNone/>
              <a:defRPr sz="1275" b="1">
                <a:solidFill>
                  <a:srgbClr val="8EBBF3"/>
                </a:solidFill>
                <a:latin typeface="Noto Sans KR"/>
                <a:ea typeface="Noto Sans KR"/>
                <a:cs typeface="Noto Sans KR"/>
              </a:defRPr>
            </a:lvl2pPr>
            <a:lvl3pPr>
              <a:buNone/>
              <a:defRPr sz="1275" b="1">
                <a:solidFill>
                  <a:srgbClr val="8EBBF3"/>
                </a:solidFill>
                <a:latin typeface="Noto Sans KR"/>
                <a:ea typeface="Noto Sans KR"/>
                <a:cs typeface="Noto Sans KR"/>
              </a:defRPr>
            </a:lvl3pPr>
            <a:lvl4pPr>
              <a:buNone/>
              <a:defRPr sz="1275" b="1">
                <a:solidFill>
                  <a:srgbClr val="8EBBF3"/>
                </a:solidFill>
                <a:latin typeface="Noto Sans KR"/>
                <a:ea typeface="Noto Sans KR"/>
                <a:cs typeface="Noto Sans KR"/>
              </a:defRPr>
            </a:lvl4pPr>
            <a:lvl5pPr>
              <a:buNone/>
              <a:defRPr sz="1275" b="1">
                <a:solidFill>
                  <a:srgbClr val="8EBBF3"/>
                </a:solidFill>
                <a:latin typeface="Noto Sans KR"/>
                <a:ea typeface="Noto Sans KR"/>
                <a:cs typeface="Noto Sans KR"/>
              </a:defRPr>
            </a:lvl5pPr>
            <a:lvl6pPr>
              <a:buNone/>
              <a:defRPr sz="1275" b="1">
                <a:solidFill>
                  <a:srgbClr val="8EBBF3"/>
                </a:solidFill>
                <a:latin typeface="Noto Sans KR"/>
                <a:ea typeface="Noto Sans KR"/>
                <a:cs typeface="Noto Sans KR"/>
              </a:defRPr>
            </a:lvl6pPr>
            <a:lvl7pPr>
              <a:buNone/>
              <a:defRPr sz="1275" b="1">
                <a:solidFill>
                  <a:srgbClr val="8EBBF3"/>
                </a:solidFill>
                <a:latin typeface="Noto Sans KR"/>
                <a:ea typeface="Noto Sans KR"/>
                <a:cs typeface="Noto Sans KR"/>
              </a:defRPr>
            </a:lvl7pPr>
            <a:lvl8pPr>
              <a:buNone/>
              <a:defRPr sz="1275" b="1">
                <a:solidFill>
                  <a:srgbClr val="8EBBF3"/>
                </a:solidFill>
                <a:latin typeface="Noto Sans KR"/>
                <a:ea typeface="Noto Sans KR"/>
                <a:cs typeface="Noto Sans KR"/>
              </a:defRPr>
            </a:lvl8pPr>
            <a:lvl9pPr>
              <a:buNone/>
              <a:defRPr sz="1275" b="1">
                <a:solidFill>
                  <a:srgbClr val="8EBBF3"/>
                </a:solidFill>
                <a:latin typeface="Noto Sans KR"/>
                <a:ea typeface="Noto Sans KR"/>
                <a:cs typeface="Noto Sans KR"/>
              </a:defRPr>
            </a:lvl9pPr>
          </a:lstStyle>
          <a:p xmlns:a="http://schemas.openxmlformats.org/drawingml/2006/main">
            <a:pPr>
              <a:buNone/>
              <a:defRPr sz="1275" b="1">
                <a:solidFill>
                  <a:srgbClr val="8EBBF3"/>
                </a:solidFill>
                <a:latin typeface="Noto Sans KR"/>
                <a:ea typeface="Noto Sans KR"/>
                <a:cs typeface="Noto Sans KR"/>
              </a:defRPr>
            </a:pPr>
            <a:r>
              <a:rPr sz="1275" b="1">
                <a:solidFill>
                  <a:srgbClr val="8EBBF3"/>
                </a:solidFill>
                <a:latin typeface="Noto Sans KR"/>
                <a:ea typeface="Noto Sans KR"/>
                <a:cs typeface="Noto Sans KR"/>
              </a:rPr>
              <a:t>문서가 들어오면 미리 준비</a:t>
            </a:r>
          </a:p>
        </p:txBody>
      </p:sp>
      <p:sp>
        <p:nvSpPr>
          <p:cNvPr id="5" name="">
            <a:extLst xmlns:a="http://schemas.openxmlformats.org/drawingml/2006/main">
              <a:ext uri="{FF2B5EF4-FFF2-40B4-BE49-F238E27FC236}">
                <a16:creationId xmlns:a16="http://schemas.microsoft.com/office/drawing/2014/main" id="{699BED4D-D8E0-4081-9A31-03BDC9938FBE}"/>
              </a:ext>
            </a:extLst>
          </p:cNvPr>
          <p:cNvSpPr>
            <a:spLocks xmlns:a="http://schemas.openxmlformats.org/drawingml/2006/main" noGrp="1"/>
          </p:cNvSpPr>
          <p:nvPr/>
        </p:nvSpPr>
        <p:spPr>
          <a:xfrm xmlns:a="http://schemas.openxmlformats.org/drawingml/2006/main">
            <a:off x="571500"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문서에서 개체 그래프 구성</a:t>
            </a:r>
          </a:p>
        </p:txBody>
      </p:sp>
      <p:sp>
        <p:nvSpPr>
          <p:cNvPr id="6" name="">
            <a:extLst xmlns:a="http://schemas.openxmlformats.org/drawingml/2006/main">
              <a:ext uri="{FF2B5EF4-FFF2-40B4-BE49-F238E27FC236}">
                <a16:creationId xmlns:a16="http://schemas.microsoft.com/office/drawing/2014/main" id="{D70A629C-71D1-40EC-AB67-32DDABC2BE60}"/>
              </a:ext>
            </a:extLst>
          </p:cNvPr>
          <p:cNvSpPr>
            <a:spLocks xmlns:a="http://schemas.openxmlformats.org/drawingml/2006/main" noGrp="1"/>
          </p:cNvSpPr>
          <p:nvPr/>
        </p:nvSpPr>
        <p:spPr>
          <a:xfrm xmlns:a="http://schemas.openxmlformats.org/drawingml/2006/main">
            <a:off x="571500"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설명과 특징을 벡터로 변환</a:t>
            </a:r>
          </a:p>
        </p:txBody>
      </p:sp>
      <p:sp>
        <p:nvSpPr>
          <p:cNvPr id="8" name="">
            <a:extLst xmlns:a="http://schemas.openxmlformats.org/drawingml/2006/main">
              <a:ext uri="{FF2B5EF4-FFF2-40B4-BE49-F238E27FC236}">
                <a16:creationId xmlns:a16="http://schemas.microsoft.com/office/drawing/2014/main" id="{24972E8B-9832-48AD-B38C-51B9A589DEAC}"/>
              </a:ext>
            </a:extLst>
          </p:cNvPr>
          <p:cNvSpPr>
            <a:spLocks xmlns:a="http://schemas.openxmlformats.org/drawingml/2006/main" noGrp="1"/>
          </p:cNvSpPr>
          <p:nvPr/>
        </p:nvSpPr>
        <p:spPr>
          <a:xfrm xmlns:a="http://schemas.openxmlformats.org/drawingml/2006/main">
            <a:off x="571500"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연결과 의미를 함께 보고 묶기</a:t>
            </a:r>
          </a:p>
        </p:txBody>
      </p:sp>
      <p:sp>
        <p:nvSpPr>
          <p:cNvPr id="10" name="">
            <a:extLst xmlns:a="http://schemas.openxmlformats.org/drawingml/2006/main">
              <a:ext uri="{FF2B5EF4-FFF2-40B4-BE49-F238E27FC236}">
                <a16:creationId xmlns:a16="http://schemas.microsoft.com/office/drawing/2014/main" id="{AD48CE5A-94B8-4085-9F17-1CAE1C1CBB0E}"/>
              </a:ext>
            </a:extLst>
          </p:cNvPr>
          <p:cNvSpPr>
            <a:spLocks xmlns:a="http://schemas.openxmlformats.org/drawingml/2006/main" noGrp="1"/>
          </p:cNvSpPr>
          <p:nvPr/>
        </p:nvSpPr>
        <p:spPr>
          <a:xfrm xmlns:a="http://schemas.openxmlformats.org/drawingml/2006/main">
            <a:off x="571500"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그룹을 여러 층으로 요약</a:t>
            </a:r>
          </a:p>
        </p:txBody>
      </p:sp>
      <p:sp>
        <p:nvSpPr>
          <p:cNvPr id="12" name="">
            <a:extLst xmlns:a="http://schemas.openxmlformats.org/drawingml/2006/main">
              <a:ext uri="{FF2B5EF4-FFF2-40B4-BE49-F238E27FC236}">
                <a16:creationId xmlns:a16="http://schemas.microsoft.com/office/drawing/2014/main" id="{6B391B76-98E0-4B60-97F4-DA4B1F45B3B7}"/>
              </a:ext>
            </a:extLst>
          </p:cNvPr>
          <p:cNvSpPr>
            <a:spLocks xmlns:a="http://schemas.openxmlformats.org/drawingml/2006/main" noGrp="1"/>
          </p:cNvSpPr>
          <p:nvPr/>
        </p:nvSpPr>
        <p:spPr>
          <a:xfrm xmlns:a="http://schemas.openxmlformats.org/drawingml/2006/main">
            <a:off x="571500"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빠른 계층 검색 구조 준비</a:t>
            </a:r>
          </a:p>
        </p:txBody>
      </p:sp>
      <p:sp>
        <p:nvSpPr>
          <p:cNvPr id="14" name="">
            <a:extLst xmlns:a="http://schemas.openxmlformats.org/drawingml/2006/main">
              <a:ext uri="{FF2B5EF4-FFF2-40B4-BE49-F238E27FC236}">
                <a16:creationId xmlns:a16="http://schemas.microsoft.com/office/drawing/2014/main" id="{CC2518F5-E206-45CC-AE53-B75EE673A0B6}"/>
              </a:ext>
            </a:extLst>
          </p:cNvPr>
          <p:cNvSpPr>
            <a:spLocks xmlns:a="http://schemas.openxmlformats.org/drawingml/2006/main" noGrp="1"/>
          </p:cNvSpPr>
          <p:nvPr/>
        </p:nvSpPr>
        <p:spPr>
          <a:xfrm xmlns:a="http://schemas.openxmlformats.org/drawingml/2006/main">
            <a:off x="6524625"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DE5CA"/>
                </a:solidFill>
                <a:latin typeface="Noto Sans KR"/>
                <a:ea typeface="Noto Sans KR"/>
                <a:cs typeface="Noto Sans KR"/>
              </a:defRPr>
            </a:defPPr>
            <a:lvl1pPr>
              <a:buNone/>
              <a:defRPr sz="1275" b="1">
                <a:solidFill>
                  <a:srgbClr val="8DE5CA"/>
                </a:solidFill>
                <a:latin typeface="Noto Sans KR"/>
                <a:ea typeface="Noto Sans KR"/>
                <a:cs typeface="Noto Sans KR"/>
              </a:defRPr>
            </a:lvl1pPr>
            <a:lvl2pPr>
              <a:buNone/>
              <a:defRPr sz="1275" b="1">
                <a:solidFill>
                  <a:srgbClr val="8DE5CA"/>
                </a:solidFill>
                <a:latin typeface="Noto Sans KR"/>
                <a:ea typeface="Noto Sans KR"/>
                <a:cs typeface="Noto Sans KR"/>
              </a:defRPr>
            </a:lvl2pPr>
            <a:lvl3pPr>
              <a:buNone/>
              <a:defRPr sz="1275" b="1">
                <a:solidFill>
                  <a:srgbClr val="8DE5CA"/>
                </a:solidFill>
                <a:latin typeface="Noto Sans KR"/>
                <a:ea typeface="Noto Sans KR"/>
                <a:cs typeface="Noto Sans KR"/>
              </a:defRPr>
            </a:lvl3pPr>
            <a:lvl4pPr>
              <a:buNone/>
              <a:defRPr sz="1275" b="1">
                <a:solidFill>
                  <a:srgbClr val="8DE5CA"/>
                </a:solidFill>
                <a:latin typeface="Noto Sans KR"/>
                <a:ea typeface="Noto Sans KR"/>
                <a:cs typeface="Noto Sans KR"/>
              </a:defRPr>
            </a:lvl4pPr>
            <a:lvl5pPr>
              <a:buNone/>
              <a:defRPr sz="1275" b="1">
                <a:solidFill>
                  <a:srgbClr val="8DE5CA"/>
                </a:solidFill>
                <a:latin typeface="Noto Sans KR"/>
                <a:ea typeface="Noto Sans KR"/>
                <a:cs typeface="Noto Sans KR"/>
              </a:defRPr>
            </a:lvl5pPr>
            <a:lvl6pPr>
              <a:buNone/>
              <a:defRPr sz="1275" b="1">
                <a:solidFill>
                  <a:srgbClr val="8DE5CA"/>
                </a:solidFill>
                <a:latin typeface="Noto Sans KR"/>
                <a:ea typeface="Noto Sans KR"/>
                <a:cs typeface="Noto Sans KR"/>
              </a:defRPr>
            </a:lvl6pPr>
            <a:lvl7pPr>
              <a:buNone/>
              <a:defRPr sz="1275" b="1">
                <a:solidFill>
                  <a:srgbClr val="8DE5CA"/>
                </a:solidFill>
                <a:latin typeface="Noto Sans KR"/>
                <a:ea typeface="Noto Sans KR"/>
                <a:cs typeface="Noto Sans KR"/>
              </a:defRPr>
            </a:lvl7pPr>
            <a:lvl8pPr>
              <a:buNone/>
              <a:defRPr sz="1275" b="1">
                <a:solidFill>
                  <a:srgbClr val="8DE5CA"/>
                </a:solidFill>
                <a:latin typeface="Noto Sans KR"/>
                <a:ea typeface="Noto Sans KR"/>
                <a:cs typeface="Noto Sans KR"/>
              </a:defRPr>
            </a:lvl8pPr>
            <a:lvl9pPr>
              <a:buNone/>
              <a:defRPr sz="1275" b="1">
                <a:solidFill>
                  <a:srgbClr val="8DE5CA"/>
                </a:solidFill>
                <a:latin typeface="Noto Sans KR"/>
                <a:ea typeface="Noto Sans KR"/>
                <a:cs typeface="Noto Sans KR"/>
              </a:defRPr>
            </a:lvl9pPr>
          </a:lstStyle>
          <a:p xmlns:a="http://schemas.openxmlformats.org/drawingml/2006/main">
            <a:pPr>
              <a:buNone/>
              <a:defRPr sz="1275" b="1">
                <a:solidFill>
                  <a:srgbClr val="8DE5CA"/>
                </a:solidFill>
                <a:latin typeface="Noto Sans KR"/>
                <a:ea typeface="Noto Sans KR"/>
                <a:cs typeface="Noto Sans KR"/>
              </a:defRPr>
            </a:pPr>
            <a:r>
              <a:rPr sz="1275" b="1">
                <a:solidFill>
                  <a:srgbClr val="8DE5CA"/>
                </a:solidFill>
                <a:latin typeface="Noto Sans KR"/>
                <a:ea typeface="Noto Sans KR"/>
                <a:cs typeface="Noto Sans KR"/>
              </a:rPr>
              <a:t>질문이 오면 검색하고 답변</a:t>
            </a:r>
          </a:p>
        </p:txBody>
      </p:sp>
      <p:sp>
        <p:nvSpPr>
          <p:cNvPr id="15" name="">
            <a:extLst xmlns:a="http://schemas.openxmlformats.org/drawingml/2006/main">
              <a:ext uri="{FF2B5EF4-FFF2-40B4-BE49-F238E27FC236}">
                <a16:creationId xmlns:a16="http://schemas.microsoft.com/office/drawing/2014/main" id="{82D18D73-AA5B-4012-A79F-65A87E0456B5}"/>
              </a:ext>
            </a:extLst>
          </p:cNvPr>
          <p:cNvSpPr>
            <a:spLocks xmlns:a="http://schemas.openxmlformats.org/drawingml/2006/main" noGrp="1"/>
          </p:cNvSpPr>
          <p:nvPr/>
        </p:nvSpPr>
        <p:spPr>
          <a:xfrm xmlns:a="http://schemas.openxmlformats.org/drawingml/2006/main">
            <a:off x="6524625"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질문과 관련된 큰 그룹 찾기</a:t>
            </a:r>
          </a:p>
        </p:txBody>
      </p:sp>
      <p:sp>
        <p:nvSpPr>
          <p:cNvPr id="16" name="">
            <a:extLst xmlns:a="http://schemas.openxmlformats.org/drawingml/2006/main">
              <a:ext uri="{FF2B5EF4-FFF2-40B4-BE49-F238E27FC236}">
                <a16:creationId xmlns:a16="http://schemas.microsoft.com/office/drawing/2014/main" id="{FB7EEBC2-982B-4D20-9399-4869CEE6D5B9}"/>
              </a:ext>
            </a:extLst>
          </p:cNvPr>
          <p:cNvSpPr>
            <a:spLocks xmlns:a="http://schemas.openxmlformats.org/drawingml/2006/main" noGrp="1"/>
          </p:cNvSpPr>
          <p:nvPr/>
        </p:nvSpPr>
        <p:spPr>
          <a:xfrm xmlns:a="http://schemas.openxmlformats.org/drawingml/2006/main">
            <a:off x="6524625"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계층 검색 구조를 따라 탐색</a:t>
            </a:r>
          </a:p>
        </p:txBody>
      </p:sp>
      <p:sp>
        <p:nvSpPr>
          <p:cNvPr id="18" name="">
            <a:extLst xmlns:a="http://schemas.openxmlformats.org/drawingml/2006/main">
              <a:ext uri="{FF2B5EF4-FFF2-40B4-BE49-F238E27FC236}">
                <a16:creationId xmlns:a16="http://schemas.microsoft.com/office/drawing/2014/main" id="{8A77A875-968E-41CC-80A4-5E9F966C5FD1}"/>
              </a:ext>
            </a:extLst>
          </p:cNvPr>
          <p:cNvSpPr>
            <a:spLocks xmlns:a="http://schemas.openxmlformats.org/drawingml/2006/main" noGrp="1"/>
          </p:cNvSpPr>
          <p:nvPr/>
        </p:nvSpPr>
        <p:spPr>
          <a:xfrm xmlns:a="http://schemas.openxmlformats.org/drawingml/2006/main">
            <a:off x="6524625"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큰 그룹에서 세부 후보로 좁히기</a:t>
            </a:r>
          </a:p>
        </p:txBody>
      </p:sp>
      <p:sp>
        <p:nvSpPr>
          <p:cNvPr id="20" name="">
            <a:extLst xmlns:a="http://schemas.openxmlformats.org/drawingml/2006/main">
              <a:ext uri="{FF2B5EF4-FFF2-40B4-BE49-F238E27FC236}">
                <a16:creationId xmlns:a16="http://schemas.microsoft.com/office/drawing/2014/main" id="{D3C0158F-06AB-4072-A9E8-58871DFFA2C9}"/>
              </a:ext>
            </a:extLst>
          </p:cNvPr>
          <p:cNvSpPr>
            <a:spLocks xmlns:a="http://schemas.openxmlformats.org/drawingml/2006/main" noGrp="1"/>
          </p:cNvSpPr>
          <p:nvPr/>
        </p:nvSpPr>
        <p:spPr>
          <a:xfrm xmlns:a="http://schemas.openxmlformats.org/drawingml/2006/main">
            <a:off x="6524625"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관련 없는 후보 걸러내기</a:t>
            </a:r>
          </a:p>
        </p:txBody>
      </p:sp>
      <p:sp>
        <p:nvSpPr>
          <p:cNvPr id="22" name="">
            <a:extLst xmlns:a="http://schemas.openxmlformats.org/drawingml/2006/main">
              <a:ext uri="{FF2B5EF4-FFF2-40B4-BE49-F238E27FC236}">
                <a16:creationId xmlns:a16="http://schemas.microsoft.com/office/drawing/2014/main" id="{425236F5-A29E-4839-BD1D-5613C1D0A9D5}"/>
              </a:ext>
            </a:extLst>
          </p:cNvPr>
          <p:cNvSpPr>
            <a:spLocks xmlns:a="http://schemas.openxmlformats.org/drawingml/2006/main" noGrp="1"/>
          </p:cNvSpPr>
          <p:nvPr/>
        </p:nvSpPr>
        <p:spPr>
          <a:xfrm xmlns:a="http://schemas.openxmlformats.org/drawingml/2006/main">
            <a:off x="6524625"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선택한 요약·원문으로 답변</a:t>
            </a:r>
          </a:p>
        </p:txBody>
      </p:sp>
      <p:sp>
        <p:nvSpPr>
          <p:cNvPr id="24" name="">
            <a:extLst xmlns:a="http://schemas.openxmlformats.org/drawingml/2006/main">
              <a:ext uri="{FF2B5EF4-FFF2-40B4-BE49-F238E27FC236}">
                <a16:creationId xmlns:a16="http://schemas.microsoft.com/office/drawing/2014/main" id="{F82CF5E2-54B2-4C85-960F-A90F1B2ED801}"/>
              </a:ext>
            </a:extLst>
          </p:cNvPr>
          <p:cNvSpPr>
            <a:spLocks xmlns:a="http://schemas.openxmlformats.org/drawingml/2006/main" noGrp="1"/>
          </p:cNvSpPr>
          <p:nvPr/>
        </p:nvSpPr>
        <p:spPr>
          <a:xfrm xmlns:a="http://schemas.openxmlformats.org/drawingml/2006/main">
            <a:off x="571500" y="57340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350" b="0">
                <a:solidFill>
                  <a:srgbClr val="A4DDCA"/>
                </a:solidFill>
                <a:latin typeface="Noto Sans KR"/>
                <a:ea typeface="Noto Sans KR"/>
                <a:cs typeface="Noto Sans KR"/>
              </a:defRPr>
            </a:defPPr>
            <a:lvl1pPr>
              <a:buNone/>
              <a:defRPr sz="1200" b="0">
                <a:solidFill>
                  <a:srgbClr val="9BB4C0"/>
                </a:solidFill>
                <a:latin typeface="Noto Sans KR"/>
                <a:ea typeface="Noto Sans KR"/>
                <a:cs typeface="Noto Sans KR"/>
              </a:defRPr>
            </a:lvl1pPr>
            <a:lvl2pPr>
              <a:buNone/>
              <a:defRPr sz="1200" b="0">
                <a:solidFill>
                  <a:srgbClr val="9BB4C0"/>
                </a:solidFill>
                <a:latin typeface="Noto Sans KR"/>
                <a:ea typeface="Noto Sans KR"/>
                <a:cs typeface="Noto Sans KR"/>
              </a:defRPr>
            </a:lvl2pPr>
            <a:lvl3pPr>
              <a:buNone/>
              <a:defRPr sz="1200" b="0">
                <a:solidFill>
                  <a:srgbClr val="9BB4C0"/>
                </a:solidFill>
                <a:latin typeface="Noto Sans KR"/>
                <a:ea typeface="Noto Sans KR"/>
                <a:cs typeface="Noto Sans KR"/>
              </a:defRPr>
            </a:lvl3pPr>
            <a:lvl4pPr>
              <a:buNone/>
              <a:defRPr sz="1200" b="0">
                <a:solidFill>
                  <a:srgbClr val="9BB4C0"/>
                </a:solidFill>
                <a:latin typeface="Noto Sans KR"/>
                <a:ea typeface="Noto Sans KR"/>
                <a:cs typeface="Noto Sans KR"/>
              </a:defRPr>
            </a:lvl4pPr>
            <a:lvl5pPr>
              <a:buNone/>
              <a:defRPr sz="1200" b="0">
                <a:solidFill>
                  <a:srgbClr val="9BB4C0"/>
                </a:solidFill>
                <a:latin typeface="Noto Sans KR"/>
                <a:ea typeface="Noto Sans KR"/>
                <a:cs typeface="Noto Sans KR"/>
              </a:defRPr>
            </a:lvl5pPr>
            <a:lvl6pPr>
              <a:buNone/>
              <a:defRPr sz="1200" b="0">
                <a:solidFill>
                  <a:srgbClr val="9BB4C0"/>
                </a:solidFill>
                <a:latin typeface="Noto Sans KR"/>
                <a:ea typeface="Noto Sans KR"/>
                <a:cs typeface="Noto Sans KR"/>
              </a:defRPr>
            </a:lvl6pPr>
            <a:lvl7pPr>
              <a:buNone/>
              <a:defRPr sz="1200" b="0">
                <a:solidFill>
                  <a:srgbClr val="9BB4C0"/>
                </a:solidFill>
                <a:latin typeface="Noto Sans KR"/>
                <a:ea typeface="Noto Sans KR"/>
                <a:cs typeface="Noto Sans KR"/>
              </a:defRPr>
            </a:lvl7pPr>
            <a:lvl8pPr>
              <a:buNone/>
              <a:defRPr sz="1200" b="0">
                <a:solidFill>
                  <a:srgbClr val="9BB4C0"/>
                </a:solidFill>
                <a:latin typeface="Noto Sans KR"/>
                <a:ea typeface="Noto Sans KR"/>
                <a:cs typeface="Noto Sans KR"/>
              </a:defRPr>
            </a:lvl8pPr>
            <a:lvl9pPr>
              <a:buNone/>
              <a:defRPr sz="1200" b="0">
                <a:solidFill>
                  <a:srgbClr val="9BB4C0"/>
                </a:solidFill>
                <a:latin typeface="Noto Sans KR"/>
                <a:ea typeface="Noto Sans KR"/>
                <a:cs typeface="Noto Sans KR"/>
              </a:defRPr>
            </a:lvl9pPr>
          </a:lstStyle>
          <a:p xmlns:a="http://schemas.openxmlformats.org/drawingml/2006/main">
            <a:pPr>
              <a:buNone/>
              <a:defRPr sz="1350" b="0">
                <a:solidFill>
                  <a:srgbClr val="A4DDCA"/>
                </a:solidFill>
                <a:latin typeface="Noto Sans KR"/>
                <a:ea typeface="Noto Sans KR"/>
                <a:cs typeface="Noto Sans KR"/>
              </a:defRPr>
            </a:pPr>
            <a:r>
              <a:rPr sz="1350" b="0">
                <a:solidFill>
                  <a:srgbClr val="A4DDCA"/>
                </a:solidFill>
                <a:latin typeface="Noto Sans KR"/>
                <a:ea typeface="Noto Sans KR"/>
                <a:cs typeface="Noto Sans KR"/>
              </a:rPr>
              <a:t>핵심 차별점: 연결과 의미가 비슷한 그룹 찾기</a:t>
            </a:r>
          </a:p>
        </p:txBody>
      </p:sp>
    </p:spTree>
    <p:extLst>
      <p:ext uri="{BB962C8B-B14F-4D97-AF65-F5344CB8AC3E}">
        <p14:creationId xmlns:p14="http://schemas.microsoft.com/office/powerpoint/2010/main" val="1095044567"/>
      </p:ext>
    </p:extLst>
  </p:cSld>
</p:sld>
</file>

<file path=ppt/slides/slide21.xml><?xml version="1.0" encoding="utf-8"?>
<p:sld xmlns:p="http://schemas.openxmlformats.org/presentationml/2006/main">
  <p:cSld>
    <p:bg>
      <p:bgPr>
        <a:solidFill xmlns:a="http://schemas.openxmlformats.org/drawingml/2006/main">
          <a:srgbClr val="071824"/>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93FCBD44-FBA3-4AE1-88B5-45F3EF2F3506}"/>
              </a:ext>
            </a:extLst>
          </p:cNvPr>
          <p:cNvCxnSpPr>
            <a:stCxn xmlns:a="http://schemas.openxmlformats.org/drawingml/2006/main" id="20" idx="2"/>
            <a:endCxn xmlns:a="http://schemas.openxmlformats.org/drawingml/2006/main" id="22" idx="0"/>
          </p:cNvCxnSpPr>
          <p:nvPr/>
        </p:nvCxnSpPr>
        <p:spPr>
          <a:xfrm xmlns:a="http://schemas.openxmlformats.org/drawingml/2006/main">
            <a:off x="9072563" y="463867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8EEF3F0D-0634-427C-AA37-45DD07E1CE8C}"/>
              </a:ext>
            </a:extLst>
          </p:cNvPr>
          <p:cNvCxnSpPr>
            <a:stCxn xmlns:a="http://schemas.openxmlformats.org/drawingml/2006/main" id="18" idx="2"/>
            <a:endCxn xmlns:a="http://schemas.openxmlformats.org/drawingml/2006/main" id="20" idx="0"/>
          </p:cNvCxnSpPr>
          <p:nvPr/>
        </p:nvCxnSpPr>
        <p:spPr>
          <a:xfrm xmlns:a="http://schemas.openxmlformats.org/drawingml/2006/main">
            <a:off x="9072563" y="398145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4C142155-F56A-4E8C-B9AF-9C96CA234BCD}"/>
              </a:ext>
            </a:extLst>
          </p:cNvPr>
          <p:cNvCxnSpPr>
            <a:stCxn xmlns:a="http://schemas.openxmlformats.org/drawingml/2006/main" id="16" idx="2"/>
            <a:endCxn xmlns:a="http://schemas.openxmlformats.org/drawingml/2006/main" id="18" idx="0"/>
          </p:cNvCxnSpPr>
          <p:nvPr/>
        </p:nvCxnSpPr>
        <p:spPr>
          <a:xfrm xmlns:a="http://schemas.openxmlformats.org/drawingml/2006/main">
            <a:off x="9072563" y="332422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C2DD2379-996D-40C7-8531-03823164250E}"/>
              </a:ext>
            </a:extLst>
          </p:cNvPr>
          <p:cNvCxnSpPr>
            <a:stCxn xmlns:a="http://schemas.openxmlformats.org/drawingml/2006/main" id="15" idx="2"/>
            <a:endCxn xmlns:a="http://schemas.openxmlformats.org/drawingml/2006/main" id="16" idx="0"/>
          </p:cNvCxnSpPr>
          <p:nvPr/>
        </p:nvCxnSpPr>
        <p:spPr>
          <a:xfrm xmlns:a="http://schemas.openxmlformats.org/drawingml/2006/main">
            <a:off x="9072563" y="266700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269757D6-0828-4E2F-B5A2-D2ADBC37250F}"/>
              </a:ext>
            </a:extLst>
          </p:cNvPr>
          <p:cNvCxnSpPr>
            <a:stCxn xmlns:a="http://schemas.openxmlformats.org/drawingml/2006/main" id="10" idx="2"/>
            <a:endCxn xmlns:a="http://schemas.openxmlformats.org/drawingml/2006/main" id="12" idx="0"/>
          </p:cNvCxnSpPr>
          <p:nvPr/>
        </p:nvCxnSpPr>
        <p:spPr>
          <a:xfrm xmlns:a="http://schemas.openxmlformats.org/drawingml/2006/main">
            <a:off x="3119438" y="463867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E9F521BE-3DB3-4D6D-B457-1093B3E8F790}"/>
              </a:ext>
            </a:extLst>
          </p:cNvPr>
          <p:cNvCxnSpPr>
            <a:stCxn xmlns:a="http://schemas.openxmlformats.org/drawingml/2006/main" id="8" idx="2"/>
            <a:endCxn xmlns:a="http://schemas.openxmlformats.org/drawingml/2006/main" id="10" idx="0"/>
          </p:cNvCxnSpPr>
          <p:nvPr/>
        </p:nvCxnSpPr>
        <p:spPr>
          <a:xfrm xmlns:a="http://schemas.openxmlformats.org/drawingml/2006/main">
            <a:off x="3119438" y="398145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BC86CF7B-B5CB-41C3-8EB4-DB1DE2086D17}"/>
              </a:ext>
            </a:extLst>
          </p:cNvPr>
          <p:cNvCxnSpPr>
            <a:stCxn xmlns:a="http://schemas.openxmlformats.org/drawingml/2006/main" id="6" idx="2"/>
            <a:endCxn xmlns:a="http://schemas.openxmlformats.org/drawingml/2006/main" id="8" idx="0"/>
          </p:cNvCxnSpPr>
          <p:nvPr/>
        </p:nvCxnSpPr>
        <p:spPr>
          <a:xfrm xmlns:a="http://schemas.openxmlformats.org/drawingml/2006/main">
            <a:off x="3119438" y="332422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9BF4296C-7226-49E8-A864-3E77CF44D7BB}"/>
              </a:ext>
            </a:extLst>
          </p:cNvPr>
          <p:cNvCxnSpPr>
            <a:stCxn xmlns:a="http://schemas.openxmlformats.org/drawingml/2006/main" id="5" idx="2"/>
            <a:endCxn xmlns:a="http://schemas.openxmlformats.org/drawingml/2006/main" id="6" idx="0"/>
          </p:cNvCxnSpPr>
          <p:nvPr/>
        </p:nvCxnSpPr>
        <p:spPr>
          <a:xfrm xmlns:a="http://schemas.openxmlformats.org/drawingml/2006/main">
            <a:off x="3119438" y="266700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sp>
        <p:nvSpPr>
          <p:cNvPr id="25" name="">
            <a:extLst xmlns:a="http://schemas.openxmlformats.org/drawingml/2006/main">
              <a:ext uri="{FF2B5EF4-FFF2-40B4-BE49-F238E27FC236}">
                <a16:creationId xmlns:a16="http://schemas.microsoft.com/office/drawing/2014/main" id="{2E50EE9F-B829-4609-B346-BC5FB06BBDEA}"/>
              </a:ext>
            </a:extLst>
          </p:cNvPr>
          <p:cNvSpPr>
            <a:spLocks xmlns:a="http://schemas.openxmlformats.org/drawingml/2006/main" noGrp="1"/>
          </p:cNvSpPr>
          <p:nvPr/>
        </p:nvSpPr>
        <p:spPr>
          <a:xfrm xmlns:a="http://schemas.openxmlformats.org/drawingml/2006/main">
            <a:off x="571500" y="285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8DE5CA"/>
                </a:solidFill>
                <a:latin typeface="Noto Sans KR"/>
                <a:ea typeface="Noto Sans KR"/>
                <a:cs typeface="Noto Sans KR"/>
              </a:defRPr>
            </a:defPPr>
            <a:lvl1pPr>
              <a:buNone/>
              <a:defRPr sz="900" b="1">
                <a:solidFill>
                  <a:srgbClr val="8DE5CA"/>
                </a:solidFill>
                <a:latin typeface="Noto Sans KR"/>
                <a:ea typeface="Noto Sans KR"/>
                <a:cs typeface="Noto Sans KR"/>
              </a:defRPr>
            </a:lvl1pPr>
            <a:lvl2pPr>
              <a:buNone/>
              <a:defRPr sz="900" b="1">
                <a:solidFill>
                  <a:srgbClr val="8DE5CA"/>
                </a:solidFill>
                <a:latin typeface="Noto Sans KR"/>
                <a:ea typeface="Noto Sans KR"/>
                <a:cs typeface="Noto Sans KR"/>
              </a:defRPr>
            </a:lvl2pPr>
            <a:lvl3pPr>
              <a:buNone/>
              <a:defRPr sz="900" b="1">
                <a:solidFill>
                  <a:srgbClr val="8DE5CA"/>
                </a:solidFill>
                <a:latin typeface="Noto Sans KR"/>
                <a:ea typeface="Noto Sans KR"/>
                <a:cs typeface="Noto Sans KR"/>
              </a:defRPr>
            </a:lvl3pPr>
            <a:lvl4pPr>
              <a:buNone/>
              <a:defRPr sz="900" b="1">
                <a:solidFill>
                  <a:srgbClr val="8DE5CA"/>
                </a:solidFill>
                <a:latin typeface="Noto Sans KR"/>
                <a:ea typeface="Noto Sans KR"/>
                <a:cs typeface="Noto Sans KR"/>
              </a:defRPr>
            </a:lvl4pPr>
            <a:lvl5pPr>
              <a:buNone/>
              <a:defRPr sz="900" b="1">
                <a:solidFill>
                  <a:srgbClr val="8DE5CA"/>
                </a:solidFill>
                <a:latin typeface="Noto Sans KR"/>
                <a:ea typeface="Noto Sans KR"/>
                <a:cs typeface="Noto Sans KR"/>
              </a:defRPr>
            </a:lvl5pPr>
            <a:lvl6pPr>
              <a:buNone/>
              <a:defRPr sz="900" b="1">
                <a:solidFill>
                  <a:srgbClr val="8DE5CA"/>
                </a:solidFill>
                <a:latin typeface="Noto Sans KR"/>
                <a:ea typeface="Noto Sans KR"/>
                <a:cs typeface="Noto Sans KR"/>
              </a:defRPr>
            </a:lvl6pPr>
            <a:lvl7pPr>
              <a:buNone/>
              <a:defRPr sz="900" b="1">
                <a:solidFill>
                  <a:srgbClr val="8DE5CA"/>
                </a:solidFill>
                <a:latin typeface="Noto Sans KR"/>
                <a:ea typeface="Noto Sans KR"/>
                <a:cs typeface="Noto Sans KR"/>
              </a:defRPr>
            </a:lvl7pPr>
            <a:lvl8pPr>
              <a:buNone/>
              <a:defRPr sz="900" b="1">
                <a:solidFill>
                  <a:srgbClr val="8DE5CA"/>
                </a:solidFill>
                <a:latin typeface="Noto Sans KR"/>
                <a:ea typeface="Noto Sans KR"/>
                <a:cs typeface="Noto Sans KR"/>
              </a:defRPr>
            </a:lvl8pPr>
            <a:lvl9pPr>
              <a:buNone/>
              <a:defRPr sz="900" b="1">
                <a:solidFill>
                  <a:srgbClr val="8DE5CA"/>
                </a:solidFill>
                <a:latin typeface="Noto Sans KR"/>
                <a:ea typeface="Noto Sans KR"/>
                <a:cs typeface="Noto Sans KR"/>
              </a:defRPr>
            </a:lvl9pPr>
          </a:lstStyle>
          <a:p xmlns:a="http://schemas.openxmlformats.org/drawingml/2006/main">
            <a:pPr>
              <a:buNone/>
              <a:defRPr sz="900" b="1">
                <a:solidFill>
                  <a:srgbClr val="8DE5CA"/>
                </a:solidFill>
                <a:latin typeface="Noto Sans KR"/>
                <a:ea typeface="Noto Sans KR"/>
                <a:cs typeface="Noto Sans KR"/>
              </a:defRPr>
            </a:pPr>
            <a:r>
              <a:rPr sz="900" b="1">
                <a:solidFill>
                  <a:srgbClr val="8DE5CA"/>
                </a:solidFill>
                <a:latin typeface="Noto Sans KR"/>
                <a:ea typeface="Noto Sans KR"/>
                <a:cs typeface="Noto Sans KR"/>
              </a:rPr>
              <a:t>02 / 개체와 연결</a:t>
            </a:r>
          </a:p>
        </p:txBody>
      </p:sp>
      <p:sp>
        <p:nvSpPr>
          <p:cNvPr id="2" name="">
            <a:extLst xmlns:a="http://schemas.openxmlformats.org/drawingml/2006/main">
              <a:ext uri="{FF2B5EF4-FFF2-40B4-BE49-F238E27FC236}">
                <a16:creationId xmlns:a16="http://schemas.microsoft.com/office/drawing/2014/main" id="{91E91E4D-4C00-48FA-8809-F0BFB338AB99}"/>
              </a:ext>
            </a:extLst>
          </p:cNvPr>
          <p:cNvSpPr>
            <a:spLocks xmlns:a="http://schemas.openxmlformats.org/drawingml/2006/main" noGrp="1"/>
          </p:cNvSpPr>
          <p:nvPr/>
        </p:nvSpPr>
        <p:spPr>
          <a:xfrm xmlns:a="http://schemas.openxmlformats.org/drawingml/2006/main">
            <a:off x="571500" y="7620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EAF5F3"/>
                </a:solidFill>
                <a:latin typeface="Noto Sans KR"/>
                <a:ea typeface="Noto Sans KR"/>
                <a:cs typeface="Noto Sans KR"/>
              </a:defRPr>
            </a:defPPr>
            <a:lvl1pPr>
              <a:buNone/>
              <a:defRPr sz="2850" b="1">
                <a:solidFill>
                  <a:srgbClr val="EAF5F3"/>
                </a:solidFill>
                <a:latin typeface="Noto Sans KR"/>
                <a:ea typeface="Noto Sans KR"/>
                <a:cs typeface="Noto Sans KR"/>
              </a:defRPr>
            </a:lvl1pPr>
            <a:lvl2pPr>
              <a:buNone/>
              <a:defRPr sz="2850" b="1">
                <a:solidFill>
                  <a:srgbClr val="EAF5F3"/>
                </a:solidFill>
                <a:latin typeface="Noto Sans KR"/>
                <a:ea typeface="Noto Sans KR"/>
                <a:cs typeface="Noto Sans KR"/>
              </a:defRPr>
            </a:lvl2pPr>
            <a:lvl3pPr>
              <a:buNone/>
              <a:defRPr sz="2850" b="1">
                <a:solidFill>
                  <a:srgbClr val="EAF5F3"/>
                </a:solidFill>
                <a:latin typeface="Noto Sans KR"/>
                <a:ea typeface="Noto Sans KR"/>
                <a:cs typeface="Noto Sans KR"/>
              </a:defRPr>
            </a:lvl3pPr>
            <a:lvl4pPr>
              <a:buNone/>
              <a:defRPr sz="2850" b="1">
                <a:solidFill>
                  <a:srgbClr val="EAF5F3"/>
                </a:solidFill>
                <a:latin typeface="Noto Sans KR"/>
                <a:ea typeface="Noto Sans KR"/>
                <a:cs typeface="Noto Sans KR"/>
              </a:defRPr>
            </a:lvl4pPr>
            <a:lvl5pPr>
              <a:buNone/>
              <a:defRPr sz="2850" b="1">
                <a:solidFill>
                  <a:srgbClr val="EAF5F3"/>
                </a:solidFill>
                <a:latin typeface="Noto Sans KR"/>
                <a:ea typeface="Noto Sans KR"/>
                <a:cs typeface="Noto Sans KR"/>
              </a:defRPr>
            </a:lvl5pPr>
            <a:lvl6pPr>
              <a:buNone/>
              <a:defRPr sz="2850" b="1">
                <a:solidFill>
                  <a:srgbClr val="EAF5F3"/>
                </a:solidFill>
                <a:latin typeface="Noto Sans KR"/>
                <a:ea typeface="Noto Sans KR"/>
                <a:cs typeface="Noto Sans KR"/>
              </a:defRPr>
            </a:lvl6pPr>
            <a:lvl7pPr>
              <a:buNone/>
              <a:defRPr sz="2850" b="1">
                <a:solidFill>
                  <a:srgbClr val="EAF5F3"/>
                </a:solidFill>
                <a:latin typeface="Noto Sans KR"/>
                <a:ea typeface="Noto Sans KR"/>
                <a:cs typeface="Noto Sans KR"/>
              </a:defRPr>
            </a:lvl7pPr>
            <a:lvl8pPr>
              <a:buNone/>
              <a:defRPr sz="2850" b="1">
                <a:solidFill>
                  <a:srgbClr val="EAF5F3"/>
                </a:solidFill>
                <a:latin typeface="Noto Sans KR"/>
                <a:ea typeface="Noto Sans KR"/>
                <a:cs typeface="Noto Sans KR"/>
              </a:defRPr>
            </a:lvl8pPr>
            <a:lvl9pPr>
              <a:buNone/>
              <a:defRPr sz="2850" b="1">
                <a:solidFill>
                  <a:srgbClr val="EAF5F3"/>
                </a:solidFill>
                <a:latin typeface="Noto Sans KR"/>
                <a:ea typeface="Noto Sans KR"/>
                <a:cs typeface="Noto Sans KR"/>
              </a:defRPr>
            </a:lvl9pPr>
          </a:lstStyle>
          <a:p xmlns:a="http://schemas.openxmlformats.org/drawingml/2006/main">
            <a:pPr>
              <a:buNone/>
              <a:defRPr sz="2850" b="1">
                <a:solidFill>
                  <a:srgbClr val="EAF5F3"/>
                </a:solidFill>
                <a:latin typeface="Noto Sans KR"/>
                <a:ea typeface="Noto Sans KR"/>
                <a:cs typeface="Noto Sans KR"/>
              </a:defRPr>
            </a:pPr>
            <a:r>
              <a:rPr sz="2850" b="1">
                <a:solidFill>
                  <a:srgbClr val="EAF5F3"/>
                </a:solidFill>
                <a:latin typeface="Noto Sans KR"/>
                <a:ea typeface="Noto Sans KR"/>
                <a:cs typeface="Noto Sans KR"/>
              </a:rPr>
              <a:t>LightRAG의 전체 처리 순서</a:t>
            </a:r>
          </a:p>
        </p:txBody>
      </p:sp>
      <p:sp>
        <p:nvSpPr>
          <p:cNvPr id="3" name="">
            <a:extLst xmlns:a="http://schemas.openxmlformats.org/drawingml/2006/main">
              <a:ext uri="{FF2B5EF4-FFF2-40B4-BE49-F238E27FC236}">
                <a16:creationId xmlns:a16="http://schemas.microsoft.com/office/drawing/2014/main" id="{891CCABA-33D8-4861-B01E-F647CB888DF9}"/>
              </a:ext>
            </a:extLst>
          </p:cNvPr>
          <p:cNvSpPr>
            <a:spLocks xmlns:a="http://schemas.openxmlformats.org/drawingml/2006/main" noGrp="1"/>
          </p:cNvSpPr>
          <p:nvPr/>
        </p:nvSpPr>
        <p:spPr>
          <a:xfrm xmlns:a="http://schemas.openxmlformats.org/drawingml/2006/main">
            <a:off x="11144250" y="642937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DE5CA"/>
                </a:solidFill>
                <a:latin typeface="Noto Sans KR"/>
                <a:ea typeface="Noto Sans KR"/>
                <a:cs typeface="Noto Sans KR"/>
              </a:defRPr>
            </a:defPPr>
            <a:lvl1pPr>
              <a:buNone/>
              <a:defRPr sz="1050" b="0">
                <a:solidFill>
                  <a:srgbClr val="8DE5CA"/>
                </a:solidFill>
                <a:latin typeface="Noto Sans KR"/>
                <a:ea typeface="Noto Sans KR"/>
                <a:cs typeface="Noto Sans KR"/>
              </a:defRPr>
            </a:lvl1pPr>
            <a:lvl2pPr>
              <a:buNone/>
              <a:defRPr sz="1050" b="0">
                <a:solidFill>
                  <a:srgbClr val="8DE5CA"/>
                </a:solidFill>
                <a:latin typeface="Noto Sans KR"/>
                <a:ea typeface="Noto Sans KR"/>
                <a:cs typeface="Noto Sans KR"/>
              </a:defRPr>
            </a:lvl2pPr>
            <a:lvl3pPr>
              <a:buNone/>
              <a:defRPr sz="1050" b="0">
                <a:solidFill>
                  <a:srgbClr val="8DE5CA"/>
                </a:solidFill>
                <a:latin typeface="Noto Sans KR"/>
                <a:ea typeface="Noto Sans KR"/>
                <a:cs typeface="Noto Sans KR"/>
              </a:defRPr>
            </a:lvl3pPr>
            <a:lvl4pPr>
              <a:buNone/>
              <a:defRPr sz="1050" b="0">
                <a:solidFill>
                  <a:srgbClr val="8DE5CA"/>
                </a:solidFill>
                <a:latin typeface="Noto Sans KR"/>
                <a:ea typeface="Noto Sans KR"/>
                <a:cs typeface="Noto Sans KR"/>
              </a:defRPr>
            </a:lvl4pPr>
            <a:lvl5pPr>
              <a:buNone/>
              <a:defRPr sz="1050" b="0">
                <a:solidFill>
                  <a:srgbClr val="8DE5CA"/>
                </a:solidFill>
                <a:latin typeface="Noto Sans KR"/>
                <a:ea typeface="Noto Sans KR"/>
                <a:cs typeface="Noto Sans KR"/>
              </a:defRPr>
            </a:lvl5pPr>
            <a:lvl6pPr>
              <a:buNone/>
              <a:defRPr sz="1050" b="0">
                <a:solidFill>
                  <a:srgbClr val="8DE5CA"/>
                </a:solidFill>
                <a:latin typeface="Noto Sans KR"/>
                <a:ea typeface="Noto Sans KR"/>
                <a:cs typeface="Noto Sans KR"/>
              </a:defRPr>
            </a:lvl6pPr>
            <a:lvl7pPr>
              <a:buNone/>
              <a:defRPr sz="1050" b="0">
                <a:solidFill>
                  <a:srgbClr val="8DE5CA"/>
                </a:solidFill>
                <a:latin typeface="Noto Sans KR"/>
                <a:ea typeface="Noto Sans KR"/>
                <a:cs typeface="Noto Sans KR"/>
              </a:defRPr>
            </a:lvl7pPr>
            <a:lvl8pPr>
              <a:buNone/>
              <a:defRPr sz="1050" b="0">
                <a:solidFill>
                  <a:srgbClr val="8DE5CA"/>
                </a:solidFill>
                <a:latin typeface="Noto Sans KR"/>
                <a:ea typeface="Noto Sans KR"/>
                <a:cs typeface="Noto Sans KR"/>
              </a:defRPr>
            </a:lvl8pPr>
            <a:lvl9pPr>
              <a:buNone/>
              <a:defRPr sz="1050" b="0">
                <a:solidFill>
                  <a:srgbClr val="8DE5CA"/>
                </a:solidFill>
                <a:latin typeface="Noto Sans KR"/>
                <a:ea typeface="Noto Sans KR"/>
                <a:cs typeface="Noto Sans KR"/>
              </a:defRPr>
            </a:lvl9pPr>
          </a:lstStyle>
          <a:p xmlns:a="http://schemas.openxmlformats.org/drawingml/2006/main">
            <a:pPr>
              <a:buNone/>
              <a:defRPr sz="1050" b="0">
                <a:solidFill>
                  <a:srgbClr val="8DE5CA"/>
                </a:solidFill>
                <a:latin typeface="Noto Sans KR"/>
                <a:ea typeface="Noto Sans KR"/>
                <a:cs typeface="Noto Sans KR"/>
              </a:defRPr>
            </a:pPr>
            <a:r>
              <a:rPr sz="1050" b="0">
                <a:solidFill>
                  <a:srgbClr val="8DE5CA"/>
                </a:solidFill>
                <a:latin typeface="Noto Sans KR"/>
                <a:ea typeface="Noto Sans KR"/>
                <a:cs typeface="Noto Sans KR"/>
              </a:rPr>
              <a:t>21</a:t>
            </a:r>
          </a:p>
        </p:txBody>
      </p:sp>
      <p:sp>
        <p:nvSpPr>
          <p:cNvPr id="4" name="">
            <a:extLst xmlns:a="http://schemas.openxmlformats.org/drawingml/2006/main">
              <a:ext uri="{FF2B5EF4-FFF2-40B4-BE49-F238E27FC236}">
                <a16:creationId xmlns:a16="http://schemas.microsoft.com/office/drawing/2014/main" id="{3AAF4E5B-C398-48C5-B0F1-42EB352F2E8E}"/>
              </a:ext>
            </a:extLst>
          </p:cNvPr>
          <p:cNvSpPr>
            <a:spLocks xmlns:a="http://schemas.openxmlformats.org/drawingml/2006/main" noGrp="1"/>
          </p:cNvSpPr>
          <p:nvPr/>
        </p:nvSpPr>
        <p:spPr>
          <a:xfrm xmlns:a="http://schemas.openxmlformats.org/drawingml/2006/main">
            <a:off x="571500"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EBBF3"/>
                </a:solidFill>
                <a:latin typeface="Noto Sans KR"/>
                <a:ea typeface="Noto Sans KR"/>
                <a:cs typeface="Noto Sans KR"/>
              </a:defRPr>
            </a:defPPr>
            <a:lvl1pPr>
              <a:buNone/>
              <a:defRPr sz="1275" b="1">
                <a:solidFill>
                  <a:srgbClr val="8EBBF3"/>
                </a:solidFill>
                <a:latin typeface="Noto Sans KR"/>
                <a:ea typeface="Noto Sans KR"/>
                <a:cs typeface="Noto Sans KR"/>
              </a:defRPr>
            </a:lvl1pPr>
            <a:lvl2pPr>
              <a:buNone/>
              <a:defRPr sz="1275" b="1">
                <a:solidFill>
                  <a:srgbClr val="8EBBF3"/>
                </a:solidFill>
                <a:latin typeface="Noto Sans KR"/>
                <a:ea typeface="Noto Sans KR"/>
                <a:cs typeface="Noto Sans KR"/>
              </a:defRPr>
            </a:lvl2pPr>
            <a:lvl3pPr>
              <a:buNone/>
              <a:defRPr sz="1275" b="1">
                <a:solidFill>
                  <a:srgbClr val="8EBBF3"/>
                </a:solidFill>
                <a:latin typeface="Noto Sans KR"/>
                <a:ea typeface="Noto Sans KR"/>
                <a:cs typeface="Noto Sans KR"/>
              </a:defRPr>
            </a:lvl3pPr>
            <a:lvl4pPr>
              <a:buNone/>
              <a:defRPr sz="1275" b="1">
                <a:solidFill>
                  <a:srgbClr val="8EBBF3"/>
                </a:solidFill>
                <a:latin typeface="Noto Sans KR"/>
                <a:ea typeface="Noto Sans KR"/>
                <a:cs typeface="Noto Sans KR"/>
              </a:defRPr>
            </a:lvl4pPr>
            <a:lvl5pPr>
              <a:buNone/>
              <a:defRPr sz="1275" b="1">
                <a:solidFill>
                  <a:srgbClr val="8EBBF3"/>
                </a:solidFill>
                <a:latin typeface="Noto Sans KR"/>
                <a:ea typeface="Noto Sans KR"/>
                <a:cs typeface="Noto Sans KR"/>
              </a:defRPr>
            </a:lvl5pPr>
            <a:lvl6pPr>
              <a:buNone/>
              <a:defRPr sz="1275" b="1">
                <a:solidFill>
                  <a:srgbClr val="8EBBF3"/>
                </a:solidFill>
                <a:latin typeface="Noto Sans KR"/>
                <a:ea typeface="Noto Sans KR"/>
                <a:cs typeface="Noto Sans KR"/>
              </a:defRPr>
            </a:lvl6pPr>
            <a:lvl7pPr>
              <a:buNone/>
              <a:defRPr sz="1275" b="1">
                <a:solidFill>
                  <a:srgbClr val="8EBBF3"/>
                </a:solidFill>
                <a:latin typeface="Noto Sans KR"/>
                <a:ea typeface="Noto Sans KR"/>
                <a:cs typeface="Noto Sans KR"/>
              </a:defRPr>
            </a:lvl7pPr>
            <a:lvl8pPr>
              <a:buNone/>
              <a:defRPr sz="1275" b="1">
                <a:solidFill>
                  <a:srgbClr val="8EBBF3"/>
                </a:solidFill>
                <a:latin typeface="Noto Sans KR"/>
                <a:ea typeface="Noto Sans KR"/>
                <a:cs typeface="Noto Sans KR"/>
              </a:defRPr>
            </a:lvl8pPr>
            <a:lvl9pPr>
              <a:buNone/>
              <a:defRPr sz="1275" b="1">
                <a:solidFill>
                  <a:srgbClr val="8EBBF3"/>
                </a:solidFill>
                <a:latin typeface="Noto Sans KR"/>
                <a:ea typeface="Noto Sans KR"/>
                <a:cs typeface="Noto Sans KR"/>
              </a:defRPr>
            </a:lvl9pPr>
          </a:lstStyle>
          <a:p xmlns:a="http://schemas.openxmlformats.org/drawingml/2006/main">
            <a:pPr>
              <a:buNone/>
              <a:defRPr sz="1275" b="1">
                <a:solidFill>
                  <a:srgbClr val="8EBBF3"/>
                </a:solidFill>
                <a:latin typeface="Noto Sans KR"/>
                <a:ea typeface="Noto Sans KR"/>
                <a:cs typeface="Noto Sans KR"/>
              </a:defRPr>
            </a:pPr>
            <a:r>
              <a:rPr sz="1275" b="1">
                <a:solidFill>
                  <a:srgbClr val="8EBBF3"/>
                </a:solidFill>
                <a:latin typeface="Noto Sans KR"/>
                <a:ea typeface="Noto Sans KR"/>
                <a:cs typeface="Noto Sans KR"/>
              </a:rPr>
              <a:t>문서가 들어오면 미리 준비</a:t>
            </a:r>
          </a:p>
        </p:txBody>
      </p:sp>
      <p:sp>
        <p:nvSpPr>
          <p:cNvPr id="5" name="">
            <a:extLst xmlns:a="http://schemas.openxmlformats.org/drawingml/2006/main">
              <a:ext uri="{FF2B5EF4-FFF2-40B4-BE49-F238E27FC236}">
                <a16:creationId xmlns:a16="http://schemas.microsoft.com/office/drawing/2014/main" id="{9C704328-01B5-42B0-BFCF-C3955A84A7E8}"/>
              </a:ext>
            </a:extLst>
          </p:cNvPr>
          <p:cNvSpPr>
            <a:spLocks xmlns:a="http://schemas.openxmlformats.org/drawingml/2006/main" noGrp="1"/>
          </p:cNvSpPr>
          <p:nvPr/>
        </p:nvSpPr>
        <p:spPr>
          <a:xfrm xmlns:a="http://schemas.openxmlformats.org/drawingml/2006/main">
            <a:off x="571500"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문서를 조각으로 나누기</a:t>
            </a:r>
          </a:p>
        </p:txBody>
      </p:sp>
      <p:sp>
        <p:nvSpPr>
          <p:cNvPr id="6" name="">
            <a:extLst xmlns:a="http://schemas.openxmlformats.org/drawingml/2006/main">
              <a:ext uri="{FF2B5EF4-FFF2-40B4-BE49-F238E27FC236}">
                <a16:creationId xmlns:a16="http://schemas.microsoft.com/office/drawing/2014/main" id="{E84D2558-611E-492D-B63F-AA13FD35CE5A}"/>
              </a:ext>
            </a:extLst>
          </p:cNvPr>
          <p:cNvSpPr>
            <a:spLocks xmlns:a="http://schemas.openxmlformats.org/drawingml/2006/main" noGrp="1"/>
          </p:cNvSpPr>
          <p:nvPr/>
        </p:nvSpPr>
        <p:spPr>
          <a:xfrm xmlns:a="http://schemas.openxmlformats.org/drawingml/2006/main">
            <a:off x="571500"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개체와 관계 추출</a:t>
            </a:r>
          </a:p>
        </p:txBody>
      </p:sp>
      <p:sp>
        <p:nvSpPr>
          <p:cNvPr id="8" name="">
            <a:extLst xmlns:a="http://schemas.openxmlformats.org/drawingml/2006/main">
              <a:ext uri="{FF2B5EF4-FFF2-40B4-BE49-F238E27FC236}">
                <a16:creationId xmlns:a16="http://schemas.microsoft.com/office/drawing/2014/main" id="{5A4CFD61-60A1-454F-B773-8E8FC124D116}"/>
              </a:ext>
            </a:extLst>
          </p:cNvPr>
          <p:cNvSpPr>
            <a:spLocks xmlns:a="http://schemas.openxmlformats.org/drawingml/2006/main" noGrp="1"/>
          </p:cNvSpPr>
          <p:nvPr/>
        </p:nvSpPr>
        <p:spPr>
          <a:xfrm xmlns:a="http://schemas.openxmlformats.org/drawingml/2006/main">
            <a:off x="571500"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중복된 설명을 합치기</a:t>
            </a:r>
          </a:p>
        </p:txBody>
      </p:sp>
      <p:sp>
        <p:nvSpPr>
          <p:cNvPr id="10" name="">
            <a:extLst xmlns:a="http://schemas.openxmlformats.org/drawingml/2006/main">
              <a:ext uri="{FF2B5EF4-FFF2-40B4-BE49-F238E27FC236}">
                <a16:creationId xmlns:a16="http://schemas.microsoft.com/office/drawing/2014/main" id="{0D711D1E-3B86-4B8A-AACD-EA6E8B810F1C}"/>
              </a:ext>
            </a:extLst>
          </p:cNvPr>
          <p:cNvSpPr>
            <a:spLocks xmlns:a="http://schemas.openxmlformats.org/drawingml/2006/main" noGrp="1"/>
          </p:cNvSpPr>
          <p:nvPr/>
        </p:nvSpPr>
        <p:spPr>
          <a:xfrm xmlns:a="http://schemas.openxmlformats.org/drawingml/2006/main">
            <a:off x="571500"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그래프·벡터·원문 위치 저장</a:t>
            </a:r>
          </a:p>
        </p:txBody>
      </p:sp>
      <p:sp>
        <p:nvSpPr>
          <p:cNvPr id="12" name="">
            <a:extLst xmlns:a="http://schemas.openxmlformats.org/drawingml/2006/main">
              <a:ext uri="{FF2B5EF4-FFF2-40B4-BE49-F238E27FC236}">
                <a16:creationId xmlns:a16="http://schemas.microsoft.com/office/drawing/2014/main" id="{CB8A1FF2-9EC9-4F57-982E-32BC84D6FFF5}"/>
              </a:ext>
            </a:extLst>
          </p:cNvPr>
          <p:cNvSpPr>
            <a:spLocks xmlns:a="http://schemas.openxmlformats.org/drawingml/2006/main" noGrp="1"/>
          </p:cNvSpPr>
          <p:nvPr/>
        </p:nvSpPr>
        <p:spPr>
          <a:xfrm xmlns:a="http://schemas.openxmlformats.org/drawingml/2006/main">
            <a:off x="571500"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새 문서의 정보를 추가</a:t>
            </a:r>
          </a:p>
        </p:txBody>
      </p:sp>
      <p:sp>
        <p:nvSpPr>
          <p:cNvPr id="14" name="">
            <a:extLst xmlns:a="http://schemas.openxmlformats.org/drawingml/2006/main">
              <a:ext uri="{FF2B5EF4-FFF2-40B4-BE49-F238E27FC236}">
                <a16:creationId xmlns:a16="http://schemas.microsoft.com/office/drawing/2014/main" id="{E3C9AF8F-CDFF-45D8-B6FA-C6C5F8B4FDF1}"/>
              </a:ext>
            </a:extLst>
          </p:cNvPr>
          <p:cNvSpPr>
            <a:spLocks xmlns:a="http://schemas.openxmlformats.org/drawingml/2006/main" noGrp="1"/>
          </p:cNvSpPr>
          <p:nvPr/>
        </p:nvSpPr>
        <p:spPr>
          <a:xfrm xmlns:a="http://schemas.openxmlformats.org/drawingml/2006/main">
            <a:off x="6524625"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DE5CA"/>
                </a:solidFill>
                <a:latin typeface="Noto Sans KR"/>
                <a:ea typeface="Noto Sans KR"/>
                <a:cs typeface="Noto Sans KR"/>
              </a:defRPr>
            </a:defPPr>
            <a:lvl1pPr>
              <a:buNone/>
              <a:defRPr sz="1275" b="1">
                <a:solidFill>
                  <a:srgbClr val="8DE5CA"/>
                </a:solidFill>
                <a:latin typeface="Noto Sans KR"/>
                <a:ea typeface="Noto Sans KR"/>
                <a:cs typeface="Noto Sans KR"/>
              </a:defRPr>
            </a:lvl1pPr>
            <a:lvl2pPr>
              <a:buNone/>
              <a:defRPr sz="1275" b="1">
                <a:solidFill>
                  <a:srgbClr val="8DE5CA"/>
                </a:solidFill>
                <a:latin typeface="Noto Sans KR"/>
                <a:ea typeface="Noto Sans KR"/>
                <a:cs typeface="Noto Sans KR"/>
              </a:defRPr>
            </a:lvl2pPr>
            <a:lvl3pPr>
              <a:buNone/>
              <a:defRPr sz="1275" b="1">
                <a:solidFill>
                  <a:srgbClr val="8DE5CA"/>
                </a:solidFill>
                <a:latin typeface="Noto Sans KR"/>
                <a:ea typeface="Noto Sans KR"/>
                <a:cs typeface="Noto Sans KR"/>
              </a:defRPr>
            </a:lvl3pPr>
            <a:lvl4pPr>
              <a:buNone/>
              <a:defRPr sz="1275" b="1">
                <a:solidFill>
                  <a:srgbClr val="8DE5CA"/>
                </a:solidFill>
                <a:latin typeface="Noto Sans KR"/>
                <a:ea typeface="Noto Sans KR"/>
                <a:cs typeface="Noto Sans KR"/>
              </a:defRPr>
            </a:lvl4pPr>
            <a:lvl5pPr>
              <a:buNone/>
              <a:defRPr sz="1275" b="1">
                <a:solidFill>
                  <a:srgbClr val="8DE5CA"/>
                </a:solidFill>
                <a:latin typeface="Noto Sans KR"/>
                <a:ea typeface="Noto Sans KR"/>
                <a:cs typeface="Noto Sans KR"/>
              </a:defRPr>
            </a:lvl5pPr>
            <a:lvl6pPr>
              <a:buNone/>
              <a:defRPr sz="1275" b="1">
                <a:solidFill>
                  <a:srgbClr val="8DE5CA"/>
                </a:solidFill>
                <a:latin typeface="Noto Sans KR"/>
                <a:ea typeface="Noto Sans KR"/>
                <a:cs typeface="Noto Sans KR"/>
              </a:defRPr>
            </a:lvl6pPr>
            <a:lvl7pPr>
              <a:buNone/>
              <a:defRPr sz="1275" b="1">
                <a:solidFill>
                  <a:srgbClr val="8DE5CA"/>
                </a:solidFill>
                <a:latin typeface="Noto Sans KR"/>
                <a:ea typeface="Noto Sans KR"/>
                <a:cs typeface="Noto Sans KR"/>
              </a:defRPr>
            </a:lvl7pPr>
            <a:lvl8pPr>
              <a:buNone/>
              <a:defRPr sz="1275" b="1">
                <a:solidFill>
                  <a:srgbClr val="8DE5CA"/>
                </a:solidFill>
                <a:latin typeface="Noto Sans KR"/>
                <a:ea typeface="Noto Sans KR"/>
                <a:cs typeface="Noto Sans KR"/>
              </a:defRPr>
            </a:lvl8pPr>
            <a:lvl9pPr>
              <a:buNone/>
              <a:defRPr sz="1275" b="1">
                <a:solidFill>
                  <a:srgbClr val="8DE5CA"/>
                </a:solidFill>
                <a:latin typeface="Noto Sans KR"/>
                <a:ea typeface="Noto Sans KR"/>
                <a:cs typeface="Noto Sans KR"/>
              </a:defRPr>
            </a:lvl9pPr>
          </a:lstStyle>
          <a:p xmlns:a="http://schemas.openxmlformats.org/drawingml/2006/main">
            <a:pPr>
              <a:buNone/>
              <a:defRPr sz="1275" b="1">
                <a:solidFill>
                  <a:srgbClr val="8DE5CA"/>
                </a:solidFill>
                <a:latin typeface="Noto Sans KR"/>
                <a:ea typeface="Noto Sans KR"/>
                <a:cs typeface="Noto Sans KR"/>
              </a:defRPr>
            </a:pPr>
            <a:r>
              <a:rPr sz="1275" b="1">
                <a:solidFill>
                  <a:srgbClr val="8DE5CA"/>
                </a:solidFill>
                <a:latin typeface="Noto Sans KR"/>
                <a:ea typeface="Noto Sans KR"/>
                <a:cs typeface="Noto Sans KR"/>
              </a:rPr>
              <a:t>질문이 오면 검색하고 답변</a:t>
            </a:r>
          </a:p>
        </p:txBody>
      </p:sp>
      <p:sp>
        <p:nvSpPr>
          <p:cNvPr id="15" name="">
            <a:extLst xmlns:a="http://schemas.openxmlformats.org/drawingml/2006/main">
              <a:ext uri="{FF2B5EF4-FFF2-40B4-BE49-F238E27FC236}">
                <a16:creationId xmlns:a16="http://schemas.microsoft.com/office/drawing/2014/main" id="{C29AF815-F01C-4C83-B1A2-270AE18A5DAF}"/>
              </a:ext>
            </a:extLst>
          </p:cNvPr>
          <p:cNvSpPr>
            <a:spLocks xmlns:a="http://schemas.openxmlformats.org/drawingml/2006/main" noGrp="1"/>
          </p:cNvSpPr>
          <p:nvPr/>
        </p:nvSpPr>
        <p:spPr>
          <a:xfrm xmlns:a="http://schemas.openxmlformats.org/drawingml/2006/main">
            <a:off x="6524625"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대상·주제 키워드 추출</a:t>
            </a:r>
          </a:p>
        </p:txBody>
      </p:sp>
      <p:sp>
        <p:nvSpPr>
          <p:cNvPr id="16" name="">
            <a:extLst xmlns:a="http://schemas.openxmlformats.org/drawingml/2006/main">
              <a:ext uri="{FF2B5EF4-FFF2-40B4-BE49-F238E27FC236}">
                <a16:creationId xmlns:a16="http://schemas.microsoft.com/office/drawing/2014/main" id="{2998A399-D6EE-422B-ACEF-4050ADEE1E85}"/>
              </a:ext>
            </a:extLst>
          </p:cNvPr>
          <p:cNvSpPr>
            <a:spLocks xmlns:a="http://schemas.openxmlformats.org/drawingml/2006/main" noGrp="1"/>
          </p:cNvSpPr>
          <p:nvPr/>
        </p:nvSpPr>
        <p:spPr>
          <a:xfrm xmlns:a="http://schemas.openxmlformats.org/drawingml/2006/main">
            <a:off x="6524625"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대상 키워드로 개체 찾기</a:t>
            </a:r>
          </a:p>
        </p:txBody>
      </p:sp>
      <p:sp>
        <p:nvSpPr>
          <p:cNvPr id="18" name="">
            <a:extLst xmlns:a="http://schemas.openxmlformats.org/drawingml/2006/main">
              <a:ext uri="{FF2B5EF4-FFF2-40B4-BE49-F238E27FC236}">
                <a16:creationId xmlns:a16="http://schemas.microsoft.com/office/drawing/2014/main" id="{4C4D74D6-C05C-4A57-B7B9-21F168A70E23}"/>
              </a:ext>
            </a:extLst>
          </p:cNvPr>
          <p:cNvSpPr>
            <a:spLocks xmlns:a="http://schemas.openxmlformats.org/drawingml/2006/main" noGrp="1"/>
          </p:cNvSpPr>
          <p:nvPr/>
        </p:nvSpPr>
        <p:spPr>
          <a:xfrm xmlns:a="http://schemas.openxmlformats.org/drawingml/2006/main">
            <a:off x="6524625"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주제 키워드로 관계 찾기</a:t>
            </a:r>
          </a:p>
        </p:txBody>
      </p:sp>
      <p:sp>
        <p:nvSpPr>
          <p:cNvPr id="20" name="">
            <a:extLst xmlns:a="http://schemas.openxmlformats.org/drawingml/2006/main">
              <a:ext uri="{FF2B5EF4-FFF2-40B4-BE49-F238E27FC236}">
                <a16:creationId xmlns:a16="http://schemas.microsoft.com/office/drawing/2014/main" id="{7787F7B2-F9F3-4C61-B0D1-2AC362B40F84}"/>
              </a:ext>
            </a:extLst>
          </p:cNvPr>
          <p:cNvSpPr>
            <a:spLocks xmlns:a="http://schemas.openxmlformats.org/drawingml/2006/main" noGrp="1"/>
          </p:cNvSpPr>
          <p:nvPr/>
        </p:nvSpPr>
        <p:spPr>
          <a:xfrm xmlns:a="http://schemas.openxmlformats.org/drawingml/2006/main">
            <a:off x="6524625"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주변 연결과 원문 모으기</a:t>
            </a:r>
          </a:p>
        </p:txBody>
      </p:sp>
      <p:sp>
        <p:nvSpPr>
          <p:cNvPr id="22" name="">
            <a:extLst xmlns:a="http://schemas.openxmlformats.org/drawingml/2006/main">
              <a:ext uri="{FF2B5EF4-FFF2-40B4-BE49-F238E27FC236}">
                <a16:creationId xmlns:a16="http://schemas.microsoft.com/office/drawing/2014/main" id="{1EEB79F2-E1C7-4478-A0D5-30C55CF98ECC}"/>
              </a:ext>
            </a:extLst>
          </p:cNvPr>
          <p:cNvSpPr>
            <a:spLocks xmlns:a="http://schemas.openxmlformats.org/drawingml/2006/main" noGrp="1"/>
          </p:cNvSpPr>
          <p:nvPr/>
        </p:nvSpPr>
        <p:spPr>
          <a:xfrm xmlns:a="http://schemas.openxmlformats.org/drawingml/2006/main">
            <a:off x="6524625"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모은 근거로 답변 작성</a:t>
            </a:r>
          </a:p>
        </p:txBody>
      </p:sp>
      <p:sp>
        <p:nvSpPr>
          <p:cNvPr id="24" name="">
            <a:extLst xmlns:a="http://schemas.openxmlformats.org/drawingml/2006/main">
              <a:ext uri="{FF2B5EF4-FFF2-40B4-BE49-F238E27FC236}">
                <a16:creationId xmlns:a16="http://schemas.microsoft.com/office/drawing/2014/main" id="{3548E26D-73A4-4294-9983-B9C79879AF9A}"/>
              </a:ext>
            </a:extLst>
          </p:cNvPr>
          <p:cNvSpPr>
            <a:spLocks xmlns:a="http://schemas.openxmlformats.org/drawingml/2006/main" noGrp="1"/>
          </p:cNvSpPr>
          <p:nvPr/>
        </p:nvSpPr>
        <p:spPr>
          <a:xfrm xmlns:a="http://schemas.openxmlformats.org/drawingml/2006/main">
            <a:off x="571500" y="57340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350" b="0">
                <a:solidFill>
                  <a:srgbClr val="A4DDCA"/>
                </a:solidFill>
                <a:latin typeface="Noto Sans KR"/>
                <a:ea typeface="Noto Sans KR"/>
                <a:cs typeface="Noto Sans KR"/>
              </a:defRPr>
            </a:defPPr>
            <a:lvl1pPr>
              <a:buNone/>
              <a:defRPr sz="1200" b="0">
                <a:solidFill>
                  <a:srgbClr val="9BB4C0"/>
                </a:solidFill>
                <a:latin typeface="Noto Sans KR"/>
                <a:ea typeface="Noto Sans KR"/>
                <a:cs typeface="Noto Sans KR"/>
              </a:defRPr>
            </a:lvl1pPr>
            <a:lvl2pPr>
              <a:buNone/>
              <a:defRPr sz="1200" b="0">
                <a:solidFill>
                  <a:srgbClr val="9BB4C0"/>
                </a:solidFill>
                <a:latin typeface="Noto Sans KR"/>
                <a:ea typeface="Noto Sans KR"/>
                <a:cs typeface="Noto Sans KR"/>
              </a:defRPr>
            </a:lvl2pPr>
            <a:lvl3pPr>
              <a:buNone/>
              <a:defRPr sz="1200" b="0">
                <a:solidFill>
                  <a:srgbClr val="9BB4C0"/>
                </a:solidFill>
                <a:latin typeface="Noto Sans KR"/>
                <a:ea typeface="Noto Sans KR"/>
                <a:cs typeface="Noto Sans KR"/>
              </a:defRPr>
            </a:lvl3pPr>
            <a:lvl4pPr>
              <a:buNone/>
              <a:defRPr sz="1200" b="0">
                <a:solidFill>
                  <a:srgbClr val="9BB4C0"/>
                </a:solidFill>
                <a:latin typeface="Noto Sans KR"/>
                <a:ea typeface="Noto Sans KR"/>
                <a:cs typeface="Noto Sans KR"/>
              </a:defRPr>
            </a:lvl4pPr>
            <a:lvl5pPr>
              <a:buNone/>
              <a:defRPr sz="1200" b="0">
                <a:solidFill>
                  <a:srgbClr val="9BB4C0"/>
                </a:solidFill>
                <a:latin typeface="Noto Sans KR"/>
                <a:ea typeface="Noto Sans KR"/>
                <a:cs typeface="Noto Sans KR"/>
              </a:defRPr>
            </a:lvl5pPr>
            <a:lvl6pPr>
              <a:buNone/>
              <a:defRPr sz="1200" b="0">
                <a:solidFill>
                  <a:srgbClr val="9BB4C0"/>
                </a:solidFill>
                <a:latin typeface="Noto Sans KR"/>
                <a:ea typeface="Noto Sans KR"/>
                <a:cs typeface="Noto Sans KR"/>
              </a:defRPr>
            </a:lvl6pPr>
            <a:lvl7pPr>
              <a:buNone/>
              <a:defRPr sz="1200" b="0">
                <a:solidFill>
                  <a:srgbClr val="9BB4C0"/>
                </a:solidFill>
                <a:latin typeface="Noto Sans KR"/>
                <a:ea typeface="Noto Sans KR"/>
                <a:cs typeface="Noto Sans KR"/>
              </a:defRPr>
            </a:lvl7pPr>
            <a:lvl8pPr>
              <a:buNone/>
              <a:defRPr sz="1200" b="0">
                <a:solidFill>
                  <a:srgbClr val="9BB4C0"/>
                </a:solidFill>
                <a:latin typeface="Noto Sans KR"/>
                <a:ea typeface="Noto Sans KR"/>
                <a:cs typeface="Noto Sans KR"/>
              </a:defRPr>
            </a:lvl8pPr>
            <a:lvl9pPr>
              <a:buNone/>
              <a:defRPr sz="1200" b="0">
                <a:solidFill>
                  <a:srgbClr val="9BB4C0"/>
                </a:solidFill>
                <a:latin typeface="Noto Sans KR"/>
                <a:ea typeface="Noto Sans KR"/>
                <a:cs typeface="Noto Sans KR"/>
              </a:defRPr>
            </a:lvl9pPr>
          </a:lstStyle>
          <a:p xmlns:a="http://schemas.openxmlformats.org/drawingml/2006/main">
            <a:pPr>
              <a:buNone/>
              <a:defRPr sz="1350" b="0">
                <a:solidFill>
                  <a:srgbClr val="A4DDCA"/>
                </a:solidFill>
                <a:latin typeface="Noto Sans KR"/>
                <a:ea typeface="Noto Sans KR"/>
                <a:cs typeface="Noto Sans KR"/>
              </a:defRPr>
            </a:pPr>
            <a:r>
              <a:rPr sz="1350" b="0">
                <a:solidFill>
                  <a:srgbClr val="A4DDCA"/>
                </a:solidFill>
                <a:latin typeface="Noto Sans KR"/>
                <a:ea typeface="Noto Sans KR"/>
                <a:cs typeface="Noto Sans KR"/>
              </a:rPr>
              <a:t>핵심 차별점: 개체와 관계를 나눠 검색</a:t>
            </a:r>
          </a:p>
        </p:txBody>
      </p:sp>
    </p:spTree>
    <p:extLst>
      <p:ext uri="{BB962C8B-B14F-4D97-AF65-F5344CB8AC3E}">
        <p14:creationId xmlns:p14="http://schemas.microsoft.com/office/powerpoint/2010/main" val="371560908"/>
      </p:ext>
    </p:extLst>
  </p:cSld>
</p:sld>
</file>

<file path=ppt/slides/slide22.xml><?xml version="1.0" encoding="utf-8"?>
<p:sld xmlns:p="http://schemas.openxmlformats.org/presentationml/2006/main">
  <p:cSld>
    <p:bg>
      <p:bgPr>
        <a:solidFill xmlns:a="http://schemas.openxmlformats.org/drawingml/2006/main">
          <a:srgbClr val="071824"/>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D2B20B36-B2FD-47A6-B290-8480392E182E}"/>
              </a:ext>
            </a:extLst>
          </p:cNvPr>
          <p:cNvCxnSpPr>
            <a:stCxn xmlns:a="http://schemas.openxmlformats.org/drawingml/2006/main" id="20" idx="2"/>
            <a:endCxn xmlns:a="http://schemas.openxmlformats.org/drawingml/2006/main" id="22" idx="0"/>
          </p:cNvCxnSpPr>
          <p:nvPr/>
        </p:nvCxnSpPr>
        <p:spPr>
          <a:xfrm xmlns:a="http://schemas.openxmlformats.org/drawingml/2006/main">
            <a:off x="9072563" y="463867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9D3C4D3B-697A-465A-AAA4-803058D8F170}"/>
              </a:ext>
            </a:extLst>
          </p:cNvPr>
          <p:cNvCxnSpPr>
            <a:stCxn xmlns:a="http://schemas.openxmlformats.org/drawingml/2006/main" id="18" idx="2"/>
            <a:endCxn xmlns:a="http://schemas.openxmlformats.org/drawingml/2006/main" id="20" idx="0"/>
          </p:cNvCxnSpPr>
          <p:nvPr/>
        </p:nvCxnSpPr>
        <p:spPr>
          <a:xfrm xmlns:a="http://schemas.openxmlformats.org/drawingml/2006/main">
            <a:off x="9072563" y="398145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91F59493-DBEA-41AB-8148-B550CE359A96}"/>
              </a:ext>
            </a:extLst>
          </p:cNvPr>
          <p:cNvCxnSpPr>
            <a:stCxn xmlns:a="http://schemas.openxmlformats.org/drawingml/2006/main" id="16" idx="2"/>
            <a:endCxn xmlns:a="http://schemas.openxmlformats.org/drawingml/2006/main" id="18" idx="0"/>
          </p:cNvCxnSpPr>
          <p:nvPr/>
        </p:nvCxnSpPr>
        <p:spPr>
          <a:xfrm xmlns:a="http://schemas.openxmlformats.org/drawingml/2006/main">
            <a:off x="9072563" y="332422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5197F1C5-F995-47C3-A362-01F092FF9573}"/>
              </a:ext>
            </a:extLst>
          </p:cNvPr>
          <p:cNvCxnSpPr>
            <a:stCxn xmlns:a="http://schemas.openxmlformats.org/drawingml/2006/main" id="15" idx="2"/>
            <a:endCxn xmlns:a="http://schemas.openxmlformats.org/drawingml/2006/main" id="16" idx="0"/>
          </p:cNvCxnSpPr>
          <p:nvPr/>
        </p:nvCxnSpPr>
        <p:spPr>
          <a:xfrm xmlns:a="http://schemas.openxmlformats.org/drawingml/2006/main">
            <a:off x="9072563" y="266700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EE52A0A1-16C4-4B58-A33D-2EDCF4115AD5}"/>
              </a:ext>
            </a:extLst>
          </p:cNvPr>
          <p:cNvCxnSpPr>
            <a:stCxn xmlns:a="http://schemas.openxmlformats.org/drawingml/2006/main" id="10" idx="2"/>
            <a:endCxn xmlns:a="http://schemas.openxmlformats.org/drawingml/2006/main" id="12" idx="0"/>
          </p:cNvCxnSpPr>
          <p:nvPr/>
        </p:nvCxnSpPr>
        <p:spPr>
          <a:xfrm xmlns:a="http://schemas.openxmlformats.org/drawingml/2006/main">
            <a:off x="3119438" y="463867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79F6ABEE-DE59-4D20-B67A-3905444C9DBD}"/>
              </a:ext>
            </a:extLst>
          </p:cNvPr>
          <p:cNvCxnSpPr>
            <a:stCxn xmlns:a="http://schemas.openxmlformats.org/drawingml/2006/main" id="8" idx="2"/>
            <a:endCxn xmlns:a="http://schemas.openxmlformats.org/drawingml/2006/main" id="10" idx="0"/>
          </p:cNvCxnSpPr>
          <p:nvPr/>
        </p:nvCxnSpPr>
        <p:spPr>
          <a:xfrm xmlns:a="http://schemas.openxmlformats.org/drawingml/2006/main">
            <a:off x="3119438" y="398145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6D278971-F439-4605-BE39-C0F5C2832486}"/>
              </a:ext>
            </a:extLst>
          </p:cNvPr>
          <p:cNvCxnSpPr>
            <a:stCxn xmlns:a="http://schemas.openxmlformats.org/drawingml/2006/main" id="6" idx="2"/>
            <a:endCxn xmlns:a="http://schemas.openxmlformats.org/drawingml/2006/main" id="8" idx="0"/>
          </p:cNvCxnSpPr>
          <p:nvPr/>
        </p:nvCxnSpPr>
        <p:spPr>
          <a:xfrm xmlns:a="http://schemas.openxmlformats.org/drawingml/2006/main">
            <a:off x="3119438" y="332422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085AEE04-21A4-4024-A57A-E99B22406372}"/>
              </a:ext>
            </a:extLst>
          </p:cNvPr>
          <p:cNvCxnSpPr>
            <a:stCxn xmlns:a="http://schemas.openxmlformats.org/drawingml/2006/main" id="5" idx="2"/>
            <a:endCxn xmlns:a="http://schemas.openxmlformats.org/drawingml/2006/main" id="6" idx="0"/>
          </p:cNvCxnSpPr>
          <p:nvPr/>
        </p:nvCxnSpPr>
        <p:spPr>
          <a:xfrm xmlns:a="http://schemas.openxmlformats.org/drawingml/2006/main">
            <a:off x="3119438" y="266700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sp>
        <p:nvSpPr>
          <p:cNvPr id="25" name="">
            <a:extLst xmlns:a="http://schemas.openxmlformats.org/drawingml/2006/main">
              <a:ext uri="{FF2B5EF4-FFF2-40B4-BE49-F238E27FC236}">
                <a16:creationId xmlns:a16="http://schemas.microsoft.com/office/drawing/2014/main" id="{D069C0AB-A4BE-48B0-B133-C40CD8E118B7}"/>
              </a:ext>
            </a:extLst>
          </p:cNvPr>
          <p:cNvSpPr>
            <a:spLocks xmlns:a="http://schemas.openxmlformats.org/drawingml/2006/main" noGrp="1"/>
          </p:cNvSpPr>
          <p:nvPr/>
        </p:nvSpPr>
        <p:spPr>
          <a:xfrm xmlns:a="http://schemas.openxmlformats.org/drawingml/2006/main">
            <a:off x="571500" y="285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8DE5CA"/>
                </a:solidFill>
                <a:latin typeface="Noto Sans KR"/>
                <a:ea typeface="Noto Sans KR"/>
                <a:cs typeface="Noto Sans KR"/>
              </a:defRPr>
            </a:defPPr>
            <a:lvl1pPr>
              <a:buNone/>
              <a:defRPr sz="900" b="1">
                <a:solidFill>
                  <a:srgbClr val="8DE5CA"/>
                </a:solidFill>
                <a:latin typeface="Noto Sans KR"/>
                <a:ea typeface="Noto Sans KR"/>
                <a:cs typeface="Noto Sans KR"/>
              </a:defRPr>
            </a:lvl1pPr>
            <a:lvl2pPr>
              <a:buNone/>
              <a:defRPr sz="900" b="1">
                <a:solidFill>
                  <a:srgbClr val="8DE5CA"/>
                </a:solidFill>
                <a:latin typeface="Noto Sans KR"/>
                <a:ea typeface="Noto Sans KR"/>
                <a:cs typeface="Noto Sans KR"/>
              </a:defRPr>
            </a:lvl2pPr>
            <a:lvl3pPr>
              <a:buNone/>
              <a:defRPr sz="900" b="1">
                <a:solidFill>
                  <a:srgbClr val="8DE5CA"/>
                </a:solidFill>
                <a:latin typeface="Noto Sans KR"/>
                <a:ea typeface="Noto Sans KR"/>
                <a:cs typeface="Noto Sans KR"/>
              </a:defRPr>
            </a:lvl3pPr>
            <a:lvl4pPr>
              <a:buNone/>
              <a:defRPr sz="900" b="1">
                <a:solidFill>
                  <a:srgbClr val="8DE5CA"/>
                </a:solidFill>
                <a:latin typeface="Noto Sans KR"/>
                <a:ea typeface="Noto Sans KR"/>
                <a:cs typeface="Noto Sans KR"/>
              </a:defRPr>
            </a:lvl4pPr>
            <a:lvl5pPr>
              <a:buNone/>
              <a:defRPr sz="900" b="1">
                <a:solidFill>
                  <a:srgbClr val="8DE5CA"/>
                </a:solidFill>
                <a:latin typeface="Noto Sans KR"/>
                <a:ea typeface="Noto Sans KR"/>
                <a:cs typeface="Noto Sans KR"/>
              </a:defRPr>
            </a:lvl5pPr>
            <a:lvl6pPr>
              <a:buNone/>
              <a:defRPr sz="900" b="1">
                <a:solidFill>
                  <a:srgbClr val="8DE5CA"/>
                </a:solidFill>
                <a:latin typeface="Noto Sans KR"/>
                <a:ea typeface="Noto Sans KR"/>
                <a:cs typeface="Noto Sans KR"/>
              </a:defRPr>
            </a:lvl6pPr>
            <a:lvl7pPr>
              <a:buNone/>
              <a:defRPr sz="900" b="1">
                <a:solidFill>
                  <a:srgbClr val="8DE5CA"/>
                </a:solidFill>
                <a:latin typeface="Noto Sans KR"/>
                <a:ea typeface="Noto Sans KR"/>
                <a:cs typeface="Noto Sans KR"/>
              </a:defRPr>
            </a:lvl7pPr>
            <a:lvl8pPr>
              <a:buNone/>
              <a:defRPr sz="900" b="1">
                <a:solidFill>
                  <a:srgbClr val="8DE5CA"/>
                </a:solidFill>
                <a:latin typeface="Noto Sans KR"/>
                <a:ea typeface="Noto Sans KR"/>
                <a:cs typeface="Noto Sans KR"/>
              </a:defRPr>
            </a:lvl8pPr>
            <a:lvl9pPr>
              <a:buNone/>
              <a:defRPr sz="900" b="1">
                <a:solidFill>
                  <a:srgbClr val="8DE5CA"/>
                </a:solidFill>
                <a:latin typeface="Noto Sans KR"/>
                <a:ea typeface="Noto Sans KR"/>
                <a:cs typeface="Noto Sans KR"/>
              </a:defRPr>
            </a:lvl9pPr>
          </a:lstStyle>
          <a:p xmlns:a="http://schemas.openxmlformats.org/drawingml/2006/main">
            <a:pPr>
              <a:buNone/>
              <a:defRPr sz="900" b="1">
                <a:solidFill>
                  <a:srgbClr val="8DE5CA"/>
                </a:solidFill>
                <a:latin typeface="Noto Sans KR"/>
                <a:ea typeface="Noto Sans KR"/>
                <a:cs typeface="Noto Sans KR"/>
              </a:defRPr>
            </a:pPr>
            <a:r>
              <a:rPr sz="900" b="1">
                <a:solidFill>
                  <a:srgbClr val="8DE5CA"/>
                </a:solidFill>
                <a:latin typeface="Noto Sans KR"/>
                <a:ea typeface="Noto Sans KR"/>
                <a:cs typeface="Noto Sans KR"/>
              </a:rPr>
              <a:t>02 / 개체와 연결</a:t>
            </a:r>
          </a:p>
        </p:txBody>
      </p:sp>
      <p:sp>
        <p:nvSpPr>
          <p:cNvPr id="2" name="">
            <a:extLst xmlns:a="http://schemas.openxmlformats.org/drawingml/2006/main">
              <a:ext uri="{FF2B5EF4-FFF2-40B4-BE49-F238E27FC236}">
                <a16:creationId xmlns:a16="http://schemas.microsoft.com/office/drawing/2014/main" id="{44C0E3B0-910B-451B-B36A-4DADF392A53A}"/>
              </a:ext>
            </a:extLst>
          </p:cNvPr>
          <p:cNvSpPr>
            <a:spLocks xmlns:a="http://schemas.openxmlformats.org/drawingml/2006/main" noGrp="1"/>
          </p:cNvSpPr>
          <p:nvPr/>
        </p:nvSpPr>
        <p:spPr>
          <a:xfrm xmlns:a="http://schemas.openxmlformats.org/drawingml/2006/main">
            <a:off x="571500" y="7620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EAF5F3"/>
                </a:solidFill>
                <a:latin typeface="Noto Sans KR"/>
                <a:ea typeface="Noto Sans KR"/>
                <a:cs typeface="Noto Sans KR"/>
              </a:defRPr>
            </a:defPPr>
            <a:lvl1pPr>
              <a:buNone/>
              <a:defRPr sz="2850" b="1">
                <a:solidFill>
                  <a:srgbClr val="EAF5F3"/>
                </a:solidFill>
                <a:latin typeface="Noto Sans KR"/>
                <a:ea typeface="Noto Sans KR"/>
                <a:cs typeface="Noto Sans KR"/>
              </a:defRPr>
            </a:lvl1pPr>
            <a:lvl2pPr>
              <a:buNone/>
              <a:defRPr sz="2850" b="1">
                <a:solidFill>
                  <a:srgbClr val="EAF5F3"/>
                </a:solidFill>
                <a:latin typeface="Noto Sans KR"/>
                <a:ea typeface="Noto Sans KR"/>
                <a:cs typeface="Noto Sans KR"/>
              </a:defRPr>
            </a:lvl2pPr>
            <a:lvl3pPr>
              <a:buNone/>
              <a:defRPr sz="2850" b="1">
                <a:solidFill>
                  <a:srgbClr val="EAF5F3"/>
                </a:solidFill>
                <a:latin typeface="Noto Sans KR"/>
                <a:ea typeface="Noto Sans KR"/>
                <a:cs typeface="Noto Sans KR"/>
              </a:defRPr>
            </a:lvl3pPr>
            <a:lvl4pPr>
              <a:buNone/>
              <a:defRPr sz="2850" b="1">
                <a:solidFill>
                  <a:srgbClr val="EAF5F3"/>
                </a:solidFill>
                <a:latin typeface="Noto Sans KR"/>
                <a:ea typeface="Noto Sans KR"/>
                <a:cs typeface="Noto Sans KR"/>
              </a:defRPr>
            </a:lvl4pPr>
            <a:lvl5pPr>
              <a:buNone/>
              <a:defRPr sz="2850" b="1">
                <a:solidFill>
                  <a:srgbClr val="EAF5F3"/>
                </a:solidFill>
                <a:latin typeface="Noto Sans KR"/>
                <a:ea typeface="Noto Sans KR"/>
                <a:cs typeface="Noto Sans KR"/>
              </a:defRPr>
            </a:lvl5pPr>
            <a:lvl6pPr>
              <a:buNone/>
              <a:defRPr sz="2850" b="1">
                <a:solidFill>
                  <a:srgbClr val="EAF5F3"/>
                </a:solidFill>
                <a:latin typeface="Noto Sans KR"/>
                <a:ea typeface="Noto Sans KR"/>
                <a:cs typeface="Noto Sans KR"/>
              </a:defRPr>
            </a:lvl6pPr>
            <a:lvl7pPr>
              <a:buNone/>
              <a:defRPr sz="2850" b="1">
                <a:solidFill>
                  <a:srgbClr val="EAF5F3"/>
                </a:solidFill>
                <a:latin typeface="Noto Sans KR"/>
                <a:ea typeface="Noto Sans KR"/>
                <a:cs typeface="Noto Sans KR"/>
              </a:defRPr>
            </a:lvl7pPr>
            <a:lvl8pPr>
              <a:buNone/>
              <a:defRPr sz="2850" b="1">
                <a:solidFill>
                  <a:srgbClr val="EAF5F3"/>
                </a:solidFill>
                <a:latin typeface="Noto Sans KR"/>
                <a:ea typeface="Noto Sans KR"/>
                <a:cs typeface="Noto Sans KR"/>
              </a:defRPr>
            </a:lvl8pPr>
            <a:lvl9pPr>
              <a:buNone/>
              <a:defRPr sz="2850" b="1">
                <a:solidFill>
                  <a:srgbClr val="EAF5F3"/>
                </a:solidFill>
                <a:latin typeface="Noto Sans KR"/>
                <a:ea typeface="Noto Sans KR"/>
                <a:cs typeface="Noto Sans KR"/>
              </a:defRPr>
            </a:lvl9pPr>
          </a:lstStyle>
          <a:p xmlns:a="http://schemas.openxmlformats.org/drawingml/2006/main">
            <a:pPr>
              <a:buNone/>
              <a:defRPr sz="2850" b="1">
                <a:solidFill>
                  <a:srgbClr val="EAF5F3"/>
                </a:solidFill>
                <a:latin typeface="Noto Sans KR"/>
                <a:ea typeface="Noto Sans KR"/>
                <a:cs typeface="Noto Sans KR"/>
              </a:defRPr>
            </a:pPr>
            <a:r>
              <a:rPr sz="2850" b="1">
                <a:solidFill>
                  <a:srgbClr val="EAF5F3"/>
                </a:solidFill>
                <a:latin typeface="Noto Sans KR"/>
                <a:ea typeface="Noto Sans KR"/>
                <a:cs typeface="Noto Sans KR"/>
              </a:rPr>
              <a:t>HippoRAG의 전체 처리 순서</a:t>
            </a:r>
          </a:p>
        </p:txBody>
      </p:sp>
      <p:sp>
        <p:nvSpPr>
          <p:cNvPr id="3" name="">
            <a:extLst xmlns:a="http://schemas.openxmlformats.org/drawingml/2006/main">
              <a:ext uri="{FF2B5EF4-FFF2-40B4-BE49-F238E27FC236}">
                <a16:creationId xmlns:a16="http://schemas.microsoft.com/office/drawing/2014/main" id="{E785009E-3754-4E9E-8E9C-A62E5C30A7E0}"/>
              </a:ext>
            </a:extLst>
          </p:cNvPr>
          <p:cNvSpPr>
            <a:spLocks xmlns:a="http://schemas.openxmlformats.org/drawingml/2006/main" noGrp="1"/>
          </p:cNvSpPr>
          <p:nvPr/>
        </p:nvSpPr>
        <p:spPr>
          <a:xfrm xmlns:a="http://schemas.openxmlformats.org/drawingml/2006/main">
            <a:off x="11144250" y="642937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DE5CA"/>
                </a:solidFill>
                <a:latin typeface="Noto Sans KR"/>
                <a:ea typeface="Noto Sans KR"/>
                <a:cs typeface="Noto Sans KR"/>
              </a:defRPr>
            </a:defPPr>
            <a:lvl1pPr>
              <a:buNone/>
              <a:defRPr sz="1050" b="0">
                <a:solidFill>
                  <a:srgbClr val="8DE5CA"/>
                </a:solidFill>
                <a:latin typeface="Noto Sans KR"/>
                <a:ea typeface="Noto Sans KR"/>
                <a:cs typeface="Noto Sans KR"/>
              </a:defRPr>
            </a:lvl1pPr>
            <a:lvl2pPr>
              <a:buNone/>
              <a:defRPr sz="1050" b="0">
                <a:solidFill>
                  <a:srgbClr val="8DE5CA"/>
                </a:solidFill>
                <a:latin typeface="Noto Sans KR"/>
                <a:ea typeface="Noto Sans KR"/>
                <a:cs typeface="Noto Sans KR"/>
              </a:defRPr>
            </a:lvl2pPr>
            <a:lvl3pPr>
              <a:buNone/>
              <a:defRPr sz="1050" b="0">
                <a:solidFill>
                  <a:srgbClr val="8DE5CA"/>
                </a:solidFill>
                <a:latin typeface="Noto Sans KR"/>
                <a:ea typeface="Noto Sans KR"/>
                <a:cs typeface="Noto Sans KR"/>
              </a:defRPr>
            </a:lvl3pPr>
            <a:lvl4pPr>
              <a:buNone/>
              <a:defRPr sz="1050" b="0">
                <a:solidFill>
                  <a:srgbClr val="8DE5CA"/>
                </a:solidFill>
                <a:latin typeface="Noto Sans KR"/>
                <a:ea typeface="Noto Sans KR"/>
                <a:cs typeface="Noto Sans KR"/>
              </a:defRPr>
            </a:lvl4pPr>
            <a:lvl5pPr>
              <a:buNone/>
              <a:defRPr sz="1050" b="0">
                <a:solidFill>
                  <a:srgbClr val="8DE5CA"/>
                </a:solidFill>
                <a:latin typeface="Noto Sans KR"/>
                <a:ea typeface="Noto Sans KR"/>
                <a:cs typeface="Noto Sans KR"/>
              </a:defRPr>
            </a:lvl5pPr>
            <a:lvl6pPr>
              <a:buNone/>
              <a:defRPr sz="1050" b="0">
                <a:solidFill>
                  <a:srgbClr val="8DE5CA"/>
                </a:solidFill>
                <a:latin typeface="Noto Sans KR"/>
                <a:ea typeface="Noto Sans KR"/>
                <a:cs typeface="Noto Sans KR"/>
              </a:defRPr>
            </a:lvl6pPr>
            <a:lvl7pPr>
              <a:buNone/>
              <a:defRPr sz="1050" b="0">
                <a:solidFill>
                  <a:srgbClr val="8DE5CA"/>
                </a:solidFill>
                <a:latin typeface="Noto Sans KR"/>
                <a:ea typeface="Noto Sans KR"/>
                <a:cs typeface="Noto Sans KR"/>
              </a:defRPr>
            </a:lvl7pPr>
            <a:lvl8pPr>
              <a:buNone/>
              <a:defRPr sz="1050" b="0">
                <a:solidFill>
                  <a:srgbClr val="8DE5CA"/>
                </a:solidFill>
                <a:latin typeface="Noto Sans KR"/>
                <a:ea typeface="Noto Sans KR"/>
                <a:cs typeface="Noto Sans KR"/>
              </a:defRPr>
            </a:lvl8pPr>
            <a:lvl9pPr>
              <a:buNone/>
              <a:defRPr sz="1050" b="0">
                <a:solidFill>
                  <a:srgbClr val="8DE5CA"/>
                </a:solidFill>
                <a:latin typeface="Noto Sans KR"/>
                <a:ea typeface="Noto Sans KR"/>
                <a:cs typeface="Noto Sans KR"/>
              </a:defRPr>
            </a:lvl9pPr>
          </a:lstStyle>
          <a:p xmlns:a="http://schemas.openxmlformats.org/drawingml/2006/main">
            <a:pPr>
              <a:buNone/>
              <a:defRPr sz="1050" b="0">
                <a:solidFill>
                  <a:srgbClr val="8DE5CA"/>
                </a:solidFill>
                <a:latin typeface="Noto Sans KR"/>
                <a:ea typeface="Noto Sans KR"/>
                <a:cs typeface="Noto Sans KR"/>
              </a:defRPr>
            </a:pPr>
            <a:r>
              <a:rPr sz="1050" b="0">
                <a:solidFill>
                  <a:srgbClr val="8DE5CA"/>
                </a:solidFill>
                <a:latin typeface="Noto Sans KR"/>
                <a:ea typeface="Noto Sans KR"/>
                <a:cs typeface="Noto Sans KR"/>
              </a:rPr>
              <a:t>22</a:t>
            </a:r>
          </a:p>
        </p:txBody>
      </p:sp>
      <p:sp>
        <p:nvSpPr>
          <p:cNvPr id="4" name="">
            <a:extLst xmlns:a="http://schemas.openxmlformats.org/drawingml/2006/main">
              <a:ext uri="{FF2B5EF4-FFF2-40B4-BE49-F238E27FC236}">
                <a16:creationId xmlns:a16="http://schemas.microsoft.com/office/drawing/2014/main" id="{427F4BE6-6602-4D9F-882D-B69D7290E449}"/>
              </a:ext>
            </a:extLst>
          </p:cNvPr>
          <p:cNvSpPr>
            <a:spLocks xmlns:a="http://schemas.openxmlformats.org/drawingml/2006/main" noGrp="1"/>
          </p:cNvSpPr>
          <p:nvPr/>
        </p:nvSpPr>
        <p:spPr>
          <a:xfrm xmlns:a="http://schemas.openxmlformats.org/drawingml/2006/main">
            <a:off x="571500"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EBBF3"/>
                </a:solidFill>
                <a:latin typeface="Noto Sans KR"/>
                <a:ea typeface="Noto Sans KR"/>
                <a:cs typeface="Noto Sans KR"/>
              </a:defRPr>
            </a:defPPr>
            <a:lvl1pPr>
              <a:buNone/>
              <a:defRPr sz="1275" b="1">
                <a:solidFill>
                  <a:srgbClr val="8EBBF3"/>
                </a:solidFill>
                <a:latin typeface="Noto Sans KR"/>
                <a:ea typeface="Noto Sans KR"/>
                <a:cs typeface="Noto Sans KR"/>
              </a:defRPr>
            </a:lvl1pPr>
            <a:lvl2pPr>
              <a:buNone/>
              <a:defRPr sz="1275" b="1">
                <a:solidFill>
                  <a:srgbClr val="8EBBF3"/>
                </a:solidFill>
                <a:latin typeface="Noto Sans KR"/>
                <a:ea typeface="Noto Sans KR"/>
                <a:cs typeface="Noto Sans KR"/>
              </a:defRPr>
            </a:lvl2pPr>
            <a:lvl3pPr>
              <a:buNone/>
              <a:defRPr sz="1275" b="1">
                <a:solidFill>
                  <a:srgbClr val="8EBBF3"/>
                </a:solidFill>
                <a:latin typeface="Noto Sans KR"/>
                <a:ea typeface="Noto Sans KR"/>
                <a:cs typeface="Noto Sans KR"/>
              </a:defRPr>
            </a:lvl3pPr>
            <a:lvl4pPr>
              <a:buNone/>
              <a:defRPr sz="1275" b="1">
                <a:solidFill>
                  <a:srgbClr val="8EBBF3"/>
                </a:solidFill>
                <a:latin typeface="Noto Sans KR"/>
                <a:ea typeface="Noto Sans KR"/>
                <a:cs typeface="Noto Sans KR"/>
              </a:defRPr>
            </a:lvl4pPr>
            <a:lvl5pPr>
              <a:buNone/>
              <a:defRPr sz="1275" b="1">
                <a:solidFill>
                  <a:srgbClr val="8EBBF3"/>
                </a:solidFill>
                <a:latin typeface="Noto Sans KR"/>
                <a:ea typeface="Noto Sans KR"/>
                <a:cs typeface="Noto Sans KR"/>
              </a:defRPr>
            </a:lvl5pPr>
            <a:lvl6pPr>
              <a:buNone/>
              <a:defRPr sz="1275" b="1">
                <a:solidFill>
                  <a:srgbClr val="8EBBF3"/>
                </a:solidFill>
                <a:latin typeface="Noto Sans KR"/>
                <a:ea typeface="Noto Sans KR"/>
                <a:cs typeface="Noto Sans KR"/>
              </a:defRPr>
            </a:lvl6pPr>
            <a:lvl7pPr>
              <a:buNone/>
              <a:defRPr sz="1275" b="1">
                <a:solidFill>
                  <a:srgbClr val="8EBBF3"/>
                </a:solidFill>
                <a:latin typeface="Noto Sans KR"/>
                <a:ea typeface="Noto Sans KR"/>
                <a:cs typeface="Noto Sans KR"/>
              </a:defRPr>
            </a:lvl7pPr>
            <a:lvl8pPr>
              <a:buNone/>
              <a:defRPr sz="1275" b="1">
                <a:solidFill>
                  <a:srgbClr val="8EBBF3"/>
                </a:solidFill>
                <a:latin typeface="Noto Sans KR"/>
                <a:ea typeface="Noto Sans KR"/>
                <a:cs typeface="Noto Sans KR"/>
              </a:defRPr>
            </a:lvl8pPr>
            <a:lvl9pPr>
              <a:buNone/>
              <a:defRPr sz="1275" b="1">
                <a:solidFill>
                  <a:srgbClr val="8EBBF3"/>
                </a:solidFill>
                <a:latin typeface="Noto Sans KR"/>
                <a:ea typeface="Noto Sans KR"/>
                <a:cs typeface="Noto Sans KR"/>
              </a:defRPr>
            </a:lvl9pPr>
          </a:lstStyle>
          <a:p xmlns:a="http://schemas.openxmlformats.org/drawingml/2006/main">
            <a:pPr>
              <a:buNone/>
              <a:defRPr sz="1275" b="1">
                <a:solidFill>
                  <a:srgbClr val="8EBBF3"/>
                </a:solidFill>
                <a:latin typeface="Noto Sans KR"/>
                <a:ea typeface="Noto Sans KR"/>
                <a:cs typeface="Noto Sans KR"/>
              </a:defRPr>
            </a:pPr>
            <a:r>
              <a:rPr sz="1275" b="1">
                <a:solidFill>
                  <a:srgbClr val="8EBBF3"/>
                </a:solidFill>
                <a:latin typeface="Noto Sans KR"/>
                <a:ea typeface="Noto Sans KR"/>
                <a:cs typeface="Noto Sans KR"/>
              </a:rPr>
              <a:t>문서가 들어오면 미리 준비</a:t>
            </a:r>
          </a:p>
        </p:txBody>
      </p:sp>
      <p:sp>
        <p:nvSpPr>
          <p:cNvPr id="5" name="">
            <a:extLst xmlns:a="http://schemas.openxmlformats.org/drawingml/2006/main">
              <a:ext uri="{FF2B5EF4-FFF2-40B4-BE49-F238E27FC236}">
                <a16:creationId xmlns:a16="http://schemas.microsoft.com/office/drawing/2014/main" id="{FF9D01DD-E5A7-4CC2-88E1-05A010C3597A}"/>
              </a:ext>
            </a:extLst>
          </p:cNvPr>
          <p:cNvSpPr>
            <a:spLocks xmlns:a="http://schemas.openxmlformats.org/drawingml/2006/main" noGrp="1"/>
          </p:cNvSpPr>
          <p:nvPr/>
        </p:nvSpPr>
        <p:spPr>
          <a:xfrm xmlns:a="http://schemas.openxmlformats.org/drawingml/2006/main">
            <a:off x="571500"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문서를 문단으로 나누기</a:t>
            </a:r>
          </a:p>
        </p:txBody>
      </p:sp>
      <p:sp>
        <p:nvSpPr>
          <p:cNvPr id="6" name="">
            <a:extLst xmlns:a="http://schemas.openxmlformats.org/drawingml/2006/main">
              <a:ext uri="{FF2B5EF4-FFF2-40B4-BE49-F238E27FC236}">
                <a16:creationId xmlns:a16="http://schemas.microsoft.com/office/drawing/2014/main" id="{8CADC742-52E4-4A8B-BA24-27D1DF9A84C3}"/>
              </a:ext>
            </a:extLst>
          </p:cNvPr>
          <p:cNvSpPr>
            <a:spLocks xmlns:a="http://schemas.openxmlformats.org/drawingml/2006/main" noGrp="1"/>
          </p:cNvSpPr>
          <p:nvPr/>
        </p:nvSpPr>
        <p:spPr>
          <a:xfrm xmlns:a="http://schemas.openxmlformats.org/drawingml/2006/main">
            <a:off x="571500"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문장에서 개체·관계 추출</a:t>
            </a:r>
          </a:p>
        </p:txBody>
      </p:sp>
      <p:sp>
        <p:nvSpPr>
          <p:cNvPr id="8" name="">
            <a:extLst xmlns:a="http://schemas.openxmlformats.org/drawingml/2006/main">
              <a:ext uri="{FF2B5EF4-FFF2-40B4-BE49-F238E27FC236}">
                <a16:creationId xmlns:a16="http://schemas.microsoft.com/office/drawing/2014/main" id="{1BF86C5A-495C-467A-BB48-032D0B9CA5FB}"/>
              </a:ext>
            </a:extLst>
          </p:cNvPr>
          <p:cNvSpPr>
            <a:spLocks xmlns:a="http://schemas.openxmlformats.org/drawingml/2006/main" noGrp="1"/>
          </p:cNvSpPr>
          <p:nvPr/>
        </p:nvSpPr>
        <p:spPr>
          <a:xfrm xmlns:a="http://schemas.openxmlformats.org/drawingml/2006/main">
            <a:off x="571500"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같은 의미의 개체 연결</a:t>
            </a:r>
          </a:p>
        </p:txBody>
      </p:sp>
      <p:sp>
        <p:nvSpPr>
          <p:cNvPr id="10" name="">
            <a:extLst xmlns:a="http://schemas.openxmlformats.org/drawingml/2006/main">
              <a:ext uri="{FF2B5EF4-FFF2-40B4-BE49-F238E27FC236}">
                <a16:creationId xmlns:a16="http://schemas.microsoft.com/office/drawing/2014/main" id="{C1640753-D9D2-4F2D-97E0-E144966EA095}"/>
              </a:ext>
            </a:extLst>
          </p:cNvPr>
          <p:cNvSpPr>
            <a:spLocks xmlns:a="http://schemas.openxmlformats.org/drawingml/2006/main" noGrp="1"/>
          </p:cNvSpPr>
          <p:nvPr/>
        </p:nvSpPr>
        <p:spPr>
          <a:xfrm xmlns:a="http://schemas.openxmlformats.org/drawingml/2006/main">
            <a:off x="571500"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개체와 원문 문단 연결</a:t>
            </a:r>
          </a:p>
        </p:txBody>
      </p:sp>
      <p:sp>
        <p:nvSpPr>
          <p:cNvPr id="12" name="">
            <a:extLst xmlns:a="http://schemas.openxmlformats.org/drawingml/2006/main">
              <a:ext uri="{FF2B5EF4-FFF2-40B4-BE49-F238E27FC236}">
                <a16:creationId xmlns:a16="http://schemas.microsoft.com/office/drawing/2014/main" id="{693A2ABD-AAB2-49A6-B914-BBA672A4C8C2}"/>
              </a:ext>
            </a:extLst>
          </p:cNvPr>
          <p:cNvSpPr>
            <a:spLocks xmlns:a="http://schemas.openxmlformats.org/drawingml/2006/main" noGrp="1"/>
          </p:cNvSpPr>
          <p:nvPr/>
        </p:nvSpPr>
        <p:spPr>
          <a:xfrm xmlns:a="http://schemas.openxmlformats.org/drawingml/2006/main">
            <a:off x="571500"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연결망을 검색용으로 저장</a:t>
            </a:r>
          </a:p>
        </p:txBody>
      </p:sp>
      <p:sp>
        <p:nvSpPr>
          <p:cNvPr id="14" name="">
            <a:extLst xmlns:a="http://schemas.openxmlformats.org/drawingml/2006/main">
              <a:ext uri="{FF2B5EF4-FFF2-40B4-BE49-F238E27FC236}">
                <a16:creationId xmlns:a16="http://schemas.microsoft.com/office/drawing/2014/main" id="{9875D09C-B033-4C4F-BDDB-5BC37D0C94E7}"/>
              </a:ext>
            </a:extLst>
          </p:cNvPr>
          <p:cNvSpPr>
            <a:spLocks xmlns:a="http://schemas.openxmlformats.org/drawingml/2006/main" noGrp="1"/>
          </p:cNvSpPr>
          <p:nvPr/>
        </p:nvSpPr>
        <p:spPr>
          <a:xfrm xmlns:a="http://schemas.openxmlformats.org/drawingml/2006/main">
            <a:off x="6524625"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DE5CA"/>
                </a:solidFill>
                <a:latin typeface="Noto Sans KR"/>
                <a:ea typeface="Noto Sans KR"/>
                <a:cs typeface="Noto Sans KR"/>
              </a:defRPr>
            </a:defPPr>
            <a:lvl1pPr>
              <a:buNone/>
              <a:defRPr sz="1275" b="1">
                <a:solidFill>
                  <a:srgbClr val="8DE5CA"/>
                </a:solidFill>
                <a:latin typeface="Noto Sans KR"/>
                <a:ea typeface="Noto Sans KR"/>
                <a:cs typeface="Noto Sans KR"/>
              </a:defRPr>
            </a:lvl1pPr>
            <a:lvl2pPr>
              <a:buNone/>
              <a:defRPr sz="1275" b="1">
                <a:solidFill>
                  <a:srgbClr val="8DE5CA"/>
                </a:solidFill>
                <a:latin typeface="Noto Sans KR"/>
                <a:ea typeface="Noto Sans KR"/>
                <a:cs typeface="Noto Sans KR"/>
              </a:defRPr>
            </a:lvl2pPr>
            <a:lvl3pPr>
              <a:buNone/>
              <a:defRPr sz="1275" b="1">
                <a:solidFill>
                  <a:srgbClr val="8DE5CA"/>
                </a:solidFill>
                <a:latin typeface="Noto Sans KR"/>
                <a:ea typeface="Noto Sans KR"/>
                <a:cs typeface="Noto Sans KR"/>
              </a:defRPr>
            </a:lvl3pPr>
            <a:lvl4pPr>
              <a:buNone/>
              <a:defRPr sz="1275" b="1">
                <a:solidFill>
                  <a:srgbClr val="8DE5CA"/>
                </a:solidFill>
                <a:latin typeface="Noto Sans KR"/>
                <a:ea typeface="Noto Sans KR"/>
                <a:cs typeface="Noto Sans KR"/>
              </a:defRPr>
            </a:lvl4pPr>
            <a:lvl5pPr>
              <a:buNone/>
              <a:defRPr sz="1275" b="1">
                <a:solidFill>
                  <a:srgbClr val="8DE5CA"/>
                </a:solidFill>
                <a:latin typeface="Noto Sans KR"/>
                <a:ea typeface="Noto Sans KR"/>
                <a:cs typeface="Noto Sans KR"/>
              </a:defRPr>
            </a:lvl5pPr>
            <a:lvl6pPr>
              <a:buNone/>
              <a:defRPr sz="1275" b="1">
                <a:solidFill>
                  <a:srgbClr val="8DE5CA"/>
                </a:solidFill>
                <a:latin typeface="Noto Sans KR"/>
                <a:ea typeface="Noto Sans KR"/>
                <a:cs typeface="Noto Sans KR"/>
              </a:defRPr>
            </a:lvl6pPr>
            <a:lvl7pPr>
              <a:buNone/>
              <a:defRPr sz="1275" b="1">
                <a:solidFill>
                  <a:srgbClr val="8DE5CA"/>
                </a:solidFill>
                <a:latin typeface="Noto Sans KR"/>
                <a:ea typeface="Noto Sans KR"/>
                <a:cs typeface="Noto Sans KR"/>
              </a:defRPr>
            </a:lvl7pPr>
            <a:lvl8pPr>
              <a:buNone/>
              <a:defRPr sz="1275" b="1">
                <a:solidFill>
                  <a:srgbClr val="8DE5CA"/>
                </a:solidFill>
                <a:latin typeface="Noto Sans KR"/>
                <a:ea typeface="Noto Sans KR"/>
                <a:cs typeface="Noto Sans KR"/>
              </a:defRPr>
            </a:lvl8pPr>
            <a:lvl9pPr>
              <a:buNone/>
              <a:defRPr sz="1275" b="1">
                <a:solidFill>
                  <a:srgbClr val="8DE5CA"/>
                </a:solidFill>
                <a:latin typeface="Noto Sans KR"/>
                <a:ea typeface="Noto Sans KR"/>
                <a:cs typeface="Noto Sans KR"/>
              </a:defRPr>
            </a:lvl9pPr>
          </a:lstStyle>
          <a:p xmlns:a="http://schemas.openxmlformats.org/drawingml/2006/main">
            <a:pPr>
              <a:buNone/>
              <a:defRPr sz="1275" b="1">
                <a:solidFill>
                  <a:srgbClr val="8DE5CA"/>
                </a:solidFill>
                <a:latin typeface="Noto Sans KR"/>
                <a:ea typeface="Noto Sans KR"/>
                <a:cs typeface="Noto Sans KR"/>
              </a:defRPr>
            </a:pPr>
            <a:r>
              <a:rPr sz="1275" b="1">
                <a:solidFill>
                  <a:srgbClr val="8DE5CA"/>
                </a:solidFill>
                <a:latin typeface="Noto Sans KR"/>
                <a:ea typeface="Noto Sans KR"/>
                <a:cs typeface="Noto Sans KR"/>
              </a:rPr>
              <a:t>질문이 오면 검색하고 답변</a:t>
            </a:r>
          </a:p>
        </p:txBody>
      </p:sp>
      <p:sp>
        <p:nvSpPr>
          <p:cNvPr id="15" name="">
            <a:extLst xmlns:a="http://schemas.openxmlformats.org/drawingml/2006/main">
              <a:ext uri="{FF2B5EF4-FFF2-40B4-BE49-F238E27FC236}">
                <a16:creationId xmlns:a16="http://schemas.microsoft.com/office/drawing/2014/main" id="{64E72686-6C57-4AAA-8652-DA3BB0ECE74E}"/>
              </a:ext>
            </a:extLst>
          </p:cNvPr>
          <p:cNvSpPr>
            <a:spLocks xmlns:a="http://schemas.openxmlformats.org/drawingml/2006/main" noGrp="1"/>
          </p:cNvSpPr>
          <p:nvPr/>
        </p:nvSpPr>
        <p:spPr>
          <a:xfrm xmlns:a="http://schemas.openxmlformats.org/drawingml/2006/main">
            <a:off x="6524625"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질문에서 시작 단서 추출</a:t>
            </a:r>
          </a:p>
        </p:txBody>
      </p:sp>
      <p:sp>
        <p:nvSpPr>
          <p:cNvPr id="16" name="">
            <a:extLst xmlns:a="http://schemas.openxmlformats.org/drawingml/2006/main">
              <a:ext uri="{FF2B5EF4-FFF2-40B4-BE49-F238E27FC236}">
                <a16:creationId xmlns:a16="http://schemas.microsoft.com/office/drawing/2014/main" id="{814C630F-BEE9-4693-B686-F51D1C817882}"/>
              </a:ext>
            </a:extLst>
          </p:cNvPr>
          <p:cNvSpPr>
            <a:spLocks xmlns:a="http://schemas.openxmlformats.org/drawingml/2006/main" noGrp="1"/>
          </p:cNvSpPr>
          <p:nvPr/>
        </p:nvSpPr>
        <p:spPr>
          <a:xfrm xmlns:a="http://schemas.openxmlformats.org/drawingml/2006/main">
            <a:off x="6524625"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단서를 그래프 개체와 맞추기</a:t>
            </a:r>
          </a:p>
        </p:txBody>
      </p:sp>
      <p:sp>
        <p:nvSpPr>
          <p:cNvPr id="18" name="">
            <a:extLst xmlns:a="http://schemas.openxmlformats.org/drawingml/2006/main">
              <a:ext uri="{FF2B5EF4-FFF2-40B4-BE49-F238E27FC236}">
                <a16:creationId xmlns:a16="http://schemas.microsoft.com/office/drawing/2014/main" id="{ABE77CC3-CD22-4403-A931-7029940E92E5}"/>
              </a:ext>
            </a:extLst>
          </p:cNvPr>
          <p:cNvSpPr>
            <a:spLocks xmlns:a="http://schemas.openxmlformats.org/drawingml/2006/main" noGrp="1"/>
          </p:cNvSpPr>
          <p:nvPr/>
        </p:nvSpPr>
        <p:spPr>
          <a:xfrm xmlns:a="http://schemas.openxmlformats.org/drawingml/2006/main">
            <a:off x="6524625"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PPR로 연결망 점수 계산</a:t>
            </a:r>
          </a:p>
        </p:txBody>
      </p:sp>
      <p:sp>
        <p:nvSpPr>
          <p:cNvPr id="20" name="">
            <a:extLst xmlns:a="http://schemas.openxmlformats.org/drawingml/2006/main">
              <a:ext uri="{FF2B5EF4-FFF2-40B4-BE49-F238E27FC236}">
                <a16:creationId xmlns:a16="http://schemas.microsoft.com/office/drawing/2014/main" id="{37C30F48-775F-4469-A524-CDCC9B49EEE1}"/>
              </a:ext>
            </a:extLst>
          </p:cNvPr>
          <p:cNvSpPr>
            <a:spLocks xmlns:a="http://schemas.openxmlformats.org/drawingml/2006/main" noGrp="1"/>
          </p:cNvSpPr>
          <p:nvPr/>
        </p:nvSpPr>
        <p:spPr>
          <a:xfrm xmlns:a="http://schemas.openxmlformats.org/drawingml/2006/main">
            <a:off x="6524625"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개체 점수를 원문에 반영</a:t>
            </a:r>
          </a:p>
        </p:txBody>
      </p:sp>
      <p:sp>
        <p:nvSpPr>
          <p:cNvPr id="22" name="">
            <a:extLst xmlns:a="http://schemas.openxmlformats.org/drawingml/2006/main">
              <a:ext uri="{FF2B5EF4-FFF2-40B4-BE49-F238E27FC236}">
                <a16:creationId xmlns:a16="http://schemas.microsoft.com/office/drawing/2014/main" id="{29BEE4B2-4C32-4240-8275-3D507E28B06A}"/>
              </a:ext>
            </a:extLst>
          </p:cNvPr>
          <p:cNvSpPr>
            <a:spLocks xmlns:a="http://schemas.openxmlformats.org/drawingml/2006/main" noGrp="1"/>
          </p:cNvSpPr>
          <p:nvPr/>
        </p:nvSpPr>
        <p:spPr>
          <a:xfrm xmlns:a="http://schemas.openxmlformats.org/drawingml/2006/main">
            <a:off x="6524625"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상위 원문으로 답변 작성</a:t>
            </a:r>
          </a:p>
        </p:txBody>
      </p:sp>
      <p:sp>
        <p:nvSpPr>
          <p:cNvPr id="24" name="">
            <a:extLst xmlns:a="http://schemas.openxmlformats.org/drawingml/2006/main">
              <a:ext uri="{FF2B5EF4-FFF2-40B4-BE49-F238E27FC236}">
                <a16:creationId xmlns:a16="http://schemas.microsoft.com/office/drawing/2014/main" id="{D8BFA7F7-D085-4EFA-B20B-E06BFDF5E2C7}"/>
              </a:ext>
            </a:extLst>
          </p:cNvPr>
          <p:cNvSpPr>
            <a:spLocks xmlns:a="http://schemas.openxmlformats.org/drawingml/2006/main" noGrp="1"/>
          </p:cNvSpPr>
          <p:nvPr/>
        </p:nvSpPr>
        <p:spPr>
          <a:xfrm xmlns:a="http://schemas.openxmlformats.org/drawingml/2006/main">
            <a:off x="571500" y="57340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350" b="0">
                <a:solidFill>
                  <a:srgbClr val="A4DDCA"/>
                </a:solidFill>
                <a:latin typeface="Noto Sans KR"/>
                <a:ea typeface="Noto Sans KR"/>
                <a:cs typeface="Noto Sans KR"/>
              </a:defRPr>
            </a:defPPr>
            <a:lvl1pPr>
              <a:buNone/>
              <a:defRPr sz="1200" b="0">
                <a:solidFill>
                  <a:srgbClr val="9BB4C0"/>
                </a:solidFill>
                <a:latin typeface="Noto Sans KR"/>
                <a:ea typeface="Noto Sans KR"/>
                <a:cs typeface="Noto Sans KR"/>
              </a:defRPr>
            </a:lvl1pPr>
            <a:lvl2pPr>
              <a:buNone/>
              <a:defRPr sz="1200" b="0">
                <a:solidFill>
                  <a:srgbClr val="9BB4C0"/>
                </a:solidFill>
                <a:latin typeface="Noto Sans KR"/>
                <a:ea typeface="Noto Sans KR"/>
                <a:cs typeface="Noto Sans KR"/>
              </a:defRPr>
            </a:lvl2pPr>
            <a:lvl3pPr>
              <a:buNone/>
              <a:defRPr sz="1200" b="0">
                <a:solidFill>
                  <a:srgbClr val="9BB4C0"/>
                </a:solidFill>
                <a:latin typeface="Noto Sans KR"/>
                <a:ea typeface="Noto Sans KR"/>
                <a:cs typeface="Noto Sans KR"/>
              </a:defRPr>
            </a:lvl3pPr>
            <a:lvl4pPr>
              <a:buNone/>
              <a:defRPr sz="1200" b="0">
                <a:solidFill>
                  <a:srgbClr val="9BB4C0"/>
                </a:solidFill>
                <a:latin typeface="Noto Sans KR"/>
                <a:ea typeface="Noto Sans KR"/>
                <a:cs typeface="Noto Sans KR"/>
              </a:defRPr>
            </a:lvl4pPr>
            <a:lvl5pPr>
              <a:buNone/>
              <a:defRPr sz="1200" b="0">
                <a:solidFill>
                  <a:srgbClr val="9BB4C0"/>
                </a:solidFill>
                <a:latin typeface="Noto Sans KR"/>
                <a:ea typeface="Noto Sans KR"/>
                <a:cs typeface="Noto Sans KR"/>
              </a:defRPr>
            </a:lvl5pPr>
            <a:lvl6pPr>
              <a:buNone/>
              <a:defRPr sz="1200" b="0">
                <a:solidFill>
                  <a:srgbClr val="9BB4C0"/>
                </a:solidFill>
                <a:latin typeface="Noto Sans KR"/>
                <a:ea typeface="Noto Sans KR"/>
                <a:cs typeface="Noto Sans KR"/>
              </a:defRPr>
            </a:lvl6pPr>
            <a:lvl7pPr>
              <a:buNone/>
              <a:defRPr sz="1200" b="0">
                <a:solidFill>
                  <a:srgbClr val="9BB4C0"/>
                </a:solidFill>
                <a:latin typeface="Noto Sans KR"/>
                <a:ea typeface="Noto Sans KR"/>
                <a:cs typeface="Noto Sans KR"/>
              </a:defRPr>
            </a:lvl7pPr>
            <a:lvl8pPr>
              <a:buNone/>
              <a:defRPr sz="1200" b="0">
                <a:solidFill>
                  <a:srgbClr val="9BB4C0"/>
                </a:solidFill>
                <a:latin typeface="Noto Sans KR"/>
                <a:ea typeface="Noto Sans KR"/>
                <a:cs typeface="Noto Sans KR"/>
              </a:defRPr>
            </a:lvl8pPr>
            <a:lvl9pPr>
              <a:buNone/>
              <a:defRPr sz="1200" b="0">
                <a:solidFill>
                  <a:srgbClr val="9BB4C0"/>
                </a:solidFill>
                <a:latin typeface="Noto Sans KR"/>
                <a:ea typeface="Noto Sans KR"/>
                <a:cs typeface="Noto Sans KR"/>
              </a:defRPr>
            </a:lvl9pPr>
          </a:lstStyle>
          <a:p xmlns:a="http://schemas.openxmlformats.org/drawingml/2006/main">
            <a:pPr>
              <a:buNone/>
              <a:defRPr sz="1350" b="0">
                <a:solidFill>
                  <a:srgbClr val="A4DDCA"/>
                </a:solidFill>
                <a:latin typeface="Noto Sans KR"/>
                <a:ea typeface="Noto Sans KR"/>
                <a:cs typeface="Noto Sans KR"/>
              </a:defRPr>
            </a:pPr>
            <a:r>
              <a:rPr sz="1350" b="0">
                <a:solidFill>
                  <a:srgbClr val="A4DDCA"/>
                </a:solidFill>
                <a:latin typeface="Noto Sans KR"/>
                <a:ea typeface="Noto Sans KR"/>
                <a:cs typeface="Noto Sans KR"/>
              </a:rPr>
              <a:t>핵심 차별점: 질문의 단서를 연결망에 퍼뜨리기</a:t>
            </a:r>
          </a:p>
        </p:txBody>
      </p:sp>
    </p:spTree>
    <p:extLst>
      <p:ext uri="{BB962C8B-B14F-4D97-AF65-F5344CB8AC3E}">
        <p14:creationId xmlns:p14="http://schemas.microsoft.com/office/powerpoint/2010/main" val="279070823"/>
      </p:ext>
    </p:extLst>
  </p:cSld>
</p:sld>
</file>

<file path=ppt/slides/slide23.xml><?xml version="1.0" encoding="utf-8"?>
<p:sld xmlns:p="http://schemas.openxmlformats.org/presentationml/2006/main">
  <p:cSld>
    <p:bg>
      <p:bgPr>
        <a:solidFill xmlns:a="http://schemas.openxmlformats.org/drawingml/2006/main">
          <a:srgbClr val="071824"/>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9C079360-B9FB-4CD2-BA40-BAEB83FA34F7}"/>
              </a:ext>
            </a:extLst>
          </p:cNvPr>
          <p:cNvCxnSpPr>
            <a:stCxn xmlns:a="http://schemas.openxmlformats.org/drawingml/2006/main" id="20" idx="2"/>
            <a:endCxn xmlns:a="http://schemas.openxmlformats.org/drawingml/2006/main" id="22" idx="0"/>
          </p:cNvCxnSpPr>
          <p:nvPr/>
        </p:nvCxnSpPr>
        <p:spPr>
          <a:xfrm xmlns:a="http://schemas.openxmlformats.org/drawingml/2006/main">
            <a:off x="9072563" y="463867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66B21E5F-5A30-4286-B5EA-54C7DB768AEE}"/>
              </a:ext>
            </a:extLst>
          </p:cNvPr>
          <p:cNvCxnSpPr>
            <a:stCxn xmlns:a="http://schemas.openxmlformats.org/drawingml/2006/main" id="18" idx="2"/>
            <a:endCxn xmlns:a="http://schemas.openxmlformats.org/drawingml/2006/main" id="20" idx="0"/>
          </p:cNvCxnSpPr>
          <p:nvPr/>
        </p:nvCxnSpPr>
        <p:spPr>
          <a:xfrm xmlns:a="http://schemas.openxmlformats.org/drawingml/2006/main">
            <a:off x="9072563" y="398145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A6AD6F6A-5008-41BB-AAEC-98BFB02DC8B3}"/>
              </a:ext>
            </a:extLst>
          </p:cNvPr>
          <p:cNvCxnSpPr>
            <a:stCxn xmlns:a="http://schemas.openxmlformats.org/drawingml/2006/main" id="16" idx="2"/>
            <a:endCxn xmlns:a="http://schemas.openxmlformats.org/drawingml/2006/main" id="18" idx="0"/>
          </p:cNvCxnSpPr>
          <p:nvPr/>
        </p:nvCxnSpPr>
        <p:spPr>
          <a:xfrm xmlns:a="http://schemas.openxmlformats.org/drawingml/2006/main">
            <a:off x="9072563" y="332422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7E4F4ADA-198A-4D6F-B407-DFFA5DCE3D9E}"/>
              </a:ext>
            </a:extLst>
          </p:cNvPr>
          <p:cNvCxnSpPr>
            <a:stCxn xmlns:a="http://schemas.openxmlformats.org/drawingml/2006/main" id="15" idx="2"/>
            <a:endCxn xmlns:a="http://schemas.openxmlformats.org/drawingml/2006/main" id="16" idx="0"/>
          </p:cNvCxnSpPr>
          <p:nvPr/>
        </p:nvCxnSpPr>
        <p:spPr>
          <a:xfrm xmlns:a="http://schemas.openxmlformats.org/drawingml/2006/main">
            <a:off x="9072563" y="266700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1A988CD8-E40B-49A1-BE8D-94B1EAD8EAF8}"/>
              </a:ext>
            </a:extLst>
          </p:cNvPr>
          <p:cNvCxnSpPr>
            <a:stCxn xmlns:a="http://schemas.openxmlformats.org/drawingml/2006/main" id="10" idx="2"/>
            <a:endCxn xmlns:a="http://schemas.openxmlformats.org/drawingml/2006/main" id="12" idx="0"/>
          </p:cNvCxnSpPr>
          <p:nvPr/>
        </p:nvCxnSpPr>
        <p:spPr>
          <a:xfrm xmlns:a="http://schemas.openxmlformats.org/drawingml/2006/main">
            <a:off x="3119438" y="463867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626AF2D9-B835-4246-ABAE-DC85D1C38B93}"/>
              </a:ext>
            </a:extLst>
          </p:cNvPr>
          <p:cNvCxnSpPr>
            <a:stCxn xmlns:a="http://schemas.openxmlformats.org/drawingml/2006/main" id="8" idx="2"/>
            <a:endCxn xmlns:a="http://schemas.openxmlformats.org/drawingml/2006/main" id="10" idx="0"/>
          </p:cNvCxnSpPr>
          <p:nvPr/>
        </p:nvCxnSpPr>
        <p:spPr>
          <a:xfrm xmlns:a="http://schemas.openxmlformats.org/drawingml/2006/main">
            <a:off x="3119438" y="398145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C61BDC55-7C35-49AD-995F-9F9ED917A5F3}"/>
              </a:ext>
            </a:extLst>
          </p:cNvPr>
          <p:cNvCxnSpPr>
            <a:stCxn xmlns:a="http://schemas.openxmlformats.org/drawingml/2006/main" id="6" idx="2"/>
            <a:endCxn xmlns:a="http://schemas.openxmlformats.org/drawingml/2006/main" id="8" idx="0"/>
          </p:cNvCxnSpPr>
          <p:nvPr/>
        </p:nvCxnSpPr>
        <p:spPr>
          <a:xfrm xmlns:a="http://schemas.openxmlformats.org/drawingml/2006/main">
            <a:off x="3119438" y="332422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35971959-735E-4178-9C71-8E2C7BFC9EFD}"/>
              </a:ext>
            </a:extLst>
          </p:cNvPr>
          <p:cNvCxnSpPr>
            <a:stCxn xmlns:a="http://schemas.openxmlformats.org/drawingml/2006/main" id="5" idx="2"/>
            <a:endCxn xmlns:a="http://schemas.openxmlformats.org/drawingml/2006/main" id="6" idx="0"/>
          </p:cNvCxnSpPr>
          <p:nvPr/>
        </p:nvCxnSpPr>
        <p:spPr>
          <a:xfrm xmlns:a="http://schemas.openxmlformats.org/drawingml/2006/main">
            <a:off x="3119438" y="266700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sp>
        <p:nvSpPr>
          <p:cNvPr id="25" name="">
            <a:extLst xmlns:a="http://schemas.openxmlformats.org/drawingml/2006/main">
              <a:ext uri="{FF2B5EF4-FFF2-40B4-BE49-F238E27FC236}">
                <a16:creationId xmlns:a16="http://schemas.microsoft.com/office/drawing/2014/main" id="{5D940C2F-A520-4314-A5F3-83878AFEE18D}"/>
              </a:ext>
            </a:extLst>
          </p:cNvPr>
          <p:cNvSpPr>
            <a:spLocks xmlns:a="http://schemas.openxmlformats.org/drawingml/2006/main" noGrp="1"/>
          </p:cNvSpPr>
          <p:nvPr/>
        </p:nvSpPr>
        <p:spPr>
          <a:xfrm xmlns:a="http://schemas.openxmlformats.org/drawingml/2006/main">
            <a:off x="571500" y="285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8DE5CA"/>
                </a:solidFill>
                <a:latin typeface="Noto Sans KR"/>
                <a:ea typeface="Noto Sans KR"/>
                <a:cs typeface="Noto Sans KR"/>
              </a:defRPr>
            </a:defPPr>
            <a:lvl1pPr>
              <a:buNone/>
              <a:defRPr sz="900" b="1">
                <a:solidFill>
                  <a:srgbClr val="8DE5CA"/>
                </a:solidFill>
                <a:latin typeface="Noto Sans KR"/>
                <a:ea typeface="Noto Sans KR"/>
                <a:cs typeface="Noto Sans KR"/>
              </a:defRPr>
            </a:lvl1pPr>
            <a:lvl2pPr>
              <a:buNone/>
              <a:defRPr sz="900" b="1">
                <a:solidFill>
                  <a:srgbClr val="8DE5CA"/>
                </a:solidFill>
                <a:latin typeface="Noto Sans KR"/>
                <a:ea typeface="Noto Sans KR"/>
                <a:cs typeface="Noto Sans KR"/>
              </a:defRPr>
            </a:lvl2pPr>
            <a:lvl3pPr>
              <a:buNone/>
              <a:defRPr sz="900" b="1">
                <a:solidFill>
                  <a:srgbClr val="8DE5CA"/>
                </a:solidFill>
                <a:latin typeface="Noto Sans KR"/>
                <a:ea typeface="Noto Sans KR"/>
                <a:cs typeface="Noto Sans KR"/>
              </a:defRPr>
            </a:lvl3pPr>
            <a:lvl4pPr>
              <a:buNone/>
              <a:defRPr sz="900" b="1">
                <a:solidFill>
                  <a:srgbClr val="8DE5CA"/>
                </a:solidFill>
                <a:latin typeface="Noto Sans KR"/>
                <a:ea typeface="Noto Sans KR"/>
                <a:cs typeface="Noto Sans KR"/>
              </a:defRPr>
            </a:lvl4pPr>
            <a:lvl5pPr>
              <a:buNone/>
              <a:defRPr sz="900" b="1">
                <a:solidFill>
                  <a:srgbClr val="8DE5CA"/>
                </a:solidFill>
                <a:latin typeface="Noto Sans KR"/>
                <a:ea typeface="Noto Sans KR"/>
                <a:cs typeface="Noto Sans KR"/>
              </a:defRPr>
            </a:lvl5pPr>
            <a:lvl6pPr>
              <a:buNone/>
              <a:defRPr sz="900" b="1">
                <a:solidFill>
                  <a:srgbClr val="8DE5CA"/>
                </a:solidFill>
                <a:latin typeface="Noto Sans KR"/>
                <a:ea typeface="Noto Sans KR"/>
                <a:cs typeface="Noto Sans KR"/>
              </a:defRPr>
            </a:lvl6pPr>
            <a:lvl7pPr>
              <a:buNone/>
              <a:defRPr sz="900" b="1">
                <a:solidFill>
                  <a:srgbClr val="8DE5CA"/>
                </a:solidFill>
                <a:latin typeface="Noto Sans KR"/>
                <a:ea typeface="Noto Sans KR"/>
                <a:cs typeface="Noto Sans KR"/>
              </a:defRPr>
            </a:lvl7pPr>
            <a:lvl8pPr>
              <a:buNone/>
              <a:defRPr sz="900" b="1">
                <a:solidFill>
                  <a:srgbClr val="8DE5CA"/>
                </a:solidFill>
                <a:latin typeface="Noto Sans KR"/>
                <a:ea typeface="Noto Sans KR"/>
                <a:cs typeface="Noto Sans KR"/>
              </a:defRPr>
            </a:lvl8pPr>
            <a:lvl9pPr>
              <a:buNone/>
              <a:defRPr sz="900" b="1">
                <a:solidFill>
                  <a:srgbClr val="8DE5CA"/>
                </a:solidFill>
                <a:latin typeface="Noto Sans KR"/>
                <a:ea typeface="Noto Sans KR"/>
                <a:cs typeface="Noto Sans KR"/>
              </a:defRPr>
            </a:lvl9pPr>
          </a:lstStyle>
          <a:p xmlns:a="http://schemas.openxmlformats.org/drawingml/2006/main">
            <a:pPr>
              <a:buNone/>
              <a:defRPr sz="900" b="1">
                <a:solidFill>
                  <a:srgbClr val="8DE5CA"/>
                </a:solidFill>
                <a:latin typeface="Noto Sans KR"/>
                <a:ea typeface="Noto Sans KR"/>
                <a:cs typeface="Noto Sans KR"/>
              </a:defRPr>
            </a:pPr>
            <a:r>
              <a:rPr sz="900" b="1">
                <a:solidFill>
                  <a:srgbClr val="8DE5CA"/>
                </a:solidFill>
                <a:latin typeface="Noto Sans KR"/>
                <a:ea typeface="Noto Sans KR"/>
                <a:cs typeface="Noto Sans KR"/>
              </a:rPr>
              <a:t>02 / 개체와 연결</a:t>
            </a:r>
          </a:p>
        </p:txBody>
      </p:sp>
      <p:sp>
        <p:nvSpPr>
          <p:cNvPr id="2" name="">
            <a:extLst xmlns:a="http://schemas.openxmlformats.org/drawingml/2006/main">
              <a:ext uri="{FF2B5EF4-FFF2-40B4-BE49-F238E27FC236}">
                <a16:creationId xmlns:a16="http://schemas.microsoft.com/office/drawing/2014/main" id="{8CBAB9DA-76E6-45EC-A08C-48135A58D649}"/>
              </a:ext>
            </a:extLst>
          </p:cNvPr>
          <p:cNvSpPr>
            <a:spLocks xmlns:a="http://schemas.openxmlformats.org/drawingml/2006/main" noGrp="1"/>
          </p:cNvSpPr>
          <p:nvPr/>
        </p:nvSpPr>
        <p:spPr>
          <a:xfrm xmlns:a="http://schemas.openxmlformats.org/drawingml/2006/main">
            <a:off x="571500" y="7620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EAF5F3"/>
                </a:solidFill>
                <a:latin typeface="Noto Sans KR"/>
                <a:ea typeface="Noto Sans KR"/>
                <a:cs typeface="Noto Sans KR"/>
              </a:defRPr>
            </a:defPPr>
            <a:lvl1pPr>
              <a:buNone/>
              <a:defRPr sz="2850" b="1">
                <a:solidFill>
                  <a:srgbClr val="EAF5F3"/>
                </a:solidFill>
                <a:latin typeface="Noto Sans KR"/>
                <a:ea typeface="Noto Sans KR"/>
                <a:cs typeface="Noto Sans KR"/>
              </a:defRPr>
            </a:lvl1pPr>
            <a:lvl2pPr>
              <a:buNone/>
              <a:defRPr sz="2850" b="1">
                <a:solidFill>
                  <a:srgbClr val="EAF5F3"/>
                </a:solidFill>
                <a:latin typeface="Noto Sans KR"/>
                <a:ea typeface="Noto Sans KR"/>
                <a:cs typeface="Noto Sans KR"/>
              </a:defRPr>
            </a:lvl2pPr>
            <a:lvl3pPr>
              <a:buNone/>
              <a:defRPr sz="2850" b="1">
                <a:solidFill>
                  <a:srgbClr val="EAF5F3"/>
                </a:solidFill>
                <a:latin typeface="Noto Sans KR"/>
                <a:ea typeface="Noto Sans KR"/>
                <a:cs typeface="Noto Sans KR"/>
              </a:defRPr>
            </a:lvl3pPr>
            <a:lvl4pPr>
              <a:buNone/>
              <a:defRPr sz="2850" b="1">
                <a:solidFill>
                  <a:srgbClr val="EAF5F3"/>
                </a:solidFill>
                <a:latin typeface="Noto Sans KR"/>
                <a:ea typeface="Noto Sans KR"/>
                <a:cs typeface="Noto Sans KR"/>
              </a:defRPr>
            </a:lvl4pPr>
            <a:lvl5pPr>
              <a:buNone/>
              <a:defRPr sz="2850" b="1">
                <a:solidFill>
                  <a:srgbClr val="EAF5F3"/>
                </a:solidFill>
                <a:latin typeface="Noto Sans KR"/>
                <a:ea typeface="Noto Sans KR"/>
                <a:cs typeface="Noto Sans KR"/>
              </a:defRPr>
            </a:lvl5pPr>
            <a:lvl6pPr>
              <a:buNone/>
              <a:defRPr sz="2850" b="1">
                <a:solidFill>
                  <a:srgbClr val="EAF5F3"/>
                </a:solidFill>
                <a:latin typeface="Noto Sans KR"/>
                <a:ea typeface="Noto Sans KR"/>
                <a:cs typeface="Noto Sans KR"/>
              </a:defRPr>
            </a:lvl6pPr>
            <a:lvl7pPr>
              <a:buNone/>
              <a:defRPr sz="2850" b="1">
                <a:solidFill>
                  <a:srgbClr val="EAF5F3"/>
                </a:solidFill>
                <a:latin typeface="Noto Sans KR"/>
                <a:ea typeface="Noto Sans KR"/>
                <a:cs typeface="Noto Sans KR"/>
              </a:defRPr>
            </a:lvl7pPr>
            <a:lvl8pPr>
              <a:buNone/>
              <a:defRPr sz="2850" b="1">
                <a:solidFill>
                  <a:srgbClr val="EAF5F3"/>
                </a:solidFill>
                <a:latin typeface="Noto Sans KR"/>
                <a:ea typeface="Noto Sans KR"/>
                <a:cs typeface="Noto Sans KR"/>
              </a:defRPr>
            </a:lvl8pPr>
            <a:lvl9pPr>
              <a:buNone/>
              <a:defRPr sz="2850" b="1">
                <a:solidFill>
                  <a:srgbClr val="EAF5F3"/>
                </a:solidFill>
                <a:latin typeface="Noto Sans KR"/>
                <a:ea typeface="Noto Sans KR"/>
                <a:cs typeface="Noto Sans KR"/>
              </a:defRPr>
            </a:lvl9pPr>
          </a:lstStyle>
          <a:p xmlns:a="http://schemas.openxmlformats.org/drawingml/2006/main">
            <a:pPr>
              <a:buNone/>
              <a:defRPr sz="2850" b="1">
                <a:solidFill>
                  <a:srgbClr val="EAF5F3"/>
                </a:solidFill>
                <a:latin typeface="Noto Sans KR"/>
                <a:ea typeface="Noto Sans KR"/>
                <a:cs typeface="Noto Sans KR"/>
              </a:defRPr>
            </a:pPr>
            <a:r>
              <a:rPr sz="2850" b="1">
                <a:solidFill>
                  <a:srgbClr val="EAF5F3"/>
                </a:solidFill>
                <a:latin typeface="Noto Sans KR"/>
                <a:ea typeface="Noto Sans KR"/>
                <a:cs typeface="Noto Sans KR"/>
              </a:rPr>
              <a:t>HippoRAG 2의 전체 처리 순서</a:t>
            </a:r>
          </a:p>
        </p:txBody>
      </p:sp>
      <p:sp>
        <p:nvSpPr>
          <p:cNvPr id="3" name="">
            <a:extLst xmlns:a="http://schemas.openxmlformats.org/drawingml/2006/main">
              <a:ext uri="{FF2B5EF4-FFF2-40B4-BE49-F238E27FC236}">
                <a16:creationId xmlns:a16="http://schemas.microsoft.com/office/drawing/2014/main" id="{D656E660-8B6B-4A44-A289-67A945C02C94}"/>
              </a:ext>
            </a:extLst>
          </p:cNvPr>
          <p:cNvSpPr>
            <a:spLocks xmlns:a="http://schemas.openxmlformats.org/drawingml/2006/main" noGrp="1"/>
          </p:cNvSpPr>
          <p:nvPr/>
        </p:nvSpPr>
        <p:spPr>
          <a:xfrm xmlns:a="http://schemas.openxmlformats.org/drawingml/2006/main">
            <a:off x="11144250" y="642937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DE5CA"/>
                </a:solidFill>
                <a:latin typeface="Noto Sans KR"/>
                <a:ea typeface="Noto Sans KR"/>
                <a:cs typeface="Noto Sans KR"/>
              </a:defRPr>
            </a:defPPr>
            <a:lvl1pPr>
              <a:buNone/>
              <a:defRPr sz="1050" b="0">
                <a:solidFill>
                  <a:srgbClr val="8DE5CA"/>
                </a:solidFill>
                <a:latin typeface="Noto Sans KR"/>
                <a:ea typeface="Noto Sans KR"/>
                <a:cs typeface="Noto Sans KR"/>
              </a:defRPr>
            </a:lvl1pPr>
            <a:lvl2pPr>
              <a:buNone/>
              <a:defRPr sz="1050" b="0">
                <a:solidFill>
                  <a:srgbClr val="8DE5CA"/>
                </a:solidFill>
                <a:latin typeface="Noto Sans KR"/>
                <a:ea typeface="Noto Sans KR"/>
                <a:cs typeface="Noto Sans KR"/>
              </a:defRPr>
            </a:lvl2pPr>
            <a:lvl3pPr>
              <a:buNone/>
              <a:defRPr sz="1050" b="0">
                <a:solidFill>
                  <a:srgbClr val="8DE5CA"/>
                </a:solidFill>
                <a:latin typeface="Noto Sans KR"/>
                <a:ea typeface="Noto Sans KR"/>
                <a:cs typeface="Noto Sans KR"/>
              </a:defRPr>
            </a:lvl3pPr>
            <a:lvl4pPr>
              <a:buNone/>
              <a:defRPr sz="1050" b="0">
                <a:solidFill>
                  <a:srgbClr val="8DE5CA"/>
                </a:solidFill>
                <a:latin typeface="Noto Sans KR"/>
                <a:ea typeface="Noto Sans KR"/>
                <a:cs typeface="Noto Sans KR"/>
              </a:defRPr>
            </a:lvl4pPr>
            <a:lvl5pPr>
              <a:buNone/>
              <a:defRPr sz="1050" b="0">
                <a:solidFill>
                  <a:srgbClr val="8DE5CA"/>
                </a:solidFill>
                <a:latin typeface="Noto Sans KR"/>
                <a:ea typeface="Noto Sans KR"/>
                <a:cs typeface="Noto Sans KR"/>
              </a:defRPr>
            </a:lvl5pPr>
            <a:lvl6pPr>
              <a:buNone/>
              <a:defRPr sz="1050" b="0">
                <a:solidFill>
                  <a:srgbClr val="8DE5CA"/>
                </a:solidFill>
                <a:latin typeface="Noto Sans KR"/>
                <a:ea typeface="Noto Sans KR"/>
                <a:cs typeface="Noto Sans KR"/>
              </a:defRPr>
            </a:lvl6pPr>
            <a:lvl7pPr>
              <a:buNone/>
              <a:defRPr sz="1050" b="0">
                <a:solidFill>
                  <a:srgbClr val="8DE5CA"/>
                </a:solidFill>
                <a:latin typeface="Noto Sans KR"/>
                <a:ea typeface="Noto Sans KR"/>
                <a:cs typeface="Noto Sans KR"/>
              </a:defRPr>
            </a:lvl7pPr>
            <a:lvl8pPr>
              <a:buNone/>
              <a:defRPr sz="1050" b="0">
                <a:solidFill>
                  <a:srgbClr val="8DE5CA"/>
                </a:solidFill>
                <a:latin typeface="Noto Sans KR"/>
                <a:ea typeface="Noto Sans KR"/>
                <a:cs typeface="Noto Sans KR"/>
              </a:defRPr>
            </a:lvl8pPr>
            <a:lvl9pPr>
              <a:buNone/>
              <a:defRPr sz="1050" b="0">
                <a:solidFill>
                  <a:srgbClr val="8DE5CA"/>
                </a:solidFill>
                <a:latin typeface="Noto Sans KR"/>
                <a:ea typeface="Noto Sans KR"/>
                <a:cs typeface="Noto Sans KR"/>
              </a:defRPr>
            </a:lvl9pPr>
          </a:lstStyle>
          <a:p xmlns:a="http://schemas.openxmlformats.org/drawingml/2006/main">
            <a:pPr>
              <a:buNone/>
              <a:defRPr sz="1050" b="0">
                <a:solidFill>
                  <a:srgbClr val="8DE5CA"/>
                </a:solidFill>
                <a:latin typeface="Noto Sans KR"/>
                <a:ea typeface="Noto Sans KR"/>
                <a:cs typeface="Noto Sans KR"/>
              </a:defRPr>
            </a:pPr>
            <a:r>
              <a:rPr sz="1050" b="0">
                <a:solidFill>
                  <a:srgbClr val="8DE5CA"/>
                </a:solidFill>
                <a:latin typeface="Noto Sans KR"/>
                <a:ea typeface="Noto Sans KR"/>
                <a:cs typeface="Noto Sans KR"/>
              </a:rPr>
              <a:t>23</a:t>
            </a:r>
          </a:p>
        </p:txBody>
      </p:sp>
      <p:sp>
        <p:nvSpPr>
          <p:cNvPr id="4" name="">
            <a:extLst xmlns:a="http://schemas.openxmlformats.org/drawingml/2006/main">
              <a:ext uri="{FF2B5EF4-FFF2-40B4-BE49-F238E27FC236}">
                <a16:creationId xmlns:a16="http://schemas.microsoft.com/office/drawing/2014/main" id="{176461B3-109B-4F49-8EFF-2368BFCA6D7B}"/>
              </a:ext>
            </a:extLst>
          </p:cNvPr>
          <p:cNvSpPr>
            <a:spLocks xmlns:a="http://schemas.openxmlformats.org/drawingml/2006/main" noGrp="1"/>
          </p:cNvSpPr>
          <p:nvPr/>
        </p:nvSpPr>
        <p:spPr>
          <a:xfrm xmlns:a="http://schemas.openxmlformats.org/drawingml/2006/main">
            <a:off x="571500"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EBBF3"/>
                </a:solidFill>
                <a:latin typeface="Noto Sans KR"/>
                <a:ea typeface="Noto Sans KR"/>
                <a:cs typeface="Noto Sans KR"/>
              </a:defRPr>
            </a:defPPr>
            <a:lvl1pPr>
              <a:buNone/>
              <a:defRPr sz="1275" b="1">
                <a:solidFill>
                  <a:srgbClr val="8EBBF3"/>
                </a:solidFill>
                <a:latin typeface="Noto Sans KR"/>
                <a:ea typeface="Noto Sans KR"/>
                <a:cs typeface="Noto Sans KR"/>
              </a:defRPr>
            </a:lvl1pPr>
            <a:lvl2pPr>
              <a:buNone/>
              <a:defRPr sz="1275" b="1">
                <a:solidFill>
                  <a:srgbClr val="8EBBF3"/>
                </a:solidFill>
                <a:latin typeface="Noto Sans KR"/>
                <a:ea typeface="Noto Sans KR"/>
                <a:cs typeface="Noto Sans KR"/>
              </a:defRPr>
            </a:lvl2pPr>
            <a:lvl3pPr>
              <a:buNone/>
              <a:defRPr sz="1275" b="1">
                <a:solidFill>
                  <a:srgbClr val="8EBBF3"/>
                </a:solidFill>
                <a:latin typeface="Noto Sans KR"/>
                <a:ea typeface="Noto Sans KR"/>
                <a:cs typeface="Noto Sans KR"/>
              </a:defRPr>
            </a:lvl3pPr>
            <a:lvl4pPr>
              <a:buNone/>
              <a:defRPr sz="1275" b="1">
                <a:solidFill>
                  <a:srgbClr val="8EBBF3"/>
                </a:solidFill>
                <a:latin typeface="Noto Sans KR"/>
                <a:ea typeface="Noto Sans KR"/>
                <a:cs typeface="Noto Sans KR"/>
              </a:defRPr>
            </a:lvl4pPr>
            <a:lvl5pPr>
              <a:buNone/>
              <a:defRPr sz="1275" b="1">
                <a:solidFill>
                  <a:srgbClr val="8EBBF3"/>
                </a:solidFill>
                <a:latin typeface="Noto Sans KR"/>
                <a:ea typeface="Noto Sans KR"/>
                <a:cs typeface="Noto Sans KR"/>
              </a:defRPr>
            </a:lvl5pPr>
            <a:lvl6pPr>
              <a:buNone/>
              <a:defRPr sz="1275" b="1">
                <a:solidFill>
                  <a:srgbClr val="8EBBF3"/>
                </a:solidFill>
                <a:latin typeface="Noto Sans KR"/>
                <a:ea typeface="Noto Sans KR"/>
                <a:cs typeface="Noto Sans KR"/>
              </a:defRPr>
            </a:lvl6pPr>
            <a:lvl7pPr>
              <a:buNone/>
              <a:defRPr sz="1275" b="1">
                <a:solidFill>
                  <a:srgbClr val="8EBBF3"/>
                </a:solidFill>
                <a:latin typeface="Noto Sans KR"/>
                <a:ea typeface="Noto Sans KR"/>
                <a:cs typeface="Noto Sans KR"/>
              </a:defRPr>
            </a:lvl7pPr>
            <a:lvl8pPr>
              <a:buNone/>
              <a:defRPr sz="1275" b="1">
                <a:solidFill>
                  <a:srgbClr val="8EBBF3"/>
                </a:solidFill>
                <a:latin typeface="Noto Sans KR"/>
                <a:ea typeface="Noto Sans KR"/>
                <a:cs typeface="Noto Sans KR"/>
              </a:defRPr>
            </a:lvl8pPr>
            <a:lvl9pPr>
              <a:buNone/>
              <a:defRPr sz="1275" b="1">
                <a:solidFill>
                  <a:srgbClr val="8EBBF3"/>
                </a:solidFill>
                <a:latin typeface="Noto Sans KR"/>
                <a:ea typeface="Noto Sans KR"/>
                <a:cs typeface="Noto Sans KR"/>
              </a:defRPr>
            </a:lvl9pPr>
          </a:lstStyle>
          <a:p xmlns:a="http://schemas.openxmlformats.org/drawingml/2006/main">
            <a:pPr>
              <a:buNone/>
              <a:defRPr sz="1275" b="1">
                <a:solidFill>
                  <a:srgbClr val="8EBBF3"/>
                </a:solidFill>
                <a:latin typeface="Noto Sans KR"/>
                <a:ea typeface="Noto Sans KR"/>
                <a:cs typeface="Noto Sans KR"/>
              </a:defRPr>
            </a:pPr>
            <a:r>
              <a:rPr sz="1275" b="1">
                <a:solidFill>
                  <a:srgbClr val="8EBBF3"/>
                </a:solidFill>
                <a:latin typeface="Noto Sans KR"/>
                <a:ea typeface="Noto Sans KR"/>
                <a:cs typeface="Noto Sans KR"/>
              </a:rPr>
              <a:t>문서가 들어오면 미리 준비</a:t>
            </a:r>
          </a:p>
        </p:txBody>
      </p:sp>
      <p:sp>
        <p:nvSpPr>
          <p:cNvPr id="5" name="">
            <a:extLst xmlns:a="http://schemas.openxmlformats.org/drawingml/2006/main">
              <a:ext uri="{FF2B5EF4-FFF2-40B4-BE49-F238E27FC236}">
                <a16:creationId xmlns:a16="http://schemas.microsoft.com/office/drawing/2014/main" id="{EF5A31AC-5228-42CF-9BC9-441518CE1D57}"/>
              </a:ext>
            </a:extLst>
          </p:cNvPr>
          <p:cNvSpPr>
            <a:spLocks xmlns:a="http://schemas.openxmlformats.org/drawingml/2006/main" noGrp="1"/>
          </p:cNvSpPr>
          <p:nvPr/>
        </p:nvSpPr>
        <p:spPr>
          <a:xfrm xmlns:a="http://schemas.openxmlformats.org/drawingml/2006/main">
            <a:off x="571500"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개념 표현과 관계 추출</a:t>
            </a:r>
          </a:p>
        </p:txBody>
      </p:sp>
      <p:sp>
        <p:nvSpPr>
          <p:cNvPr id="6" name="">
            <a:extLst xmlns:a="http://schemas.openxmlformats.org/drawingml/2006/main">
              <a:ext uri="{FF2B5EF4-FFF2-40B4-BE49-F238E27FC236}">
                <a16:creationId xmlns:a16="http://schemas.microsoft.com/office/drawing/2014/main" id="{685367B9-0FFF-4394-B44D-5DFF0ED22C71}"/>
              </a:ext>
            </a:extLst>
          </p:cNvPr>
          <p:cNvSpPr>
            <a:spLocks xmlns:a="http://schemas.openxmlformats.org/drawingml/2006/main" noGrp="1"/>
          </p:cNvSpPr>
          <p:nvPr/>
        </p:nvSpPr>
        <p:spPr>
          <a:xfrm xmlns:a="http://schemas.openxmlformats.org/drawingml/2006/main">
            <a:off x="571500"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비슷한 개념 표현 연결</a:t>
            </a:r>
          </a:p>
        </p:txBody>
      </p:sp>
      <p:sp>
        <p:nvSpPr>
          <p:cNvPr id="8" name="">
            <a:extLst xmlns:a="http://schemas.openxmlformats.org/drawingml/2006/main">
              <a:ext uri="{FF2B5EF4-FFF2-40B4-BE49-F238E27FC236}">
                <a16:creationId xmlns:a16="http://schemas.microsoft.com/office/drawing/2014/main" id="{6CEE1FE8-A05B-418E-A286-EFCADB6105EC}"/>
              </a:ext>
            </a:extLst>
          </p:cNvPr>
          <p:cNvSpPr>
            <a:spLocks xmlns:a="http://schemas.openxmlformats.org/drawingml/2006/main" noGrp="1"/>
          </p:cNvSpPr>
          <p:nvPr/>
        </p:nvSpPr>
        <p:spPr>
          <a:xfrm xmlns:a="http://schemas.openxmlformats.org/drawingml/2006/main">
            <a:off x="571500"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원문 문단도 그래프에 연결</a:t>
            </a:r>
          </a:p>
        </p:txBody>
      </p:sp>
      <p:sp>
        <p:nvSpPr>
          <p:cNvPr id="10" name="">
            <a:extLst xmlns:a="http://schemas.openxmlformats.org/drawingml/2006/main">
              <a:ext uri="{FF2B5EF4-FFF2-40B4-BE49-F238E27FC236}">
                <a16:creationId xmlns:a16="http://schemas.microsoft.com/office/drawing/2014/main" id="{6B7CFD9F-EB02-4C6A-A899-08553063DFF7}"/>
              </a:ext>
            </a:extLst>
          </p:cNvPr>
          <p:cNvSpPr>
            <a:spLocks xmlns:a="http://schemas.openxmlformats.org/drawingml/2006/main" noGrp="1"/>
          </p:cNvSpPr>
          <p:nvPr/>
        </p:nvSpPr>
        <p:spPr>
          <a:xfrm xmlns:a="http://schemas.openxmlformats.org/drawingml/2006/main">
            <a:off x="571500"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개념·문단의 벡터 저장</a:t>
            </a:r>
          </a:p>
        </p:txBody>
      </p:sp>
      <p:sp>
        <p:nvSpPr>
          <p:cNvPr id="12" name="">
            <a:extLst xmlns:a="http://schemas.openxmlformats.org/drawingml/2006/main">
              <a:ext uri="{FF2B5EF4-FFF2-40B4-BE49-F238E27FC236}">
                <a16:creationId xmlns:a16="http://schemas.microsoft.com/office/drawing/2014/main" id="{A376CC4D-AF9D-4550-8923-DE3581452303}"/>
              </a:ext>
            </a:extLst>
          </p:cNvPr>
          <p:cNvSpPr>
            <a:spLocks xmlns:a="http://schemas.openxmlformats.org/drawingml/2006/main" noGrp="1"/>
          </p:cNvSpPr>
          <p:nvPr/>
        </p:nvSpPr>
        <p:spPr>
          <a:xfrm xmlns:a="http://schemas.openxmlformats.org/drawingml/2006/main">
            <a:off x="571500"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문맥을 포함한 그래프 저장</a:t>
            </a:r>
          </a:p>
        </p:txBody>
      </p:sp>
      <p:sp>
        <p:nvSpPr>
          <p:cNvPr id="14" name="">
            <a:extLst xmlns:a="http://schemas.openxmlformats.org/drawingml/2006/main">
              <a:ext uri="{FF2B5EF4-FFF2-40B4-BE49-F238E27FC236}">
                <a16:creationId xmlns:a16="http://schemas.microsoft.com/office/drawing/2014/main" id="{8F6EE4B8-5CAD-4518-8847-5F90278B2F9B}"/>
              </a:ext>
            </a:extLst>
          </p:cNvPr>
          <p:cNvSpPr>
            <a:spLocks xmlns:a="http://schemas.openxmlformats.org/drawingml/2006/main" noGrp="1"/>
          </p:cNvSpPr>
          <p:nvPr/>
        </p:nvSpPr>
        <p:spPr>
          <a:xfrm xmlns:a="http://schemas.openxmlformats.org/drawingml/2006/main">
            <a:off x="6524625"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DE5CA"/>
                </a:solidFill>
                <a:latin typeface="Noto Sans KR"/>
                <a:ea typeface="Noto Sans KR"/>
                <a:cs typeface="Noto Sans KR"/>
              </a:defRPr>
            </a:defPPr>
            <a:lvl1pPr>
              <a:buNone/>
              <a:defRPr sz="1275" b="1">
                <a:solidFill>
                  <a:srgbClr val="8DE5CA"/>
                </a:solidFill>
                <a:latin typeface="Noto Sans KR"/>
                <a:ea typeface="Noto Sans KR"/>
                <a:cs typeface="Noto Sans KR"/>
              </a:defRPr>
            </a:lvl1pPr>
            <a:lvl2pPr>
              <a:buNone/>
              <a:defRPr sz="1275" b="1">
                <a:solidFill>
                  <a:srgbClr val="8DE5CA"/>
                </a:solidFill>
                <a:latin typeface="Noto Sans KR"/>
                <a:ea typeface="Noto Sans KR"/>
                <a:cs typeface="Noto Sans KR"/>
              </a:defRPr>
            </a:lvl2pPr>
            <a:lvl3pPr>
              <a:buNone/>
              <a:defRPr sz="1275" b="1">
                <a:solidFill>
                  <a:srgbClr val="8DE5CA"/>
                </a:solidFill>
                <a:latin typeface="Noto Sans KR"/>
                <a:ea typeface="Noto Sans KR"/>
                <a:cs typeface="Noto Sans KR"/>
              </a:defRPr>
            </a:lvl3pPr>
            <a:lvl4pPr>
              <a:buNone/>
              <a:defRPr sz="1275" b="1">
                <a:solidFill>
                  <a:srgbClr val="8DE5CA"/>
                </a:solidFill>
                <a:latin typeface="Noto Sans KR"/>
                <a:ea typeface="Noto Sans KR"/>
                <a:cs typeface="Noto Sans KR"/>
              </a:defRPr>
            </a:lvl4pPr>
            <a:lvl5pPr>
              <a:buNone/>
              <a:defRPr sz="1275" b="1">
                <a:solidFill>
                  <a:srgbClr val="8DE5CA"/>
                </a:solidFill>
                <a:latin typeface="Noto Sans KR"/>
                <a:ea typeface="Noto Sans KR"/>
                <a:cs typeface="Noto Sans KR"/>
              </a:defRPr>
            </a:lvl5pPr>
            <a:lvl6pPr>
              <a:buNone/>
              <a:defRPr sz="1275" b="1">
                <a:solidFill>
                  <a:srgbClr val="8DE5CA"/>
                </a:solidFill>
                <a:latin typeface="Noto Sans KR"/>
                <a:ea typeface="Noto Sans KR"/>
                <a:cs typeface="Noto Sans KR"/>
              </a:defRPr>
            </a:lvl6pPr>
            <a:lvl7pPr>
              <a:buNone/>
              <a:defRPr sz="1275" b="1">
                <a:solidFill>
                  <a:srgbClr val="8DE5CA"/>
                </a:solidFill>
                <a:latin typeface="Noto Sans KR"/>
                <a:ea typeface="Noto Sans KR"/>
                <a:cs typeface="Noto Sans KR"/>
              </a:defRPr>
            </a:lvl7pPr>
            <a:lvl8pPr>
              <a:buNone/>
              <a:defRPr sz="1275" b="1">
                <a:solidFill>
                  <a:srgbClr val="8DE5CA"/>
                </a:solidFill>
                <a:latin typeface="Noto Sans KR"/>
                <a:ea typeface="Noto Sans KR"/>
                <a:cs typeface="Noto Sans KR"/>
              </a:defRPr>
            </a:lvl8pPr>
            <a:lvl9pPr>
              <a:buNone/>
              <a:defRPr sz="1275" b="1">
                <a:solidFill>
                  <a:srgbClr val="8DE5CA"/>
                </a:solidFill>
                <a:latin typeface="Noto Sans KR"/>
                <a:ea typeface="Noto Sans KR"/>
                <a:cs typeface="Noto Sans KR"/>
              </a:defRPr>
            </a:lvl9pPr>
          </a:lstStyle>
          <a:p xmlns:a="http://schemas.openxmlformats.org/drawingml/2006/main">
            <a:pPr>
              <a:buNone/>
              <a:defRPr sz="1275" b="1">
                <a:solidFill>
                  <a:srgbClr val="8DE5CA"/>
                </a:solidFill>
                <a:latin typeface="Noto Sans KR"/>
                <a:ea typeface="Noto Sans KR"/>
                <a:cs typeface="Noto Sans KR"/>
              </a:defRPr>
            </a:pPr>
            <a:r>
              <a:rPr sz="1275" b="1">
                <a:solidFill>
                  <a:srgbClr val="8DE5CA"/>
                </a:solidFill>
                <a:latin typeface="Noto Sans KR"/>
                <a:ea typeface="Noto Sans KR"/>
                <a:cs typeface="Noto Sans KR"/>
              </a:rPr>
              <a:t>질문이 오면 검색하고 답변</a:t>
            </a:r>
          </a:p>
        </p:txBody>
      </p:sp>
      <p:sp>
        <p:nvSpPr>
          <p:cNvPr id="15" name="">
            <a:extLst xmlns:a="http://schemas.openxmlformats.org/drawingml/2006/main">
              <a:ext uri="{FF2B5EF4-FFF2-40B4-BE49-F238E27FC236}">
                <a16:creationId xmlns:a16="http://schemas.microsoft.com/office/drawing/2014/main" id="{8D5347E2-803E-4161-83B4-CBAD4CE0596B}"/>
              </a:ext>
            </a:extLst>
          </p:cNvPr>
          <p:cNvSpPr>
            <a:spLocks xmlns:a="http://schemas.openxmlformats.org/drawingml/2006/main" noGrp="1"/>
          </p:cNvSpPr>
          <p:nvPr/>
        </p:nvSpPr>
        <p:spPr>
          <a:xfrm xmlns:a="http://schemas.openxmlformats.org/drawingml/2006/main">
            <a:off x="6524625"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관련 관계 후보 찾기</a:t>
            </a:r>
          </a:p>
        </p:txBody>
      </p:sp>
      <p:sp>
        <p:nvSpPr>
          <p:cNvPr id="16" name="">
            <a:extLst xmlns:a="http://schemas.openxmlformats.org/drawingml/2006/main">
              <a:ext uri="{FF2B5EF4-FFF2-40B4-BE49-F238E27FC236}">
                <a16:creationId xmlns:a16="http://schemas.microsoft.com/office/drawing/2014/main" id="{6A9DAB1F-5B2B-4471-B7F2-6B984116DFD8}"/>
              </a:ext>
            </a:extLst>
          </p:cNvPr>
          <p:cNvSpPr>
            <a:spLocks xmlns:a="http://schemas.openxmlformats.org/drawingml/2006/main" noGrp="1"/>
          </p:cNvSpPr>
          <p:nvPr/>
        </p:nvSpPr>
        <p:spPr>
          <a:xfrm xmlns:a="http://schemas.openxmlformats.org/drawingml/2006/main">
            <a:off x="6524625"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LLM으로 관련 후보 걸러내기</a:t>
            </a:r>
          </a:p>
        </p:txBody>
      </p:sp>
      <p:sp>
        <p:nvSpPr>
          <p:cNvPr id="18" name="">
            <a:extLst xmlns:a="http://schemas.openxmlformats.org/drawingml/2006/main">
              <a:ext uri="{FF2B5EF4-FFF2-40B4-BE49-F238E27FC236}">
                <a16:creationId xmlns:a16="http://schemas.microsoft.com/office/drawing/2014/main" id="{A7A4D3BE-B64C-40F8-B790-EE7141E96391}"/>
              </a:ext>
            </a:extLst>
          </p:cNvPr>
          <p:cNvSpPr>
            <a:spLocks xmlns:a="http://schemas.openxmlformats.org/drawingml/2006/main" noGrp="1"/>
          </p:cNvSpPr>
          <p:nvPr/>
        </p:nvSpPr>
        <p:spPr>
          <a:xfrm xmlns:a="http://schemas.openxmlformats.org/drawingml/2006/main">
            <a:off x="6524625"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관계·원문에서 출발점 정하기</a:t>
            </a:r>
          </a:p>
        </p:txBody>
      </p:sp>
      <p:sp>
        <p:nvSpPr>
          <p:cNvPr id="20" name="">
            <a:extLst xmlns:a="http://schemas.openxmlformats.org/drawingml/2006/main">
              <a:ext uri="{FF2B5EF4-FFF2-40B4-BE49-F238E27FC236}">
                <a16:creationId xmlns:a16="http://schemas.microsoft.com/office/drawing/2014/main" id="{DC03BD94-5006-4DD9-BFB2-EBBB81D9D64D}"/>
              </a:ext>
            </a:extLst>
          </p:cNvPr>
          <p:cNvSpPr>
            <a:spLocks xmlns:a="http://schemas.openxmlformats.org/drawingml/2006/main" noGrp="1"/>
          </p:cNvSpPr>
          <p:nvPr/>
        </p:nvSpPr>
        <p:spPr>
          <a:xfrm xmlns:a="http://schemas.openxmlformats.org/drawingml/2006/main">
            <a:off x="6524625"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통합 그래프에 PPR 적용</a:t>
            </a:r>
          </a:p>
        </p:txBody>
      </p:sp>
      <p:sp>
        <p:nvSpPr>
          <p:cNvPr id="22" name="">
            <a:extLst xmlns:a="http://schemas.openxmlformats.org/drawingml/2006/main">
              <a:ext uri="{FF2B5EF4-FFF2-40B4-BE49-F238E27FC236}">
                <a16:creationId xmlns:a16="http://schemas.microsoft.com/office/drawing/2014/main" id="{53666DE2-6D4A-4245-9F24-F8B12B4C9A90}"/>
              </a:ext>
            </a:extLst>
          </p:cNvPr>
          <p:cNvSpPr>
            <a:spLocks xmlns:a="http://schemas.openxmlformats.org/drawingml/2006/main" noGrp="1"/>
          </p:cNvSpPr>
          <p:nvPr/>
        </p:nvSpPr>
        <p:spPr>
          <a:xfrm xmlns:a="http://schemas.openxmlformats.org/drawingml/2006/main">
            <a:off x="6524625"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상위 원문으로 답변 작성</a:t>
            </a:r>
          </a:p>
        </p:txBody>
      </p:sp>
      <p:sp>
        <p:nvSpPr>
          <p:cNvPr id="24" name="">
            <a:extLst xmlns:a="http://schemas.openxmlformats.org/drawingml/2006/main">
              <a:ext uri="{FF2B5EF4-FFF2-40B4-BE49-F238E27FC236}">
                <a16:creationId xmlns:a16="http://schemas.microsoft.com/office/drawing/2014/main" id="{0CCF2B73-4C54-4660-A8B5-EE639680C91E}"/>
              </a:ext>
            </a:extLst>
          </p:cNvPr>
          <p:cNvSpPr>
            <a:spLocks xmlns:a="http://schemas.openxmlformats.org/drawingml/2006/main" noGrp="1"/>
          </p:cNvSpPr>
          <p:nvPr/>
        </p:nvSpPr>
        <p:spPr>
          <a:xfrm xmlns:a="http://schemas.openxmlformats.org/drawingml/2006/main">
            <a:off x="571500" y="57340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350" b="0">
                <a:solidFill>
                  <a:srgbClr val="A4DDCA"/>
                </a:solidFill>
                <a:latin typeface="Noto Sans KR"/>
                <a:ea typeface="Noto Sans KR"/>
                <a:cs typeface="Noto Sans KR"/>
              </a:defRPr>
            </a:defPPr>
            <a:lvl1pPr>
              <a:buNone/>
              <a:defRPr sz="1200" b="0">
                <a:solidFill>
                  <a:srgbClr val="9BB4C0"/>
                </a:solidFill>
                <a:latin typeface="Noto Sans KR"/>
                <a:ea typeface="Noto Sans KR"/>
                <a:cs typeface="Noto Sans KR"/>
              </a:defRPr>
            </a:lvl1pPr>
            <a:lvl2pPr>
              <a:buNone/>
              <a:defRPr sz="1200" b="0">
                <a:solidFill>
                  <a:srgbClr val="9BB4C0"/>
                </a:solidFill>
                <a:latin typeface="Noto Sans KR"/>
                <a:ea typeface="Noto Sans KR"/>
                <a:cs typeface="Noto Sans KR"/>
              </a:defRPr>
            </a:lvl2pPr>
            <a:lvl3pPr>
              <a:buNone/>
              <a:defRPr sz="1200" b="0">
                <a:solidFill>
                  <a:srgbClr val="9BB4C0"/>
                </a:solidFill>
                <a:latin typeface="Noto Sans KR"/>
                <a:ea typeface="Noto Sans KR"/>
                <a:cs typeface="Noto Sans KR"/>
              </a:defRPr>
            </a:lvl3pPr>
            <a:lvl4pPr>
              <a:buNone/>
              <a:defRPr sz="1200" b="0">
                <a:solidFill>
                  <a:srgbClr val="9BB4C0"/>
                </a:solidFill>
                <a:latin typeface="Noto Sans KR"/>
                <a:ea typeface="Noto Sans KR"/>
                <a:cs typeface="Noto Sans KR"/>
              </a:defRPr>
            </a:lvl4pPr>
            <a:lvl5pPr>
              <a:buNone/>
              <a:defRPr sz="1200" b="0">
                <a:solidFill>
                  <a:srgbClr val="9BB4C0"/>
                </a:solidFill>
                <a:latin typeface="Noto Sans KR"/>
                <a:ea typeface="Noto Sans KR"/>
                <a:cs typeface="Noto Sans KR"/>
              </a:defRPr>
            </a:lvl5pPr>
            <a:lvl6pPr>
              <a:buNone/>
              <a:defRPr sz="1200" b="0">
                <a:solidFill>
                  <a:srgbClr val="9BB4C0"/>
                </a:solidFill>
                <a:latin typeface="Noto Sans KR"/>
                <a:ea typeface="Noto Sans KR"/>
                <a:cs typeface="Noto Sans KR"/>
              </a:defRPr>
            </a:lvl6pPr>
            <a:lvl7pPr>
              <a:buNone/>
              <a:defRPr sz="1200" b="0">
                <a:solidFill>
                  <a:srgbClr val="9BB4C0"/>
                </a:solidFill>
                <a:latin typeface="Noto Sans KR"/>
                <a:ea typeface="Noto Sans KR"/>
                <a:cs typeface="Noto Sans KR"/>
              </a:defRPr>
            </a:lvl7pPr>
            <a:lvl8pPr>
              <a:buNone/>
              <a:defRPr sz="1200" b="0">
                <a:solidFill>
                  <a:srgbClr val="9BB4C0"/>
                </a:solidFill>
                <a:latin typeface="Noto Sans KR"/>
                <a:ea typeface="Noto Sans KR"/>
                <a:cs typeface="Noto Sans KR"/>
              </a:defRPr>
            </a:lvl8pPr>
            <a:lvl9pPr>
              <a:buNone/>
              <a:defRPr sz="1200" b="0">
                <a:solidFill>
                  <a:srgbClr val="9BB4C0"/>
                </a:solidFill>
                <a:latin typeface="Noto Sans KR"/>
                <a:ea typeface="Noto Sans KR"/>
                <a:cs typeface="Noto Sans KR"/>
              </a:defRPr>
            </a:lvl9pPr>
          </a:lstStyle>
          <a:p xmlns:a="http://schemas.openxmlformats.org/drawingml/2006/main">
            <a:pPr>
              <a:buNone/>
              <a:defRPr sz="1350" b="0">
                <a:solidFill>
                  <a:srgbClr val="A4DDCA"/>
                </a:solidFill>
                <a:latin typeface="Noto Sans KR"/>
                <a:ea typeface="Noto Sans KR"/>
                <a:cs typeface="Noto Sans KR"/>
              </a:defRPr>
            </a:pPr>
            <a:r>
              <a:rPr sz="1350" b="0">
                <a:solidFill>
                  <a:srgbClr val="A4DDCA"/>
                </a:solidFill>
                <a:latin typeface="Noto Sans KR"/>
                <a:ea typeface="Noto Sans KR"/>
                <a:cs typeface="Noto Sans KR"/>
              </a:rPr>
              <a:t>핵심 차별점: 개체 연결과 원문 문맥을 함께 사용</a:t>
            </a:r>
          </a:p>
        </p:txBody>
      </p:sp>
    </p:spTree>
    <p:extLst>
      <p:ext uri="{BB962C8B-B14F-4D97-AF65-F5344CB8AC3E}">
        <p14:creationId xmlns:p14="http://schemas.microsoft.com/office/powerpoint/2010/main" val="973108344"/>
      </p:ext>
    </p:extLst>
  </p:cSld>
</p:sld>
</file>

<file path=ppt/slides/slide24.xml><?xml version="1.0" encoding="utf-8"?>
<p:sld xmlns:p="http://schemas.openxmlformats.org/presentationml/2006/main">
  <p:cSld>
    <p:bg>
      <p:bgPr>
        <a:solidFill xmlns:a="http://schemas.openxmlformats.org/drawingml/2006/main">
          <a:srgbClr val="071824"/>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1225B534-1DD6-4623-A795-866F89A1678B}"/>
              </a:ext>
            </a:extLst>
          </p:cNvPr>
          <p:cNvCxnSpPr>
            <a:stCxn xmlns:a="http://schemas.openxmlformats.org/drawingml/2006/main" id="20" idx="2"/>
            <a:endCxn xmlns:a="http://schemas.openxmlformats.org/drawingml/2006/main" id="22" idx="0"/>
          </p:cNvCxnSpPr>
          <p:nvPr/>
        </p:nvCxnSpPr>
        <p:spPr>
          <a:xfrm xmlns:a="http://schemas.openxmlformats.org/drawingml/2006/main">
            <a:off x="9072563" y="463867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C3CB54DC-9CEF-4E41-A4CD-91AE133D9433}"/>
              </a:ext>
            </a:extLst>
          </p:cNvPr>
          <p:cNvCxnSpPr>
            <a:stCxn xmlns:a="http://schemas.openxmlformats.org/drawingml/2006/main" id="18" idx="2"/>
            <a:endCxn xmlns:a="http://schemas.openxmlformats.org/drawingml/2006/main" id="20" idx="0"/>
          </p:cNvCxnSpPr>
          <p:nvPr/>
        </p:nvCxnSpPr>
        <p:spPr>
          <a:xfrm xmlns:a="http://schemas.openxmlformats.org/drawingml/2006/main">
            <a:off x="9072563" y="398145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5B2E71F0-4344-418D-97DE-5175C3458542}"/>
              </a:ext>
            </a:extLst>
          </p:cNvPr>
          <p:cNvCxnSpPr>
            <a:stCxn xmlns:a="http://schemas.openxmlformats.org/drawingml/2006/main" id="16" idx="2"/>
            <a:endCxn xmlns:a="http://schemas.openxmlformats.org/drawingml/2006/main" id="18" idx="0"/>
          </p:cNvCxnSpPr>
          <p:nvPr/>
        </p:nvCxnSpPr>
        <p:spPr>
          <a:xfrm xmlns:a="http://schemas.openxmlformats.org/drawingml/2006/main">
            <a:off x="9072563" y="332422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B8B42B6D-EC09-4590-A5CF-15F843E9422E}"/>
              </a:ext>
            </a:extLst>
          </p:cNvPr>
          <p:cNvCxnSpPr>
            <a:stCxn xmlns:a="http://schemas.openxmlformats.org/drawingml/2006/main" id="15" idx="2"/>
            <a:endCxn xmlns:a="http://schemas.openxmlformats.org/drawingml/2006/main" id="16" idx="0"/>
          </p:cNvCxnSpPr>
          <p:nvPr/>
        </p:nvCxnSpPr>
        <p:spPr>
          <a:xfrm xmlns:a="http://schemas.openxmlformats.org/drawingml/2006/main">
            <a:off x="9072563" y="266700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6D056239-727A-44FC-A1F7-C677DB5191C8}"/>
              </a:ext>
            </a:extLst>
          </p:cNvPr>
          <p:cNvCxnSpPr>
            <a:stCxn xmlns:a="http://schemas.openxmlformats.org/drawingml/2006/main" id="10" idx="2"/>
            <a:endCxn xmlns:a="http://schemas.openxmlformats.org/drawingml/2006/main" id="12" idx="0"/>
          </p:cNvCxnSpPr>
          <p:nvPr/>
        </p:nvCxnSpPr>
        <p:spPr>
          <a:xfrm xmlns:a="http://schemas.openxmlformats.org/drawingml/2006/main">
            <a:off x="3119438" y="463867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A8DA3788-9D17-4088-9AB3-248329374FC2}"/>
              </a:ext>
            </a:extLst>
          </p:cNvPr>
          <p:cNvCxnSpPr>
            <a:stCxn xmlns:a="http://schemas.openxmlformats.org/drawingml/2006/main" id="8" idx="2"/>
            <a:endCxn xmlns:a="http://schemas.openxmlformats.org/drawingml/2006/main" id="10" idx="0"/>
          </p:cNvCxnSpPr>
          <p:nvPr/>
        </p:nvCxnSpPr>
        <p:spPr>
          <a:xfrm xmlns:a="http://schemas.openxmlformats.org/drawingml/2006/main">
            <a:off x="3119438" y="398145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5A6FA125-F720-41E2-A1DA-99CB649DCF7C}"/>
              </a:ext>
            </a:extLst>
          </p:cNvPr>
          <p:cNvCxnSpPr>
            <a:stCxn xmlns:a="http://schemas.openxmlformats.org/drawingml/2006/main" id="6" idx="2"/>
            <a:endCxn xmlns:a="http://schemas.openxmlformats.org/drawingml/2006/main" id="8" idx="0"/>
          </p:cNvCxnSpPr>
          <p:nvPr/>
        </p:nvCxnSpPr>
        <p:spPr>
          <a:xfrm xmlns:a="http://schemas.openxmlformats.org/drawingml/2006/main">
            <a:off x="3119438" y="332422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F1B3940F-FD2F-49CD-AD7E-5583B1FF9B94}"/>
              </a:ext>
            </a:extLst>
          </p:cNvPr>
          <p:cNvCxnSpPr>
            <a:stCxn xmlns:a="http://schemas.openxmlformats.org/drawingml/2006/main" id="5" idx="2"/>
            <a:endCxn xmlns:a="http://schemas.openxmlformats.org/drawingml/2006/main" id="6" idx="0"/>
          </p:cNvCxnSpPr>
          <p:nvPr/>
        </p:nvCxnSpPr>
        <p:spPr>
          <a:xfrm xmlns:a="http://schemas.openxmlformats.org/drawingml/2006/main">
            <a:off x="3119438" y="266700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sp>
        <p:nvSpPr>
          <p:cNvPr id="25" name="">
            <a:extLst xmlns:a="http://schemas.openxmlformats.org/drawingml/2006/main">
              <a:ext uri="{FF2B5EF4-FFF2-40B4-BE49-F238E27FC236}">
                <a16:creationId xmlns:a16="http://schemas.microsoft.com/office/drawing/2014/main" id="{1202660B-4A28-485B-A453-96D6182B1E4B}"/>
              </a:ext>
            </a:extLst>
          </p:cNvPr>
          <p:cNvSpPr>
            <a:spLocks xmlns:a="http://schemas.openxmlformats.org/drawingml/2006/main" noGrp="1"/>
          </p:cNvSpPr>
          <p:nvPr/>
        </p:nvSpPr>
        <p:spPr>
          <a:xfrm xmlns:a="http://schemas.openxmlformats.org/drawingml/2006/main">
            <a:off x="571500" y="285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8DE5CA"/>
                </a:solidFill>
                <a:latin typeface="Noto Sans KR"/>
                <a:ea typeface="Noto Sans KR"/>
                <a:cs typeface="Noto Sans KR"/>
              </a:defRPr>
            </a:defPPr>
            <a:lvl1pPr>
              <a:buNone/>
              <a:defRPr sz="900" b="1">
                <a:solidFill>
                  <a:srgbClr val="8DE5CA"/>
                </a:solidFill>
                <a:latin typeface="Noto Sans KR"/>
                <a:ea typeface="Noto Sans KR"/>
                <a:cs typeface="Noto Sans KR"/>
              </a:defRPr>
            </a:lvl1pPr>
            <a:lvl2pPr>
              <a:buNone/>
              <a:defRPr sz="900" b="1">
                <a:solidFill>
                  <a:srgbClr val="8DE5CA"/>
                </a:solidFill>
                <a:latin typeface="Noto Sans KR"/>
                <a:ea typeface="Noto Sans KR"/>
                <a:cs typeface="Noto Sans KR"/>
              </a:defRPr>
            </a:lvl2pPr>
            <a:lvl3pPr>
              <a:buNone/>
              <a:defRPr sz="900" b="1">
                <a:solidFill>
                  <a:srgbClr val="8DE5CA"/>
                </a:solidFill>
                <a:latin typeface="Noto Sans KR"/>
                <a:ea typeface="Noto Sans KR"/>
                <a:cs typeface="Noto Sans KR"/>
              </a:defRPr>
            </a:lvl3pPr>
            <a:lvl4pPr>
              <a:buNone/>
              <a:defRPr sz="900" b="1">
                <a:solidFill>
                  <a:srgbClr val="8DE5CA"/>
                </a:solidFill>
                <a:latin typeface="Noto Sans KR"/>
                <a:ea typeface="Noto Sans KR"/>
                <a:cs typeface="Noto Sans KR"/>
              </a:defRPr>
            </a:lvl4pPr>
            <a:lvl5pPr>
              <a:buNone/>
              <a:defRPr sz="900" b="1">
                <a:solidFill>
                  <a:srgbClr val="8DE5CA"/>
                </a:solidFill>
                <a:latin typeface="Noto Sans KR"/>
                <a:ea typeface="Noto Sans KR"/>
                <a:cs typeface="Noto Sans KR"/>
              </a:defRPr>
            </a:lvl5pPr>
            <a:lvl6pPr>
              <a:buNone/>
              <a:defRPr sz="900" b="1">
                <a:solidFill>
                  <a:srgbClr val="8DE5CA"/>
                </a:solidFill>
                <a:latin typeface="Noto Sans KR"/>
                <a:ea typeface="Noto Sans KR"/>
                <a:cs typeface="Noto Sans KR"/>
              </a:defRPr>
            </a:lvl6pPr>
            <a:lvl7pPr>
              <a:buNone/>
              <a:defRPr sz="900" b="1">
                <a:solidFill>
                  <a:srgbClr val="8DE5CA"/>
                </a:solidFill>
                <a:latin typeface="Noto Sans KR"/>
                <a:ea typeface="Noto Sans KR"/>
                <a:cs typeface="Noto Sans KR"/>
              </a:defRPr>
            </a:lvl7pPr>
            <a:lvl8pPr>
              <a:buNone/>
              <a:defRPr sz="900" b="1">
                <a:solidFill>
                  <a:srgbClr val="8DE5CA"/>
                </a:solidFill>
                <a:latin typeface="Noto Sans KR"/>
                <a:ea typeface="Noto Sans KR"/>
                <a:cs typeface="Noto Sans KR"/>
              </a:defRPr>
            </a:lvl8pPr>
            <a:lvl9pPr>
              <a:buNone/>
              <a:defRPr sz="900" b="1">
                <a:solidFill>
                  <a:srgbClr val="8DE5CA"/>
                </a:solidFill>
                <a:latin typeface="Noto Sans KR"/>
                <a:ea typeface="Noto Sans KR"/>
                <a:cs typeface="Noto Sans KR"/>
              </a:defRPr>
            </a:lvl9pPr>
          </a:lstStyle>
          <a:p xmlns:a="http://schemas.openxmlformats.org/drawingml/2006/main">
            <a:pPr>
              <a:buNone/>
              <a:defRPr sz="900" b="1">
                <a:solidFill>
                  <a:srgbClr val="8DE5CA"/>
                </a:solidFill>
                <a:latin typeface="Noto Sans KR"/>
                <a:ea typeface="Noto Sans KR"/>
                <a:cs typeface="Noto Sans KR"/>
              </a:defRPr>
            </a:pPr>
            <a:r>
              <a:rPr sz="900" b="1">
                <a:solidFill>
                  <a:srgbClr val="8DE5CA"/>
                </a:solidFill>
                <a:latin typeface="Noto Sans KR"/>
                <a:ea typeface="Noto Sans KR"/>
                <a:cs typeface="Noto Sans KR"/>
              </a:rPr>
              <a:t>02 / 근거 단위와 비용</a:t>
            </a:r>
          </a:p>
        </p:txBody>
      </p:sp>
      <p:sp>
        <p:nvSpPr>
          <p:cNvPr id="2" name="">
            <a:extLst xmlns:a="http://schemas.openxmlformats.org/drawingml/2006/main">
              <a:ext uri="{FF2B5EF4-FFF2-40B4-BE49-F238E27FC236}">
                <a16:creationId xmlns:a16="http://schemas.microsoft.com/office/drawing/2014/main" id="{8FA78604-EF42-4C71-8068-944E04D2545D}"/>
              </a:ext>
            </a:extLst>
          </p:cNvPr>
          <p:cNvSpPr>
            <a:spLocks xmlns:a="http://schemas.openxmlformats.org/drawingml/2006/main" noGrp="1"/>
          </p:cNvSpPr>
          <p:nvPr/>
        </p:nvSpPr>
        <p:spPr>
          <a:xfrm xmlns:a="http://schemas.openxmlformats.org/drawingml/2006/main">
            <a:off x="571500" y="7620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EAF5F3"/>
                </a:solidFill>
                <a:latin typeface="Noto Sans KR"/>
                <a:ea typeface="Noto Sans KR"/>
                <a:cs typeface="Noto Sans KR"/>
              </a:defRPr>
            </a:defPPr>
            <a:lvl1pPr>
              <a:buNone/>
              <a:defRPr sz="2850" b="1">
                <a:solidFill>
                  <a:srgbClr val="EAF5F3"/>
                </a:solidFill>
                <a:latin typeface="Noto Sans KR"/>
                <a:ea typeface="Noto Sans KR"/>
                <a:cs typeface="Noto Sans KR"/>
              </a:defRPr>
            </a:lvl1pPr>
            <a:lvl2pPr>
              <a:buNone/>
              <a:defRPr sz="2850" b="1">
                <a:solidFill>
                  <a:srgbClr val="EAF5F3"/>
                </a:solidFill>
                <a:latin typeface="Noto Sans KR"/>
                <a:ea typeface="Noto Sans KR"/>
                <a:cs typeface="Noto Sans KR"/>
              </a:defRPr>
            </a:lvl2pPr>
            <a:lvl3pPr>
              <a:buNone/>
              <a:defRPr sz="2850" b="1">
                <a:solidFill>
                  <a:srgbClr val="EAF5F3"/>
                </a:solidFill>
                <a:latin typeface="Noto Sans KR"/>
                <a:ea typeface="Noto Sans KR"/>
                <a:cs typeface="Noto Sans KR"/>
              </a:defRPr>
            </a:lvl3pPr>
            <a:lvl4pPr>
              <a:buNone/>
              <a:defRPr sz="2850" b="1">
                <a:solidFill>
                  <a:srgbClr val="EAF5F3"/>
                </a:solidFill>
                <a:latin typeface="Noto Sans KR"/>
                <a:ea typeface="Noto Sans KR"/>
                <a:cs typeface="Noto Sans KR"/>
              </a:defRPr>
            </a:lvl4pPr>
            <a:lvl5pPr>
              <a:buNone/>
              <a:defRPr sz="2850" b="1">
                <a:solidFill>
                  <a:srgbClr val="EAF5F3"/>
                </a:solidFill>
                <a:latin typeface="Noto Sans KR"/>
                <a:ea typeface="Noto Sans KR"/>
                <a:cs typeface="Noto Sans KR"/>
              </a:defRPr>
            </a:lvl5pPr>
            <a:lvl6pPr>
              <a:buNone/>
              <a:defRPr sz="2850" b="1">
                <a:solidFill>
                  <a:srgbClr val="EAF5F3"/>
                </a:solidFill>
                <a:latin typeface="Noto Sans KR"/>
                <a:ea typeface="Noto Sans KR"/>
                <a:cs typeface="Noto Sans KR"/>
              </a:defRPr>
            </a:lvl6pPr>
            <a:lvl7pPr>
              <a:buNone/>
              <a:defRPr sz="2850" b="1">
                <a:solidFill>
                  <a:srgbClr val="EAF5F3"/>
                </a:solidFill>
                <a:latin typeface="Noto Sans KR"/>
                <a:ea typeface="Noto Sans KR"/>
                <a:cs typeface="Noto Sans KR"/>
              </a:defRPr>
            </a:lvl7pPr>
            <a:lvl8pPr>
              <a:buNone/>
              <a:defRPr sz="2850" b="1">
                <a:solidFill>
                  <a:srgbClr val="EAF5F3"/>
                </a:solidFill>
                <a:latin typeface="Noto Sans KR"/>
                <a:ea typeface="Noto Sans KR"/>
                <a:cs typeface="Noto Sans KR"/>
              </a:defRPr>
            </a:lvl8pPr>
            <a:lvl9pPr>
              <a:buNone/>
              <a:defRPr sz="2850" b="1">
                <a:solidFill>
                  <a:srgbClr val="EAF5F3"/>
                </a:solidFill>
                <a:latin typeface="Noto Sans KR"/>
                <a:ea typeface="Noto Sans KR"/>
                <a:cs typeface="Noto Sans KR"/>
              </a:defRPr>
            </a:lvl9pPr>
          </a:lstStyle>
          <a:p xmlns:a="http://schemas.openxmlformats.org/drawingml/2006/main">
            <a:pPr>
              <a:buNone/>
              <a:defRPr sz="2850" b="1">
                <a:solidFill>
                  <a:srgbClr val="EAF5F3"/>
                </a:solidFill>
                <a:latin typeface="Noto Sans KR"/>
                <a:ea typeface="Noto Sans KR"/>
                <a:cs typeface="Noto Sans KR"/>
              </a:defRPr>
            </a:pPr>
            <a:r>
              <a:rPr sz="2850" b="1">
                <a:solidFill>
                  <a:srgbClr val="EAF5F3"/>
                </a:solidFill>
                <a:latin typeface="Noto Sans KR"/>
                <a:ea typeface="Noto Sans KR"/>
                <a:cs typeface="Noto Sans KR"/>
              </a:rPr>
              <a:t>LinearRAG의 전체 처리 순서</a:t>
            </a:r>
          </a:p>
        </p:txBody>
      </p:sp>
      <p:sp>
        <p:nvSpPr>
          <p:cNvPr id="3" name="">
            <a:extLst xmlns:a="http://schemas.openxmlformats.org/drawingml/2006/main">
              <a:ext uri="{FF2B5EF4-FFF2-40B4-BE49-F238E27FC236}">
                <a16:creationId xmlns:a16="http://schemas.microsoft.com/office/drawing/2014/main" id="{ECAC08C6-55EE-4C3F-8567-002F7204561A}"/>
              </a:ext>
            </a:extLst>
          </p:cNvPr>
          <p:cNvSpPr>
            <a:spLocks xmlns:a="http://schemas.openxmlformats.org/drawingml/2006/main" noGrp="1"/>
          </p:cNvSpPr>
          <p:nvPr/>
        </p:nvSpPr>
        <p:spPr>
          <a:xfrm xmlns:a="http://schemas.openxmlformats.org/drawingml/2006/main">
            <a:off x="11144250" y="642937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DE5CA"/>
                </a:solidFill>
                <a:latin typeface="Noto Sans KR"/>
                <a:ea typeface="Noto Sans KR"/>
                <a:cs typeface="Noto Sans KR"/>
              </a:defRPr>
            </a:defPPr>
            <a:lvl1pPr>
              <a:buNone/>
              <a:defRPr sz="1050" b="0">
                <a:solidFill>
                  <a:srgbClr val="8DE5CA"/>
                </a:solidFill>
                <a:latin typeface="Noto Sans KR"/>
                <a:ea typeface="Noto Sans KR"/>
                <a:cs typeface="Noto Sans KR"/>
              </a:defRPr>
            </a:lvl1pPr>
            <a:lvl2pPr>
              <a:buNone/>
              <a:defRPr sz="1050" b="0">
                <a:solidFill>
                  <a:srgbClr val="8DE5CA"/>
                </a:solidFill>
                <a:latin typeface="Noto Sans KR"/>
                <a:ea typeface="Noto Sans KR"/>
                <a:cs typeface="Noto Sans KR"/>
              </a:defRPr>
            </a:lvl2pPr>
            <a:lvl3pPr>
              <a:buNone/>
              <a:defRPr sz="1050" b="0">
                <a:solidFill>
                  <a:srgbClr val="8DE5CA"/>
                </a:solidFill>
                <a:latin typeface="Noto Sans KR"/>
                <a:ea typeface="Noto Sans KR"/>
                <a:cs typeface="Noto Sans KR"/>
              </a:defRPr>
            </a:lvl3pPr>
            <a:lvl4pPr>
              <a:buNone/>
              <a:defRPr sz="1050" b="0">
                <a:solidFill>
                  <a:srgbClr val="8DE5CA"/>
                </a:solidFill>
                <a:latin typeface="Noto Sans KR"/>
                <a:ea typeface="Noto Sans KR"/>
                <a:cs typeface="Noto Sans KR"/>
              </a:defRPr>
            </a:lvl4pPr>
            <a:lvl5pPr>
              <a:buNone/>
              <a:defRPr sz="1050" b="0">
                <a:solidFill>
                  <a:srgbClr val="8DE5CA"/>
                </a:solidFill>
                <a:latin typeface="Noto Sans KR"/>
                <a:ea typeface="Noto Sans KR"/>
                <a:cs typeface="Noto Sans KR"/>
              </a:defRPr>
            </a:lvl5pPr>
            <a:lvl6pPr>
              <a:buNone/>
              <a:defRPr sz="1050" b="0">
                <a:solidFill>
                  <a:srgbClr val="8DE5CA"/>
                </a:solidFill>
                <a:latin typeface="Noto Sans KR"/>
                <a:ea typeface="Noto Sans KR"/>
                <a:cs typeface="Noto Sans KR"/>
              </a:defRPr>
            </a:lvl6pPr>
            <a:lvl7pPr>
              <a:buNone/>
              <a:defRPr sz="1050" b="0">
                <a:solidFill>
                  <a:srgbClr val="8DE5CA"/>
                </a:solidFill>
                <a:latin typeface="Noto Sans KR"/>
                <a:ea typeface="Noto Sans KR"/>
                <a:cs typeface="Noto Sans KR"/>
              </a:defRPr>
            </a:lvl7pPr>
            <a:lvl8pPr>
              <a:buNone/>
              <a:defRPr sz="1050" b="0">
                <a:solidFill>
                  <a:srgbClr val="8DE5CA"/>
                </a:solidFill>
                <a:latin typeface="Noto Sans KR"/>
                <a:ea typeface="Noto Sans KR"/>
                <a:cs typeface="Noto Sans KR"/>
              </a:defRPr>
            </a:lvl8pPr>
            <a:lvl9pPr>
              <a:buNone/>
              <a:defRPr sz="1050" b="0">
                <a:solidFill>
                  <a:srgbClr val="8DE5CA"/>
                </a:solidFill>
                <a:latin typeface="Noto Sans KR"/>
                <a:ea typeface="Noto Sans KR"/>
                <a:cs typeface="Noto Sans KR"/>
              </a:defRPr>
            </a:lvl9pPr>
          </a:lstStyle>
          <a:p xmlns:a="http://schemas.openxmlformats.org/drawingml/2006/main">
            <a:pPr>
              <a:buNone/>
              <a:defRPr sz="1050" b="0">
                <a:solidFill>
                  <a:srgbClr val="8DE5CA"/>
                </a:solidFill>
                <a:latin typeface="Noto Sans KR"/>
                <a:ea typeface="Noto Sans KR"/>
                <a:cs typeface="Noto Sans KR"/>
              </a:defRPr>
            </a:pPr>
            <a:r>
              <a:rPr sz="1050" b="0">
                <a:solidFill>
                  <a:srgbClr val="8DE5CA"/>
                </a:solidFill>
                <a:latin typeface="Noto Sans KR"/>
                <a:ea typeface="Noto Sans KR"/>
                <a:cs typeface="Noto Sans KR"/>
              </a:rPr>
              <a:t>24</a:t>
            </a:r>
          </a:p>
        </p:txBody>
      </p:sp>
      <p:sp>
        <p:nvSpPr>
          <p:cNvPr id="4" name="">
            <a:extLst xmlns:a="http://schemas.openxmlformats.org/drawingml/2006/main">
              <a:ext uri="{FF2B5EF4-FFF2-40B4-BE49-F238E27FC236}">
                <a16:creationId xmlns:a16="http://schemas.microsoft.com/office/drawing/2014/main" id="{E0E52116-91CF-4976-A69F-EC521EFEB44D}"/>
              </a:ext>
            </a:extLst>
          </p:cNvPr>
          <p:cNvSpPr>
            <a:spLocks xmlns:a="http://schemas.openxmlformats.org/drawingml/2006/main" noGrp="1"/>
          </p:cNvSpPr>
          <p:nvPr/>
        </p:nvSpPr>
        <p:spPr>
          <a:xfrm xmlns:a="http://schemas.openxmlformats.org/drawingml/2006/main">
            <a:off x="571500"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EBBF3"/>
                </a:solidFill>
                <a:latin typeface="Noto Sans KR"/>
                <a:ea typeface="Noto Sans KR"/>
                <a:cs typeface="Noto Sans KR"/>
              </a:defRPr>
            </a:defPPr>
            <a:lvl1pPr>
              <a:buNone/>
              <a:defRPr sz="1275" b="1">
                <a:solidFill>
                  <a:srgbClr val="8EBBF3"/>
                </a:solidFill>
                <a:latin typeface="Noto Sans KR"/>
                <a:ea typeface="Noto Sans KR"/>
                <a:cs typeface="Noto Sans KR"/>
              </a:defRPr>
            </a:lvl1pPr>
            <a:lvl2pPr>
              <a:buNone/>
              <a:defRPr sz="1275" b="1">
                <a:solidFill>
                  <a:srgbClr val="8EBBF3"/>
                </a:solidFill>
                <a:latin typeface="Noto Sans KR"/>
                <a:ea typeface="Noto Sans KR"/>
                <a:cs typeface="Noto Sans KR"/>
              </a:defRPr>
            </a:lvl2pPr>
            <a:lvl3pPr>
              <a:buNone/>
              <a:defRPr sz="1275" b="1">
                <a:solidFill>
                  <a:srgbClr val="8EBBF3"/>
                </a:solidFill>
                <a:latin typeface="Noto Sans KR"/>
                <a:ea typeface="Noto Sans KR"/>
                <a:cs typeface="Noto Sans KR"/>
              </a:defRPr>
            </a:lvl3pPr>
            <a:lvl4pPr>
              <a:buNone/>
              <a:defRPr sz="1275" b="1">
                <a:solidFill>
                  <a:srgbClr val="8EBBF3"/>
                </a:solidFill>
                <a:latin typeface="Noto Sans KR"/>
                <a:ea typeface="Noto Sans KR"/>
                <a:cs typeface="Noto Sans KR"/>
              </a:defRPr>
            </a:lvl4pPr>
            <a:lvl5pPr>
              <a:buNone/>
              <a:defRPr sz="1275" b="1">
                <a:solidFill>
                  <a:srgbClr val="8EBBF3"/>
                </a:solidFill>
                <a:latin typeface="Noto Sans KR"/>
                <a:ea typeface="Noto Sans KR"/>
                <a:cs typeface="Noto Sans KR"/>
              </a:defRPr>
            </a:lvl5pPr>
            <a:lvl6pPr>
              <a:buNone/>
              <a:defRPr sz="1275" b="1">
                <a:solidFill>
                  <a:srgbClr val="8EBBF3"/>
                </a:solidFill>
                <a:latin typeface="Noto Sans KR"/>
                <a:ea typeface="Noto Sans KR"/>
                <a:cs typeface="Noto Sans KR"/>
              </a:defRPr>
            </a:lvl6pPr>
            <a:lvl7pPr>
              <a:buNone/>
              <a:defRPr sz="1275" b="1">
                <a:solidFill>
                  <a:srgbClr val="8EBBF3"/>
                </a:solidFill>
                <a:latin typeface="Noto Sans KR"/>
                <a:ea typeface="Noto Sans KR"/>
                <a:cs typeface="Noto Sans KR"/>
              </a:defRPr>
            </a:lvl7pPr>
            <a:lvl8pPr>
              <a:buNone/>
              <a:defRPr sz="1275" b="1">
                <a:solidFill>
                  <a:srgbClr val="8EBBF3"/>
                </a:solidFill>
                <a:latin typeface="Noto Sans KR"/>
                <a:ea typeface="Noto Sans KR"/>
                <a:cs typeface="Noto Sans KR"/>
              </a:defRPr>
            </a:lvl8pPr>
            <a:lvl9pPr>
              <a:buNone/>
              <a:defRPr sz="1275" b="1">
                <a:solidFill>
                  <a:srgbClr val="8EBBF3"/>
                </a:solidFill>
                <a:latin typeface="Noto Sans KR"/>
                <a:ea typeface="Noto Sans KR"/>
                <a:cs typeface="Noto Sans KR"/>
              </a:defRPr>
            </a:lvl9pPr>
          </a:lstStyle>
          <a:p xmlns:a="http://schemas.openxmlformats.org/drawingml/2006/main">
            <a:pPr>
              <a:buNone/>
              <a:defRPr sz="1275" b="1">
                <a:solidFill>
                  <a:srgbClr val="8EBBF3"/>
                </a:solidFill>
                <a:latin typeface="Noto Sans KR"/>
                <a:ea typeface="Noto Sans KR"/>
                <a:cs typeface="Noto Sans KR"/>
              </a:defRPr>
            </a:pPr>
            <a:r>
              <a:rPr sz="1275" b="1">
                <a:solidFill>
                  <a:srgbClr val="8EBBF3"/>
                </a:solidFill>
                <a:latin typeface="Noto Sans KR"/>
                <a:ea typeface="Noto Sans KR"/>
                <a:cs typeface="Noto Sans KR"/>
              </a:rPr>
              <a:t>문서가 들어오면 미리 준비</a:t>
            </a:r>
          </a:p>
        </p:txBody>
      </p:sp>
      <p:sp>
        <p:nvSpPr>
          <p:cNvPr id="5" name="">
            <a:extLst xmlns:a="http://schemas.openxmlformats.org/drawingml/2006/main">
              <a:ext uri="{FF2B5EF4-FFF2-40B4-BE49-F238E27FC236}">
                <a16:creationId xmlns:a16="http://schemas.microsoft.com/office/drawing/2014/main" id="{89DBF0B6-60A4-4BBF-96E6-F58A2192FEEC}"/>
              </a:ext>
            </a:extLst>
          </p:cNvPr>
          <p:cNvSpPr>
            <a:spLocks xmlns:a="http://schemas.openxmlformats.org/drawingml/2006/main" noGrp="1"/>
          </p:cNvSpPr>
          <p:nvPr/>
        </p:nvSpPr>
        <p:spPr>
          <a:xfrm xmlns:a="http://schemas.openxmlformats.org/drawingml/2006/main">
            <a:off x="571500"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원문을 문단과 문장으로 나누기</a:t>
            </a:r>
          </a:p>
        </p:txBody>
      </p:sp>
      <p:sp>
        <p:nvSpPr>
          <p:cNvPr id="6" name="">
            <a:extLst xmlns:a="http://schemas.openxmlformats.org/drawingml/2006/main">
              <a:ext uri="{FF2B5EF4-FFF2-40B4-BE49-F238E27FC236}">
                <a16:creationId xmlns:a16="http://schemas.microsoft.com/office/drawing/2014/main" id="{2970776C-966E-40C2-9DEE-63C5F1E974CC}"/>
              </a:ext>
            </a:extLst>
          </p:cNvPr>
          <p:cNvSpPr>
            <a:spLocks xmlns:a="http://schemas.openxmlformats.org/drawingml/2006/main" noGrp="1"/>
          </p:cNvSpPr>
          <p:nvPr/>
        </p:nvSpPr>
        <p:spPr>
          <a:xfrm xmlns:a="http://schemas.openxmlformats.org/drawingml/2006/main">
            <a:off x="571500"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등장 개체 찾기</a:t>
            </a:r>
          </a:p>
        </p:txBody>
      </p:sp>
      <p:sp>
        <p:nvSpPr>
          <p:cNvPr id="8" name="">
            <a:extLst xmlns:a="http://schemas.openxmlformats.org/drawingml/2006/main">
              <a:ext uri="{FF2B5EF4-FFF2-40B4-BE49-F238E27FC236}">
                <a16:creationId xmlns:a16="http://schemas.microsoft.com/office/drawing/2014/main" id="{0F6639F8-2DF1-41B2-892B-A3D58C97A47F}"/>
              </a:ext>
            </a:extLst>
          </p:cNvPr>
          <p:cNvSpPr>
            <a:spLocks xmlns:a="http://schemas.openxmlformats.org/drawingml/2006/main" noGrp="1"/>
          </p:cNvSpPr>
          <p:nvPr/>
        </p:nvSpPr>
        <p:spPr>
          <a:xfrm xmlns:a="http://schemas.openxmlformats.org/drawingml/2006/main">
            <a:off x="571500"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개체·문장·문단 연결</a:t>
            </a:r>
          </a:p>
        </p:txBody>
      </p:sp>
      <p:sp>
        <p:nvSpPr>
          <p:cNvPr id="10" name="">
            <a:extLst xmlns:a="http://schemas.openxmlformats.org/drawingml/2006/main">
              <a:ext uri="{FF2B5EF4-FFF2-40B4-BE49-F238E27FC236}">
                <a16:creationId xmlns:a16="http://schemas.microsoft.com/office/drawing/2014/main" id="{48DFA5FD-3130-4EE7-B5DE-948788296713}"/>
              </a:ext>
            </a:extLst>
          </p:cNvPr>
          <p:cNvSpPr>
            <a:spLocks xmlns:a="http://schemas.openxmlformats.org/drawingml/2006/main" noGrp="1"/>
          </p:cNvSpPr>
          <p:nvPr/>
        </p:nvSpPr>
        <p:spPr>
          <a:xfrm xmlns:a="http://schemas.openxmlformats.org/drawingml/2006/main">
            <a:off x="571500"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함께 나온 위치와 소속 연결</a:t>
            </a:r>
          </a:p>
        </p:txBody>
      </p:sp>
      <p:sp>
        <p:nvSpPr>
          <p:cNvPr id="12" name="">
            <a:extLst xmlns:a="http://schemas.openxmlformats.org/drawingml/2006/main">
              <a:ext uri="{FF2B5EF4-FFF2-40B4-BE49-F238E27FC236}">
                <a16:creationId xmlns:a16="http://schemas.microsoft.com/office/drawing/2014/main" id="{7EC153B7-1DAD-4EDF-9166-4E397992FE86}"/>
              </a:ext>
            </a:extLst>
          </p:cNvPr>
          <p:cNvSpPr>
            <a:spLocks xmlns:a="http://schemas.openxmlformats.org/drawingml/2006/main" noGrp="1"/>
          </p:cNvSpPr>
          <p:nvPr/>
        </p:nvSpPr>
        <p:spPr>
          <a:xfrm xmlns:a="http://schemas.openxmlformats.org/drawingml/2006/main">
            <a:off x="571500"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관계 이름 없이 그래프 저장</a:t>
            </a:r>
          </a:p>
        </p:txBody>
      </p:sp>
      <p:sp>
        <p:nvSpPr>
          <p:cNvPr id="14" name="">
            <a:extLst xmlns:a="http://schemas.openxmlformats.org/drawingml/2006/main">
              <a:ext uri="{FF2B5EF4-FFF2-40B4-BE49-F238E27FC236}">
                <a16:creationId xmlns:a16="http://schemas.microsoft.com/office/drawing/2014/main" id="{7F53ED69-EF05-4FDC-8535-C9C309CB0E5A}"/>
              </a:ext>
            </a:extLst>
          </p:cNvPr>
          <p:cNvSpPr>
            <a:spLocks xmlns:a="http://schemas.openxmlformats.org/drawingml/2006/main" noGrp="1"/>
          </p:cNvSpPr>
          <p:nvPr/>
        </p:nvSpPr>
        <p:spPr>
          <a:xfrm xmlns:a="http://schemas.openxmlformats.org/drawingml/2006/main">
            <a:off x="6524625"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DE5CA"/>
                </a:solidFill>
                <a:latin typeface="Noto Sans KR"/>
                <a:ea typeface="Noto Sans KR"/>
                <a:cs typeface="Noto Sans KR"/>
              </a:defRPr>
            </a:defPPr>
            <a:lvl1pPr>
              <a:buNone/>
              <a:defRPr sz="1275" b="1">
                <a:solidFill>
                  <a:srgbClr val="8DE5CA"/>
                </a:solidFill>
                <a:latin typeface="Noto Sans KR"/>
                <a:ea typeface="Noto Sans KR"/>
                <a:cs typeface="Noto Sans KR"/>
              </a:defRPr>
            </a:lvl1pPr>
            <a:lvl2pPr>
              <a:buNone/>
              <a:defRPr sz="1275" b="1">
                <a:solidFill>
                  <a:srgbClr val="8DE5CA"/>
                </a:solidFill>
                <a:latin typeface="Noto Sans KR"/>
                <a:ea typeface="Noto Sans KR"/>
                <a:cs typeface="Noto Sans KR"/>
              </a:defRPr>
            </a:lvl2pPr>
            <a:lvl3pPr>
              <a:buNone/>
              <a:defRPr sz="1275" b="1">
                <a:solidFill>
                  <a:srgbClr val="8DE5CA"/>
                </a:solidFill>
                <a:latin typeface="Noto Sans KR"/>
                <a:ea typeface="Noto Sans KR"/>
                <a:cs typeface="Noto Sans KR"/>
              </a:defRPr>
            </a:lvl3pPr>
            <a:lvl4pPr>
              <a:buNone/>
              <a:defRPr sz="1275" b="1">
                <a:solidFill>
                  <a:srgbClr val="8DE5CA"/>
                </a:solidFill>
                <a:latin typeface="Noto Sans KR"/>
                <a:ea typeface="Noto Sans KR"/>
                <a:cs typeface="Noto Sans KR"/>
              </a:defRPr>
            </a:lvl4pPr>
            <a:lvl5pPr>
              <a:buNone/>
              <a:defRPr sz="1275" b="1">
                <a:solidFill>
                  <a:srgbClr val="8DE5CA"/>
                </a:solidFill>
                <a:latin typeface="Noto Sans KR"/>
                <a:ea typeface="Noto Sans KR"/>
                <a:cs typeface="Noto Sans KR"/>
              </a:defRPr>
            </a:lvl5pPr>
            <a:lvl6pPr>
              <a:buNone/>
              <a:defRPr sz="1275" b="1">
                <a:solidFill>
                  <a:srgbClr val="8DE5CA"/>
                </a:solidFill>
                <a:latin typeface="Noto Sans KR"/>
                <a:ea typeface="Noto Sans KR"/>
                <a:cs typeface="Noto Sans KR"/>
              </a:defRPr>
            </a:lvl6pPr>
            <a:lvl7pPr>
              <a:buNone/>
              <a:defRPr sz="1275" b="1">
                <a:solidFill>
                  <a:srgbClr val="8DE5CA"/>
                </a:solidFill>
                <a:latin typeface="Noto Sans KR"/>
                <a:ea typeface="Noto Sans KR"/>
                <a:cs typeface="Noto Sans KR"/>
              </a:defRPr>
            </a:lvl7pPr>
            <a:lvl8pPr>
              <a:buNone/>
              <a:defRPr sz="1275" b="1">
                <a:solidFill>
                  <a:srgbClr val="8DE5CA"/>
                </a:solidFill>
                <a:latin typeface="Noto Sans KR"/>
                <a:ea typeface="Noto Sans KR"/>
                <a:cs typeface="Noto Sans KR"/>
              </a:defRPr>
            </a:lvl8pPr>
            <a:lvl9pPr>
              <a:buNone/>
              <a:defRPr sz="1275" b="1">
                <a:solidFill>
                  <a:srgbClr val="8DE5CA"/>
                </a:solidFill>
                <a:latin typeface="Noto Sans KR"/>
                <a:ea typeface="Noto Sans KR"/>
                <a:cs typeface="Noto Sans KR"/>
              </a:defRPr>
            </a:lvl9pPr>
          </a:lstStyle>
          <a:p xmlns:a="http://schemas.openxmlformats.org/drawingml/2006/main">
            <a:pPr>
              <a:buNone/>
              <a:defRPr sz="1275" b="1">
                <a:solidFill>
                  <a:srgbClr val="8DE5CA"/>
                </a:solidFill>
                <a:latin typeface="Noto Sans KR"/>
                <a:ea typeface="Noto Sans KR"/>
                <a:cs typeface="Noto Sans KR"/>
              </a:defRPr>
            </a:pPr>
            <a:r>
              <a:rPr sz="1275" b="1">
                <a:solidFill>
                  <a:srgbClr val="8DE5CA"/>
                </a:solidFill>
                <a:latin typeface="Noto Sans KR"/>
                <a:ea typeface="Noto Sans KR"/>
                <a:cs typeface="Noto Sans KR"/>
              </a:rPr>
              <a:t>질문이 오면 검색하고 답변</a:t>
            </a:r>
          </a:p>
        </p:txBody>
      </p:sp>
      <p:sp>
        <p:nvSpPr>
          <p:cNvPr id="15" name="">
            <a:extLst xmlns:a="http://schemas.openxmlformats.org/drawingml/2006/main">
              <a:ext uri="{FF2B5EF4-FFF2-40B4-BE49-F238E27FC236}">
                <a16:creationId xmlns:a16="http://schemas.microsoft.com/office/drawing/2014/main" id="{4CCAA8FF-E1CB-4621-83E1-717309037C42}"/>
              </a:ext>
            </a:extLst>
          </p:cNvPr>
          <p:cNvSpPr>
            <a:spLocks xmlns:a="http://schemas.openxmlformats.org/drawingml/2006/main" noGrp="1"/>
          </p:cNvSpPr>
          <p:nvPr/>
        </p:nvSpPr>
        <p:spPr>
          <a:xfrm xmlns:a="http://schemas.openxmlformats.org/drawingml/2006/main">
            <a:off x="6524625"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질문 속 개체 맞추기</a:t>
            </a:r>
          </a:p>
        </p:txBody>
      </p:sp>
      <p:sp>
        <p:nvSpPr>
          <p:cNvPr id="16" name="">
            <a:extLst xmlns:a="http://schemas.openxmlformats.org/drawingml/2006/main">
              <a:ext uri="{FF2B5EF4-FFF2-40B4-BE49-F238E27FC236}">
                <a16:creationId xmlns:a16="http://schemas.microsoft.com/office/drawing/2014/main" id="{31EAD40A-2211-4A58-BF94-81C0287FC13D}"/>
              </a:ext>
            </a:extLst>
          </p:cNvPr>
          <p:cNvSpPr>
            <a:spLocks xmlns:a="http://schemas.openxmlformats.org/drawingml/2006/main" noGrp="1"/>
          </p:cNvSpPr>
          <p:nvPr/>
        </p:nvSpPr>
        <p:spPr>
          <a:xfrm xmlns:a="http://schemas.openxmlformats.org/drawingml/2006/main">
            <a:off x="6524625"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비슷한 문장을 찾기</a:t>
            </a:r>
          </a:p>
        </p:txBody>
      </p:sp>
      <p:sp>
        <p:nvSpPr>
          <p:cNvPr id="18" name="">
            <a:extLst xmlns:a="http://schemas.openxmlformats.org/drawingml/2006/main">
              <a:ext uri="{FF2B5EF4-FFF2-40B4-BE49-F238E27FC236}">
                <a16:creationId xmlns:a16="http://schemas.microsoft.com/office/drawing/2014/main" id="{1AF6384D-C4A9-4321-8185-BD8AA7CDDF2D}"/>
              </a:ext>
            </a:extLst>
          </p:cNvPr>
          <p:cNvSpPr>
            <a:spLocks xmlns:a="http://schemas.openxmlformats.org/drawingml/2006/main" noGrp="1"/>
          </p:cNvSpPr>
          <p:nvPr/>
        </p:nvSpPr>
        <p:spPr>
          <a:xfrm xmlns:a="http://schemas.openxmlformats.org/drawingml/2006/main">
            <a:off x="6524625"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문장과 개체로 단서 보강</a:t>
            </a:r>
          </a:p>
        </p:txBody>
      </p:sp>
      <p:sp>
        <p:nvSpPr>
          <p:cNvPr id="20" name="">
            <a:extLst xmlns:a="http://schemas.openxmlformats.org/drawingml/2006/main">
              <a:ext uri="{FF2B5EF4-FFF2-40B4-BE49-F238E27FC236}">
                <a16:creationId xmlns:a16="http://schemas.microsoft.com/office/drawing/2014/main" id="{D2CFACE4-BA2A-45B7-8D65-E0BD191537FD}"/>
              </a:ext>
            </a:extLst>
          </p:cNvPr>
          <p:cNvSpPr>
            <a:spLocks xmlns:a="http://schemas.openxmlformats.org/drawingml/2006/main" noGrp="1"/>
          </p:cNvSpPr>
          <p:nvPr/>
        </p:nvSpPr>
        <p:spPr>
          <a:xfrm xmlns:a="http://schemas.openxmlformats.org/drawingml/2006/main">
            <a:off x="6524625"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그래프 확산으로 문단 정렬</a:t>
            </a:r>
          </a:p>
        </p:txBody>
      </p:sp>
      <p:sp>
        <p:nvSpPr>
          <p:cNvPr id="22" name="">
            <a:extLst xmlns:a="http://schemas.openxmlformats.org/drawingml/2006/main">
              <a:ext uri="{FF2B5EF4-FFF2-40B4-BE49-F238E27FC236}">
                <a16:creationId xmlns:a16="http://schemas.microsoft.com/office/drawing/2014/main" id="{81A9C144-A97A-47A0-86A0-42F02F508F92}"/>
              </a:ext>
            </a:extLst>
          </p:cNvPr>
          <p:cNvSpPr>
            <a:spLocks xmlns:a="http://schemas.openxmlformats.org/drawingml/2006/main" noGrp="1"/>
          </p:cNvSpPr>
          <p:nvPr/>
        </p:nvSpPr>
        <p:spPr>
          <a:xfrm xmlns:a="http://schemas.openxmlformats.org/drawingml/2006/main">
            <a:off x="6524625"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상위 원문으로 답변 작성</a:t>
            </a:r>
          </a:p>
        </p:txBody>
      </p:sp>
      <p:sp>
        <p:nvSpPr>
          <p:cNvPr id="24" name="">
            <a:extLst xmlns:a="http://schemas.openxmlformats.org/drawingml/2006/main">
              <a:ext uri="{FF2B5EF4-FFF2-40B4-BE49-F238E27FC236}">
                <a16:creationId xmlns:a16="http://schemas.microsoft.com/office/drawing/2014/main" id="{A4EBF470-3FCA-4DB6-99BC-EAF608F0D9A8}"/>
              </a:ext>
            </a:extLst>
          </p:cNvPr>
          <p:cNvSpPr>
            <a:spLocks xmlns:a="http://schemas.openxmlformats.org/drawingml/2006/main" noGrp="1"/>
          </p:cNvSpPr>
          <p:nvPr/>
        </p:nvSpPr>
        <p:spPr>
          <a:xfrm xmlns:a="http://schemas.openxmlformats.org/drawingml/2006/main">
            <a:off x="571500" y="57340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350" b="0">
                <a:solidFill>
                  <a:srgbClr val="A4DDCA"/>
                </a:solidFill>
                <a:latin typeface="Noto Sans KR"/>
                <a:ea typeface="Noto Sans KR"/>
                <a:cs typeface="Noto Sans KR"/>
              </a:defRPr>
            </a:defPPr>
            <a:lvl1pPr>
              <a:buNone/>
              <a:defRPr sz="1200" b="0">
                <a:solidFill>
                  <a:srgbClr val="9BB4C0"/>
                </a:solidFill>
                <a:latin typeface="Noto Sans KR"/>
                <a:ea typeface="Noto Sans KR"/>
                <a:cs typeface="Noto Sans KR"/>
              </a:defRPr>
            </a:lvl1pPr>
            <a:lvl2pPr>
              <a:buNone/>
              <a:defRPr sz="1200" b="0">
                <a:solidFill>
                  <a:srgbClr val="9BB4C0"/>
                </a:solidFill>
                <a:latin typeface="Noto Sans KR"/>
                <a:ea typeface="Noto Sans KR"/>
                <a:cs typeface="Noto Sans KR"/>
              </a:defRPr>
            </a:lvl2pPr>
            <a:lvl3pPr>
              <a:buNone/>
              <a:defRPr sz="1200" b="0">
                <a:solidFill>
                  <a:srgbClr val="9BB4C0"/>
                </a:solidFill>
                <a:latin typeface="Noto Sans KR"/>
                <a:ea typeface="Noto Sans KR"/>
                <a:cs typeface="Noto Sans KR"/>
              </a:defRPr>
            </a:lvl3pPr>
            <a:lvl4pPr>
              <a:buNone/>
              <a:defRPr sz="1200" b="0">
                <a:solidFill>
                  <a:srgbClr val="9BB4C0"/>
                </a:solidFill>
                <a:latin typeface="Noto Sans KR"/>
                <a:ea typeface="Noto Sans KR"/>
                <a:cs typeface="Noto Sans KR"/>
              </a:defRPr>
            </a:lvl4pPr>
            <a:lvl5pPr>
              <a:buNone/>
              <a:defRPr sz="1200" b="0">
                <a:solidFill>
                  <a:srgbClr val="9BB4C0"/>
                </a:solidFill>
                <a:latin typeface="Noto Sans KR"/>
                <a:ea typeface="Noto Sans KR"/>
                <a:cs typeface="Noto Sans KR"/>
              </a:defRPr>
            </a:lvl5pPr>
            <a:lvl6pPr>
              <a:buNone/>
              <a:defRPr sz="1200" b="0">
                <a:solidFill>
                  <a:srgbClr val="9BB4C0"/>
                </a:solidFill>
                <a:latin typeface="Noto Sans KR"/>
                <a:ea typeface="Noto Sans KR"/>
                <a:cs typeface="Noto Sans KR"/>
              </a:defRPr>
            </a:lvl6pPr>
            <a:lvl7pPr>
              <a:buNone/>
              <a:defRPr sz="1200" b="0">
                <a:solidFill>
                  <a:srgbClr val="9BB4C0"/>
                </a:solidFill>
                <a:latin typeface="Noto Sans KR"/>
                <a:ea typeface="Noto Sans KR"/>
                <a:cs typeface="Noto Sans KR"/>
              </a:defRPr>
            </a:lvl7pPr>
            <a:lvl8pPr>
              <a:buNone/>
              <a:defRPr sz="1200" b="0">
                <a:solidFill>
                  <a:srgbClr val="9BB4C0"/>
                </a:solidFill>
                <a:latin typeface="Noto Sans KR"/>
                <a:ea typeface="Noto Sans KR"/>
                <a:cs typeface="Noto Sans KR"/>
              </a:defRPr>
            </a:lvl8pPr>
            <a:lvl9pPr>
              <a:buNone/>
              <a:defRPr sz="1200" b="0">
                <a:solidFill>
                  <a:srgbClr val="9BB4C0"/>
                </a:solidFill>
                <a:latin typeface="Noto Sans KR"/>
                <a:ea typeface="Noto Sans KR"/>
                <a:cs typeface="Noto Sans KR"/>
              </a:defRPr>
            </a:lvl9pPr>
          </a:lstStyle>
          <a:p xmlns:a="http://schemas.openxmlformats.org/drawingml/2006/main">
            <a:pPr>
              <a:buNone/>
              <a:defRPr sz="1350" b="0">
                <a:solidFill>
                  <a:srgbClr val="A4DDCA"/>
                </a:solidFill>
                <a:latin typeface="Noto Sans KR"/>
                <a:ea typeface="Noto Sans KR"/>
                <a:cs typeface="Noto Sans KR"/>
              </a:defRPr>
            </a:pPr>
            <a:r>
              <a:rPr sz="1350" b="0">
                <a:solidFill>
                  <a:srgbClr val="A4DDCA"/>
                </a:solidFill>
                <a:latin typeface="Noto Sans KR"/>
                <a:ea typeface="Noto Sans KR"/>
                <a:cs typeface="Noto Sans KR"/>
              </a:rPr>
              <a:t>핵심 차별점: 관계 이름보다 개체의 출현을 활용</a:t>
            </a:r>
          </a:p>
        </p:txBody>
      </p:sp>
    </p:spTree>
    <p:extLst>
      <p:ext uri="{BB962C8B-B14F-4D97-AF65-F5344CB8AC3E}">
        <p14:creationId xmlns:p14="http://schemas.microsoft.com/office/powerpoint/2010/main" val="804489385"/>
      </p:ext>
    </p:extLst>
  </p:cSld>
</p:sld>
</file>

<file path=ppt/slides/slide25.xml><?xml version="1.0" encoding="utf-8"?>
<p:sld xmlns:p="http://schemas.openxmlformats.org/presentationml/2006/main">
  <p:cSld>
    <p:bg>
      <p:bgPr>
        <a:solidFill xmlns:a="http://schemas.openxmlformats.org/drawingml/2006/main">
          <a:srgbClr val="071824"/>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A47A0800-3178-43BB-AA68-676D25FDA5B5}"/>
              </a:ext>
            </a:extLst>
          </p:cNvPr>
          <p:cNvCxnSpPr>
            <a:stCxn xmlns:a="http://schemas.openxmlformats.org/drawingml/2006/main" id="20" idx="2"/>
            <a:endCxn xmlns:a="http://schemas.openxmlformats.org/drawingml/2006/main" id="22" idx="0"/>
          </p:cNvCxnSpPr>
          <p:nvPr/>
        </p:nvCxnSpPr>
        <p:spPr>
          <a:xfrm xmlns:a="http://schemas.openxmlformats.org/drawingml/2006/main">
            <a:off x="9072563" y="463867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50662A90-489F-4ED7-BBA1-C3003ED31C9D}"/>
              </a:ext>
            </a:extLst>
          </p:cNvPr>
          <p:cNvCxnSpPr>
            <a:stCxn xmlns:a="http://schemas.openxmlformats.org/drawingml/2006/main" id="18" idx="2"/>
            <a:endCxn xmlns:a="http://schemas.openxmlformats.org/drawingml/2006/main" id="20" idx="0"/>
          </p:cNvCxnSpPr>
          <p:nvPr/>
        </p:nvCxnSpPr>
        <p:spPr>
          <a:xfrm xmlns:a="http://schemas.openxmlformats.org/drawingml/2006/main">
            <a:off x="9072563" y="398145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1A6C1352-146E-47EA-8FEA-BC10A58B87FB}"/>
              </a:ext>
            </a:extLst>
          </p:cNvPr>
          <p:cNvCxnSpPr>
            <a:stCxn xmlns:a="http://schemas.openxmlformats.org/drawingml/2006/main" id="16" idx="2"/>
            <a:endCxn xmlns:a="http://schemas.openxmlformats.org/drawingml/2006/main" id="18" idx="0"/>
          </p:cNvCxnSpPr>
          <p:nvPr/>
        </p:nvCxnSpPr>
        <p:spPr>
          <a:xfrm xmlns:a="http://schemas.openxmlformats.org/drawingml/2006/main">
            <a:off x="9072563" y="332422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18E7918E-3E3E-4C01-8639-20116B5E14C0}"/>
              </a:ext>
            </a:extLst>
          </p:cNvPr>
          <p:cNvCxnSpPr>
            <a:stCxn xmlns:a="http://schemas.openxmlformats.org/drawingml/2006/main" id="15" idx="2"/>
            <a:endCxn xmlns:a="http://schemas.openxmlformats.org/drawingml/2006/main" id="16" idx="0"/>
          </p:cNvCxnSpPr>
          <p:nvPr/>
        </p:nvCxnSpPr>
        <p:spPr>
          <a:xfrm xmlns:a="http://schemas.openxmlformats.org/drawingml/2006/main">
            <a:off x="9072563" y="266700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755B51C8-B138-4E41-8BDF-60D40AF72095}"/>
              </a:ext>
            </a:extLst>
          </p:cNvPr>
          <p:cNvCxnSpPr>
            <a:stCxn xmlns:a="http://schemas.openxmlformats.org/drawingml/2006/main" id="10" idx="2"/>
            <a:endCxn xmlns:a="http://schemas.openxmlformats.org/drawingml/2006/main" id="12" idx="0"/>
          </p:cNvCxnSpPr>
          <p:nvPr/>
        </p:nvCxnSpPr>
        <p:spPr>
          <a:xfrm xmlns:a="http://schemas.openxmlformats.org/drawingml/2006/main">
            <a:off x="3119438" y="463867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41615BA8-68C7-431A-BFFD-450D13ACE426}"/>
              </a:ext>
            </a:extLst>
          </p:cNvPr>
          <p:cNvCxnSpPr>
            <a:stCxn xmlns:a="http://schemas.openxmlformats.org/drawingml/2006/main" id="8" idx="2"/>
            <a:endCxn xmlns:a="http://schemas.openxmlformats.org/drawingml/2006/main" id="10" idx="0"/>
          </p:cNvCxnSpPr>
          <p:nvPr/>
        </p:nvCxnSpPr>
        <p:spPr>
          <a:xfrm xmlns:a="http://schemas.openxmlformats.org/drawingml/2006/main">
            <a:off x="3119438" y="398145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164ECC4D-7220-424E-89D4-FF7BC9FED069}"/>
              </a:ext>
            </a:extLst>
          </p:cNvPr>
          <p:cNvCxnSpPr>
            <a:stCxn xmlns:a="http://schemas.openxmlformats.org/drawingml/2006/main" id="6" idx="2"/>
            <a:endCxn xmlns:a="http://schemas.openxmlformats.org/drawingml/2006/main" id="8" idx="0"/>
          </p:cNvCxnSpPr>
          <p:nvPr/>
        </p:nvCxnSpPr>
        <p:spPr>
          <a:xfrm xmlns:a="http://schemas.openxmlformats.org/drawingml/2006/main">
            <a:off x="3119438" y="332422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00908140-44F3-4AFF-BC90-7B3A41B50D6C}"/>
              </a:ext>
            </a:extLst>
          </p:cNvPr>
          <p:cNvCxnSpPr>
            <a:stCxn xmlns:a="http://schemas.openxmlformats.org/drawingml/2006/main" id="5" idx="2"/>
            <a:endCxn xmlns:a="http://schemas.openxmlformats.org/drawingml/2006/main" id="6" idx="0"/>
          </p:cNvCxnSpPr>
          <p:nvPr/>
        </p:nvCxnSpPr>
        <p:spPr>
          <a:xfrm xmlns:a="http://schemas.openxmlformats.org/drawingml/2006/main">
            <a:off x="3119438" y="266700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sp>
        <p:nvSpPr>
          <p:cNvPr id="25" name="">
            <a:extLst xmlns:a="http://schemas.openxmlformats.org/drawingml/2006/main">
              <a:ext uri="{FF2B5EF4-FFF2-40B4-BE49-F238E27FC236}">
                <a16:creationId xmlns:a16="http://schemas.microsoft.com/office/drawing/2014/main" id="{82585325-80C3-4273-A61B-65617D1CAD6D}"/>
              </a:ext>
            </a:extLst>
          </p:cNvPr>
          <p:cNvSpPr>
            <a:spLocks xmlns:a="http://schemas.openxmlformats.org/drawingml/2006/main" noGrp="1"/>
          </p:cNvSpPr>
          <p:nvPr/>
        </p:nvSpPr>
        <p:spPr>
          <a:xfrm xmlns:a="http://schemas.openxmlformats.org/drawingml/2006/main">
            <a:off x="571500" y="285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8DE5CA"/>
                </a:solidFill>
                <a:latin typeface="Noto Sans KR"/>
                <a:ea typeface="Noto Sans KR"/>
                <a:cs typeface="Noto Sans KR"/>
              </a:defRPr>
            </a:defPPr>
            <a:lvl1pPr>
              <a:buNone/>
              <a:defRPr sz="900" b="1">
                <a:solidFill>
                  <a:srgbClr val="8DE5CA"/>
                </a:solidFill>
                <a:latin typeface="Noto Sans KR"/>
                <a:ea typeface="Noto Sans KR"/>
                <a:cs typeface="Noto Sans KR"/>
              </a:defRPr>
            </a:lvl1pPr>
            <a:lvl2pPr>
              <a:buNone/>
              <a:defRPr sz="900" b="1">
                <a:solidFill>
                  <a:srgbClr val="8DE5CA"/>
                </a:solidFill>
                <a:latin typeface="Noto Sans KR"/>
                <a:ea typeface="Noto Sans KR"/>
                <a:cs typeface="Noto Sans KR"/>
              </a:defRPr>
            </a:lvl2pPr>
            <a:lvl3pPr>
              <a:buNone/>
              <a:defRPr sz="900" b="1">
                <a:solidFill>
                  <a:srgbClr val="8DE5CA"/>
                </a:solidFill>
                <a:latin typeface="Noto Sans KR"/>
                <a:ea typeface="Noto Sans KR"/>
                <a:cs typeface="Noto Sans KR"/>
              </a:defRPr>
            </a:lvl3pPr>
            <a:lvl4pPr>
              <a:buNone/>
              <a:defRPr sz="900" b="1">
                <a:solidFill>
                  <a:srgbClr val="8DE5CA"/>
                </a:solidFill>
                <a:latin typeface="Noto Sans KR"/>
                <a:ea typeface="Noto Sans KR"/>
                <a:cs typeface="Noto Sans KR"/>
              </a:defRPr>
            </a:lvl4pPr>
            <a:lvl5pPr>
              <a:buNone/>
              <a:defRPr sz="900" b="1">
                <a:solidFill>
                  <a:srgbClr val="8DE5CA"/>
                </a:solidFill>
                <a:latin typeface="Noto Sans KR"/>
                <a:ea typeface="Noto Sans KR"/>
                <a:cs typeface="Noto Sans KR"/>
              </a:defRPr>
            </a:lvl5pPr>
            <a:lvl6pPr>
              <a:buNone/>
              <a:defRPr sz="900" b="1">
                <a:solidFill>
                  <a:srgbClr val="8DE5CA"/>
                </a:solidFill>
                <a:latin typeface="Noto Sans KR"/>
                <a:ea typeface="Noto Sans KR"/>
                <a:cs typeface="Noto Sans KR"/>
              </a:defRPr>
            </a:lvl6pPr>
            <a:lvl7pPr>
              <a:buNone/>
              <a:defRPr sz="900" b="1">
                <a:solidFill>
                  <a:srgbClr val="8DE5CA"/>
                </a:solidFill>
                <a:latin typeface="Noto Sans KR"/>
                <a:ea typeface="Noto Sans KR"/>
                <a:cs typeface="Noto Sans KR"/>
              </a:defRPr>
            </a:lvl7pPr>
            <a:lvl8pPr>
              <a:buNone/>
              <a:defRPr sz="900" b="1">
                <a:solidFill>
                  <a:srgbClr val="8DE5CA"/>
                </a:solidFill>
                <a:latin typeface="Noto Sans KR"/>
                <a:ea typeface="Noto Sans KR"/>
                <a:cs typeface="Noto Sans KR"/>
              </a:defRPr>
            </a:lvl8pPr>
            <a:lvl9pPr>
              <a:buNone/>
              <a:defRPr sz="900" b="1">
                <a:solidFill>
                  <a:srgbClr val="8DE5CA"/>
                </a:solidFill>
                <a:latin typeface="Noto Sans KR"/>
                <a:ea typeface="Noto Sans KR"/>
                <a:cs typeface="Noto Sans KR"/>
              </a:defRPr>
            </a:lvl9pPr>
          </a:lstStyle>
          <a:p xmlns:a="http://schemas.openxmlformats.org/drawingml/2006/main">
            <a:pPr>
              <a:buNone/>
              <a:defRPr sz="900" b="1">
                <a:solidFill>
                  <a:srgbClr val="8DE5CA"/>
                </a:solidFill>
                <a:latin typeface="Noto Sans KR"/>
                <a:ea typeface="Noto Sans KR"/>
                <a:cs typeface="Noto Sans KR"/>
              </a:defRPr>
            </a:pPr>
            <a:r>
              <a:rPr sz="900" b="1">
                <a:solidFill>
                  <a:srgbClr val="8DE5CA"/>
                </a:solidFill>
                <a:latin typeface="Noto Sans KR"/>
                <a:ea typeface="Noto Sans KR"/>
                <a:cs typeface="Noto Sans KR"/>
              </a:rPr>
              <a:t>02 / 근거 단위와 비용</a:t>
            </a:r>
          </a:p>
        </p:txBody>
      </p:sp>
      <p:sp>
        <p:nvSpPr>
          <p:cNvPr id="2" name="">
            <a:extLst xmlns:a="http://schemas.openxmlformats.org/drawingml/2006/main">
              <a:ext uri="{FF2B5EF4-FFF2-40B4-BE49-F238E27FC236}">
                <a16:creationId xmlns:a16="http://schemas.microsoft.com/office/drawing/2014/main" id="{4647E3E3-D834-4839-A33C-73665780ECA2}"/>
              </a:ext>
            </a:extLst>
          </p:cNvPr>
          <p:cNvSpPr>
            <a:spLocks xmlns:a="http://schemas.openxmlformats.org/drawingml/2006/main" noGrp="1"/>
          </p:cNvSpPr>
          <p:nvPr/>
        </p:nvSpPr>
        <p:spPr>
          <a:xfrm xmlns:a="http://schemas.openxmlformats.org/drawingml/2006/main">
            <a:off x="571500" y="7620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EAF5F3"/>
                </a:solidFill>
                <a:latin typeface="Noto Sans KR"/>
                <a:ea typeface="Noto Sans KR"/>
                <a:cs typeface="Noto Sans KR"/>
              </a:defRPr>
            </a:defPPr>
            <a:lvl1pPr>
              <a:buNone/>
              <a:defRPr sz="2850" b="1">
                <a:solidFill>
                  <a:srgbClr val="EAF5F3"/>
                </a:solidFill>
                <a:latin typeface="Noto Sans KR"/>
                <a:ea typeface="Noto Sans KR"/>
                <a:cs typeface="Noto Sans KR"/>
              </a:defRPr>
            </a:lvl1pPr>
            <a:lvl2pPr>
              <a:buNone/>
              <a:defRPr sz="2850" b="1">
                <a:solidFill>
                  <a:srgbClr val="EAF5F3"/>
                </a:solidFill>
                <a:latin typeface="Noto Sans KR"/>
                <a:ea typeface="Noto Sans KR"/>
                <a:cs typeface="Noto Sans KR"/>
              </a:defRPr>
            </a:lvl2pPr>
            <a:lvl3pPr>
              <a:buNone/>
              <a:defRPr sz="2850" b="1">
                <a:solidFill>
                  <a:srgbClr val="EAF5F3"/>
                </a:solidFill>
                <a:latin typeface="Noto Sans KR"/>
                <a:ea typeface="Noto Sans KR"/>
                <a:cs typeface="Noto Sans KR"/>
              </a:defRPr>
            </a:lvl3pPr>
            <a:lvl4pPr>
              <a:buNone/>
              <a:defRPr sz="2850" b="1">
                <a:solidFill>
                  <a:srgbClr val="EAF5F3"/>
                </a:solidFill>
                <a:latin typeface="Noto Sans KR"/>
                <a:ea typeface="Noto Sans KR"/>
                <a:cs typeface="Noto Sans KR"/>
              </a:defRPr>
            </a:lvl4pPr>
            <a:lvl5pPr>
              <a:buNone/>
              <a:defRPr sz="2850" b="1">
                <a:solidFill>
                  <a:srgbClr val="EAF5F3"/>
                </a:solidFill>
                <a:latin typeface="Noto Sans KR"/>
                <a:ea typeface="Noto Sans KR"/>
                <a:cs typeface="Noto Sans KR"/>
              </a:defRPr>
            </a:lvl5pPr>
            <a:lvl6pPr>
              <a:buNone/>
              <a:defRPr sz="2850" b="1">
                <a:solidFill>
                  <a:srgbClr val="EAF5F3"/>
                </a:solidFill>
                <a:latin typeface="Noto Sans KR"/>
                <a:ea typeface="Noto Sans KR"/>
                <a:cs typeface="Noto Sans KR"/>
              </a:defRPr>
            </a:lvl6pPr>
            <a:lvl7pPr>
              <a:buNone/>
              <a:defRPr sz="2850" b="1">
                <a:solidFill>
                  <a:srgbClr val="EAF5F3"/>
                </a:solidFill>
                <a:latin typeface="Noto Sans KR"/>
                <a:ea typeface="Noto Sans KR"/>
                <a:cs typeface="Noto Sans KR"/>
              </a:defRPr>
            </a:lvl7pPr>
            <a:lvl8pPr>
              <a:buNone/>
              <a:defRPr sz="2850" b="1">
                <a:solidFill>
                  <a:srgbClr val="EAF5F3"/>
                </a:solidFill>
                <a:latin typeface="Noto Sans KR"/>
                <a:ea typeface="Noto Sans KR"/>
                <a:cs typeface="Noto Sans KR"/>
              </a:defRPr>
            </a:lvl8pPr>
            <a:lvl9pPr>
              <a:buNone/>
              <a:defRPr sz="2850" b="1">
                <a:solidFill>
                  <a:srgbClr val="EAF5F3"/>
                </a:solidFill>
                <a:latin typeface="Noto Sans KR"/>
                <a:ea typeface="Noto Sans KR"/>
                <a:cs typeface="Noto Sans KR"/>
              </a:defRPr>
            </a:lvl9pPr>
          </a:lstStyle>
          <a:p xmlns:a="http://schemas.openxmlformats.org/drawingml/2006/main">
            <a:pPr>
              <a:buNone/>
              <a:defRPr sz="2850" b="1">
                <a:solidFill>
                  <a:srgbClr val="EAF5F3"/>
                </a:solidFill>
                <a:latin typeface="Noto Sans KR"/>
                <a:ea typeface="Noto Sans KR"/>
                <a:cs typeface="Noto Sans KR"/>
              </a:defRPr>
            </a:pPr>
            <a:r>
              <a:rPr sz="2850" b="1">
                <a:solidFill>
                  <a:srgbClr val="EAF5F3"/>
                </a:solidFill>
                <a:latin typeface="Noto Sans KR"/>
                <a:ea typeface="Noto Sans KR"/>
                <a:cs typeface="Noto Sans KR"/>
              </a:rPr>
              <a:t>AtomicRAG의 전체 처리 순서</a:t>
            </a:r>
          </a:p>
        </p:txBody>
      </p:sp>
      <p:sp>
        <p:nvSpPr>
          <p:cNvPr id="3" name="">
            <a:extLst xmlns:a="http://schemas.openxmlformats.org/drawingml/2006/main">
              <a:ext uri="{FF2B5EF4-FFF2-40B4-BE49-F238E27FC236}">
                <a16:creationId xmlns:a16="http://schemas.microsoft.com/office/drawing/2014/main" id="{0E089FD0-3BC1-4DC5-B702-B0EBF4849F6C}"/>
              </a:ext>
            </a:extLst>
          </p:cNvPr>
          <p:cNvSpPr>
            <a:spLocks xmlns:a="http://schemas.openxmlformats.org/drawingml/2006/main" noGrp="1"/>
          </p:cNvSpPr>
          <p:nvPr/>
        </p:nvSpPr>
        <p:spPr>
          <a:xfrm xmlns:a="http://schemas.openxmlformats.org/drawingml/2006/main">
            <a:off x="11144250" y="642937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DE5CA"/>
                </a:solidFill>
                <a:latin typeface="Noto Sans KR"/>
                <a:ea typeface="Noto Sans KR"/>
                <a:cs typeface="Noto Sans KR"/>
              </a:defRPr>
            </a:defPPr>
            <a:lvl1pPr>
              <a:buNone/>
              <a:defRPr sz="1050" b="0">
                <a:solidFill>
                  <a:srgbClr val="8DE5CA"/>
                </a:solidFill>
                <a:latin typeface="Noto Sans KR"/>
                <a:ea typeface="Noto Sans KR"/>
                <a:cs typeface="Noto Sans KR"/>
              </a:defRPr>
            </a:lvl1pPr>
            <a:lvl2pPr>
              <a:buNone/>
              <a:defRPr sz="1050" b="0">
                <a:solidFill>
                  <a:srgbClr val="8DE5CA"/>
                </a:solidFill>
                <a:latin typeface="Noto Sans KR"/>
                <a:ea typeface="Noto Sans KR"/>
                <a:cs typeface="Noto Sans KR"/>
              </a:defRPr>
            </a:lvl2pPr>
            <a:lvl3pPr>
              <a:buNone/>
              <a:defRPr sz="1050" b="0">
                <a:solidFill>
                  <a:srgbClr val="8DE5CA"/>
                </a:solidFill>
                <a:latin typeface="Noto Sans KR"/>
                <a:ea typeface="Noto Sans KR"/>
                <a:cs typeface="Noto Sans KR"/>
              </a:defRPr>
            </a:lvl3pPr>
            <a:lvl4pPr>
              <a:buNone/>
              <a:defRPr sz="1050" b="0">
                <a:solidFill>
                  <a:srgbClr val="8DE5CA"/>
                </a:solidFill>
                <a:latin typeface="Noto Sans KR"/>
                <a:ea typeface="Noto Sans KR"/>
                <a:cs typeface="Noto Sans KR"/>
              </a:defRPr>
            </a:lvl4pPr>
            <a:lvl5pPr>
              <a:buNone/>
              <a:defRPr sz="1050" b="0">
                <a:solidFill>
                  <a:srgbClr val="8DE5CA"/>
                </a:solidFill>
                <a:latin typeface="Noto Sans KR"/>
                <a:ea typeface="Noto Sans KR"/>
                <a:cs typeface="Noto Sans KR"/>
              </a:defRPr>
            </a:lvl5pPr>
            <a:lvl6pPr>
              <a:buNone/>
              <a:defRPr sz="1050" b="0">
                <a:solidFill>
                  <a:srgbClr val="8DE5CA"/>
                </a:solidFill>
                <a:latin typeface="Noto Sans KR"/>
                <a:ea typeface="Noto Sans KR"/>
                <a:cs typeface="Noto Sans KR"/>
              </a:defRPr>
            </a:lvl6pPr>
            <a:lvl7pPr>
              <a:buNone/>
              <a:defRPr sz="1050" b="0">
                <a:solidFill>
                  <a:srgbClr val="8DE5CA"/>
                </a:solidFill>
                <a:latin typeface="Noto Sans KR"/>
                <a:ea typeface="Noto Sans KR"/>
                <a:cs typeface="Noto Sans KR"/>
              </a:defRPr>
            </a:lvl7pPr>
            <a:lvl8pPr>
              <a:buNone/>
              <a:defRPr sz="1050" b="0">
                <a:solidFill>
                  <a:srgbClr val="8DE5CA"/>
                </a:solidFill>
                <a:latin typeface="Noto Sans KR"/>
                <a:ea typeface="Noto Sans KR"/>
                <a:cs typeface="Noto Sans KR"/>
              </a:defRPr>
            </a:lvl8pPr>
            <a:lvl9pPr>
              <a:buNone/>
              <a:defRPr sz="1050" b="0">
                <a:solidFill>
                  <a:srgbClr val="8DE5CA"/>
                </a:solidFill>
                <a:latin typeface="Noto Sans KR"/>
                <a:ea typeface="Noto Sans KR"/>
                <a:cs typeface="Noto Sans KR"/>
              </a:defRPr>
            </a:lvl9pPr>
          </a:lstStyle>
          <a:p xmlns:a="http://schemas.openxmlformats.org/drawingml/2006/main">
            <a:pPr>
              <a:buNone/>
              <a:defRPr sz="1050" b="0">
                <a:solidFill>
                  <a:srgbClr val="8DE5CA"/>
                </a:solidFill>
                <a:latin typeface="Noto Sans KR"/>
                <a:ea typeface="Noto Sans KR"/>
                <a:cs typeface="Noto Sans KR"/>
              </a:defRPr>
            </a:pPr>
            <a:r>
              <a:rPr sz="1050" b="0">
                <a:solidFill>
                  <a:srgbClr val="8DE5CA"/>
                </a:solidFill>
                <a:latin typeface="Noto Sans KR"/>
                <a:ea typeface="Noto Sans KR"/>
                <a:cs typeface="Noto Sans KR"/>
              </a:rPr>
              <a:t>25</a:t>
            </a:r>
          </a:p>
        </p:txBody>
      </p:sp>
      <p:sp>
        <p:nvSpPr>
          <p:cNvPr id="4" name="">
            <a:extLst xmlns:a="http://schemas.openxmlformats.org/drawingml/2006/main">
              <a:ext uri="{FF2B5EF4-FFF2-40B4-BE49-F238E27FC236}">
                <a16:creationId xmlns:a16="http://schemas.microsoft.com/office/drawing/2014/main" id="{18F26791-6586-4E18-9CD7-84CE8DCA80EC}"/>
              </a:ext>
            </a:extLst>
          </p:cNvPr>
          <p:cNvSpPr>
            <a:spLocks xmlns:a="http://schemas.openxmlformats.org/drawingml/2006/main" noGrp="1"/>
          </p:cNvSpPr>
          <p:nvPr/>
        </p:nvSpPr>
        <p:spPr>
          <a:xfrm xmlns:a="http://schemas.openxmlformats.org/drawingml/2006/main">
            <a:off x="571500"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EBBF3"/>
                </a:solidFill>
                <a:latin typeface="Noto Sans KR"/>
                <a:ea typeface="Noto Sans KR"/>
                <a:cs typeface="Noto Sans KR"/>
              </a:defRPr>
            </a:defPPr>
            <a:lvl1pPr>
              <a:buNone/>
              <a:defRPr sz="1275" b="1">
                <a:solidFill>
                  <a:srgbClr val="8EBBF3"/>
                </a:solidFill>
                <a:latin typeface="Noto Sans KR"/>
                <a:ea typeface="Noto Sans KR"/>
                <a:cs typeface="Noto Sans KR"/>
              </a:defRPr>
            </a:lvl1pPr>
            <a:lvl2pPr>
              <a:buNone/>
              <a:defRPr sz="1275" b="1">
                <a:solidFill>
                  <a:srgbClr val="8EBBF3"/>
                </a:solidFill>
                <a:latin typeface="Noto Sans KR"/>
                <a:ea typeface="Noto Sans KR"/>
                <a:cs typeface="Noto Sans KR"/>
              </a:defRPr>
            </a:lvl2pPr>
            <a:lvl3pPr>
              <a:buNone/>
              <a:defRPr sz="1275" b="1">
                <a:solidFill>
                  <a:srgbClr val="8EBBF3"/>
                </a:solidFill>
                <a:latin typeface="Noto Sans KR"/>
                <a:ea typeface="Noto Sans KR"/>
                <a:cs typeface="Noto Sans KR"/>
              </a:defRPr>
            </a:lvl3pPr>
            <a:lvl4pPr>
              <a:buNone/>
              <a:defRPr sz="1275" b="1">
                <a:solidFill>
                  <a:srgbClr val="8EBBF3"/>
                </a:solidFill>
                <a:latin typeface="Noto Sans KR"/>
                <a:ea typeface="Noto Sans KR"/>
                <a:cs typeface="Noto Sans KR"/>
              </a:defRPr>
            </a:lvl4pPr>
            <a:lvl5pPr>
              <a:buNone/>
              <a:defRPr sz="1275" b="1">
                <a:solidFill>
                  <a:srgbClr val="8EBBF3"/>
                </a:solidFill>
                <a:latin typeface="Noto Sans KR"/>
                <a:ea typeface="Noto Sans KR"/>
                <a:cs typeface="Noto Sans KR"/>
              </a:defRPr>
            </a:lvl5pPr>
            <a:lvl6pPr>
              <a:buNone/>
              <a:defRPr sz="1275" b="1">
                <a:solidFill>
                  <a:srgbClr val="8EBBF3"/>
                </a:solidFill>
                <a:latin typeface="Noto Sans KR"/>
                <a:ea typeface="Noto Sans KR"/>
                <a:cs typeface="Noto Sans KR"/>
              </a:defRPr>
            </a:lvl6pPr>
            <a:lvl7pPr>
              <a:buNone/>
              <a:defRPr sz="1275" b="1">
                <a:solidFill>
                  <a:srgbClr val="8EBBF3"/>
                </a:solidFill>
                <a:latin typeface="Noto Sans KR"/>
                <a:ea typeface="Noto Sans KR"/>
                <a:cs typeface="Noto Sans KR"/>
              </a:defRPr>
            </a:lvl7pPr>
            <a:lvl8pPr>
              <a:buNone/>
              <a:defRPr sz="1275" b="1">
                <a:solidFill>
                  <a:srgbClr val="8EBBF3"/>
                </a:solidFill>
                <a:latin typeface="Noto Sans KR"/>
                <a:ea typeface="Noto Sans KR"/>
                <a:cs typeface="Noto Sans KR"/>
              </a:defRPr>
            </a:lvl8pPr>
            <a:lvl9pPr>
              <a:buNone/>
              <a:defRPr sz="1275" b="1">
                <a:solidFill>
                  <a:srgbClr val="8EBBF3"/>
                </a:solidFill>
                <a:latin typeface="Noto Sans KR"/>
                <a:ea typeface="Noto Sans KR"/>
                <a:cs typeface="Noto Sans KR"/>
              </a:defRPr>
            </a:lvl9pPr>
          </a:lstStyle>
          <a:p xmlns:a="http://schemas.openxmlformats.org/drawingml/2006/main">
            <a:pPr>
              <a:buNone/>
              <a:defRPr sz="1275" b="1">
                <a:solidFill>
                  <a:srgbClr val="8EBBF3"/>
                </a:solidFill>
                <a:latin typeface="Noto Sans KR"/>
                <a:ea typeface="Noto Sans KR"/>
                <a:cs typeface="Noto Sans KR"/>
              </a:defRPr>
            </a:pPr>
            <a:r>
              <a:rPr sz="1275" b="1">
                <a:solidFill>
                  <a:srgbClr val="8EBBF3"/>
                </a:solidFill>
                <a:latin typeface="Noto Sans KR"/>
                <a:ea typeface="Noto Sans KR"/>
                <a:cs typeface="Noto Sans KR"/>
              </a:rPr>
              <a:t>문서가 들어오면 미리 준비</a:t>
            </a:r>
          </a:p>
        </p:txBody>
      </p:sp>
      <p:sp>
        <p:nvSpPr>
          <p:cNvPr id="5" name="">
            <a:extLst xmlns:a="http://schemas.openxmlformats.org/drawingml/2006/main">
              <a:ext uri="{FF2B5EF4-FFF2-40B4-BE49-F238E27FC236}">
                <a16:creationId xmlns:a16="http://schemas.microsoft.com/office/drawing/2014/main" id="{9101A62E-6271-4CD3-9A1E-EF046DDCA1E1}"/>
              </a:ext>
            </a:extLst>
          </p:cNvPr>
          <p:cNvSpPr>
            <a:spLocks xmlns:a="http://schemas.openxmlformats.org/drawingml/2006/main" noGrp="1"/>
          </p:cNvSpPr>
          <p:nvPr/>
        </p:nvSpPr>
        <p:spPr>
          <a:xfrm xmlns:a="http://schemas.openxmlformats.org/drawingml/2006/main">
            <a:off x="571500"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문서를 독립적인 사실로 나누기</a:t>
            </a:r>
          </a:p>
        </p:txBody>
      </p:sp>
      <p:sp>
        <p:nvSpPr>
          <p:cNvPr id="6" name="">
            <a:extLst xmlns:a="http://schemas.openxmlformats.org/drawingml/2006/main">
              <a:ext uri="{FF2B5EF4-FFF2-40B4-BE49-F238E27FC236}">
                <a16:creationId xmlns:a16="http://schemas.microsoft.com/office/drawing/2014/main" id="{413E7CC1-645B-497B-8BEF-2FDEFDA34664}"/>
              </a:ext>
            </a:extLst>
          </p:cNvPr>
          <p:cNvSpPr>
            <a:spLocks xmlns:a="http://schemas.openxmlformats.org/drawingml/2006/main" noGrp="1"/>
          </p:cNvSpPr>
          <p:nvPr/>
        </p:nvSpPr>
        <p:spPr>
          <a:xfrm xmlns:a="http://schemas.openxmlformats.org/drawingml/2006/main">
            <a:off x="571500"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각 사실에 나온 개체 찾기</a:t>
            </a:r>
          </a:p>
        </p:txBody>
      </p:sp>
      <p:sp>
        <p:nvSpPr>
          <p:cNvPr id="8" name="">
            <a:extLst xmlns:a="http://schemas.openxmlformats.org/drawingml/2006/main">
              <a:ext uri="{FF2B5EF4-FFF2-40B4-BE49-F238E27FC236}">
                <a16:creationId xmlns:a16="http://schemas.microsoft.com/office/drawing/2014/main" id="{F81E772C-E4E6-419B-8927-43A2DAF7AB88}"/>
              </a:ext>
            </a:extLst>
          </p:cNvPr>
          <p:cNvSpPr>
            <a:spLocks xmlns:a="http://schemas.openxmlformats.org/drawingml/2006/main" noGrp="1"/>
          </p:cNvSpPr>
          <p:nvPr/>
        </p:nvSpPr>
        <p:spPr>
          <a:xfrm xmlns:a="http://schemas.openxmlformats.org/drawingml/2006/main">
            <a:off x="571500"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사실과 개체 연결</a:t>
            </a:r>
          </a:p>
        </p:txBody>
      </p:sp>
      <p:sp>
        <p:nvSpPr>
          <p:cNvPr id="10" name="">
            <a:extLst xmlns:a="http://schemas.openxmlformats.org/drawingml/2006/main">
              <a:ext uri="{FF2B5EF4-FFF2-40B4-BE49-F238E27FC236}">
                <a16:creationId xmlns:a16="http://schemas.microsoft.com/office/drawing/2014/main" id="{908DB875-D53A-44A4-A188-899E8AADD3B7}"/>
              </a:ext>
            </a:extLst>
          </p:cNvPr>
          <p:cNvSpPr>
            <a:spLocks xmlns:a="http://schemas.openxmlformats.org/drawingml/2006/main" noGrp="1"/>
          </p:cNvSpPr>
          <p:nvPr/>
        </p:nvSpPr>
        <p:spPr>
          <a:xfrm xmlns:a="http://schemas.openxmlformats.org/drawingml/2006/main">
            <a:off x="571500"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관련 개체들의 연결 구성</a:t>
            </a:r>
          </a:p>
        </p:txBody>
      </p:sp>
      <p:sp>
        <p:nvSpPr>
          <p:cNvPr id="12" name="">
            <a:extLst xmlns:a="http://schemas.openxmlformats.org/drawingml/2006/main">
              <a:ext uri="{FF2B5EF4-FFF2-40B4-BE49-F238E27FC236}">
                <a16:creationId xmlns:a16="http://schemas.microsoft.com/office/drawing/2014/main" id="{89F9ECAC-50CC-4BC3-AA1B-5982BCA64A41}"/>
              </a:ext>
            </a:extLst>
          </p:cNvPr>
          <p:cNvSpPr>
            <a:spLocks xmlns:a="http://schemas.openxmlformats.org/drawingml/2006/main" noGrp="1"/>
          </p:cNvSpPr>
          <p:nvPr/>
        </p:nvSpPr>
        <p:spPr>
          <a:xfrm xmlns:a="http://schemas.openxmlformats.org/drawingml/2006/main">
            <a:off x="571500"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각 사실의 원문 출처 저장</a:t>
            </a:r>
          </a:p>
        </p:txBody>
      </p:sp>
      <p:sp>
        <p:nvSpPr>
          <p:cNvPr id="14" name="">
            <a:extLst xmlns:a="http://schemas.openxmlformats.org/drawingml/2006/main">
              <a:ext uri="{FF2B5EF4-FFF2-40B4-BE49-F238E27FC236}">
                <a16:creationId xmlns:a16="http://schemas.microsoft.com/office/drawing/2014/main" id="{A97D9BAB-C172-4114-BB27-5E6D073C7791}"/>
              </a:ext>
            </a:extLst>
          </p:cNvPr>
          <p:cNvSpPr>
            <a:spLocks xmlns:a="http://schemas.openxmlformats.org/drawingml/2006/main" noGrp="1"/>
          </p:cNvSpPr>
          <p:nvPr/>
        </p:nvSpPr>
        <p:spPr>
          <a:xfrm xmlns:a="http://schemas.openxmlformats.org/drawingml/2006/main">
            <a:off x="6524625"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DE5CA"/>
                </a:solidFill>
                <a:latin typeface="Noto Sans KR"/>
                <a:ea typeface="Noto Sans KR"/>
                <a:cs typeface="Noto Sans KR"/>
              </a:defRPr>
            </a:defPPr>
            <a:lvl1pPr>
              <a:buNone/>
              <a:defRPr sz="1275" b="1">
                <a:solidFill>
                  <a:srgbClr val="8DE5CA"/>
                </a:solidFill>
                <a:latin typeface="Noto Sans KR"/>
                <a:ea typeface="Noto Sans KR"/>
                <a:cs typeface="Noto Sans KR"/>
              </a:defRPr>
            </a:lvl1pPr>
            <a:lvl2pPr>
              <a:buNone/>
              <a:defRPr sz="1275" b="1">
                <a:solidFill>
                  <a:srgbClr val="8DE5CA"/>
                </a:solidFill>
                <a:latin typeface="Noto Sans KR"/>
                <a:ea typeface="Noto Sans KR"/>
                <a:cs typeface="Noto Sans KR"/>
              </a:defRPr>
            </a:lvl2pPr>
            <a:lvl3pPr>
              <a:buNone/>
              <a:defRPr sz="1275" b="1">
                <a:solidFill>
                  <a:srgbClr val="8DE5CA"/>
                </a:solidFill>
                <a:latin typeface="Noto Sans KR"/>
                <a:ea typeface="Noto Sans KR"/>
                <a:cs typeface="Noto Sans KR"/>
              </a:defRPr>
            </a:lvl3pPr>
            <a:lvl4pPr>
              <a:buNone/>
              <a:defRPr sz="1275" b="1">
                <a:solidFill>
                  <a:srgbClr val="8DE5CA"/>
                </a:solidFill>
                <a:latin typeface="Noto Sans KR"/>
                <a:ea typeface="Noto Sans KR"/>
                <a:cs typeface="Noto Sans KR"/>
              </a:defRPr>
            </a:lvl4pPr>
            <a:lvl5pPr>
              <a:buNone/>
              <a:defRPr sz="1275" b="1">
                <a:solidFill>
                  <a:srgbClr val="8DE5CA"/>
                </a:solidFill>
                <a:latin typeface="Noto Sans KR"/>
                <a:ea typeface="Noto Sans KR"/>
                <a:cs typeface="Noto Sans KR"/>
              </a:defRPr>
            </a:lvl5pPr>
            <a:lvl6pPr>
              <a:buNone/>
              <a:defRPr sz="1275" b="1">
                <a:solidFill>
                  <a:srgbClr val="8DE5CA"/>
                </a:solidFill>
                <a:latin typeface="Noto Sans KR"/>
                <a:ea typeface="Noto Sans KR"/>
                <a:cs typeface="Noto Sans KR"/>
              </a:defRPr>
            </a:lvl6pPr>
            <a:lvl7pPr>
              <a:buNone/>
              <a:defRPr sz="1275" b="1">
                <a:solidFill>
                  <a:srgbClr val="8DE5CA"/>
                </a:solidFill>
                <a:latin typeface="Noto Sans KR"/>
                <a:ea typeface="Noto Sans KR"/>
                <a:cs typeface="Noto Sans KR"/>
              </a:defRPr>
            </a:lvl7pPr>
            <a:lvl8pPr>
              <a:buNone/>
              <a:defRPr sz="1275" b="1">
                <a:solidFill>
                  <a:srgbClr val="8DE5CA"/>
                </a:solidFill>
                <a:latin typeface="Noto Sans KR"/>
                <a:ea typeface="Noto Sans KR"/>
                <a:cs typeface="Noto Sans KR"/>
              </a:defRPr>
            </a:lvl8pPr>
            <a:lvl9pPr>
              <a:buNone/>
              <a:defRPr sz="1275" b="1">
                <a:solidFill>
                  <a:srgbClr val="8DE5CA"/>
                </a:solidFill>
                <a:latin typeface="Noto Sans KR"/>
                <a:ea typeface="Noto Sans KR"/>
                <a:cs typeface="Noto Sans KR"/>
              </a:defRPr>
            </a:lvl9pPr>
          </a:lstStyle>
          <a:p xmlns:a="http://schemas.openxmlformats.org/drawingml/2006/main">
            <a:pPr>
              <a:buNone/>
              <a:defRPr sz="1275" b="1">
                <a:solidFill>
                  <a:srgbClr val="8DE5CA"/>
                </a:solidFill>
                <a:latin typeface="Noto Sans KR"/>
                <a:ea typeface="Noto Sans KR"/>
                <a:cs typeface="Noto Sans KR"/>
              </a:defRPr>
            </a:pPr>
            <a:r>
              <a:rPr sz="1275" b="1">
                <a:solidFill>
                  <a:srgbClr val="8DE5CA"/>
                </a:solidFill>
                <a:latin typeface="Noto Sans KR"/>
                <a:ea typeface="Noto Sans KR"/>
                <a:cs typeface="Noto Sans KR"/>
              </a:rPr>
              <a:t>질문이 오면 검색하고 답변</a:t>
            </a:r>
          </a:p>
        </p:txBody>
      </p:sp>
      <p:sp>
        <p:nvSpPr>
          <p:cNvPr id="15" name="">
            <a:extLst xmlns:a="http://schemas.openxmlformats.org/drawingml/2006/main">
              <a:ext uri="{FF2B5EF4-FFF2-40B4-BE49-F238E27FC236}">
                <a16:creationId xmlns:a16="http://schemas.microsoft.com/office/drawing/2014/main" id="{9E5A116B-4E78-4C0E-A100-934020437BFF}"/>
              </a:ext>
            </a:extLst>
          </p:cNvPr>
          <p:cNvSpPr>
            <a:spLocks xmlns:a="http://schemas.openxmlformats.org/drawingml/2006/main" noGrp="1"/>
          </p:cNvSpPr>
          <p:nvPr/>
        </p:nvSpPr>
        <p:spPr>
          <a:xfrm xmlns:a="http://schemas.openxmlformats.org/drawingml/2006/main">
            <a:off x="6524625"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필요하면 질문을 작게 나누기</a:t>
            </a:r>
          </a:p>
        </p:txBody>
      </p:sp>
      <p:sp>
        <p:nvSpPr>
          <p:cNvPr id="16" name="">
            <a:extLst xmlns:a="http://schemas.openxmlformats.org/drawingml/2006/main">
              <a:ext uri="{FF2B5EF4-FFF2-40B4-BE49-F238E27FC236}">
                <a16:creationId xmlns:a16="http://schemas.microsoft.com/office/drawing/2014/main" id="{E31902A6-CAAB-459D-9C00-376B6082BFD8}"/>
              </a:ext>
            </a:extLst>
          </p:cNvPr>
          <p:cNvSpPr>
            <a:spLocks xmlns:a="http://schemas.openxmlformats.org/drawingml/2006/main" noGrp="1"/>
          </p:cNvSpPr>
          <p:nvPr/>
        </p:nvSpPr>
        <p:spPr>
          <a:xfrm xmlns:a="http://schemas.openxmlformats.org/drawingml/2006/main">
            <a:off x="6524625"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관련 사실과 개체 찾기</a:t>
            </a:r>
          </a:p>
        </p:txBody>
      </p:sp>
      <p:sp>
        <p:nvSpPr>
          <p:cNvPr id="18" name="">
            <a:extLst xmlns:a="http://schemas.openxmlformats.org/drawingml/2006/main">
              <a:ext uri="{FF2B5EF4-FFF2-40B4-BE49-F238E27FC236}">
                <a16:creationId xmlns:a16="http://schemas.microsoft.com/office/drawing/2014/main" id="{12B20774-74E9-4E6B-866C-DEC6F1F64B89}"/>
              </a:ext>
            </a:extLst>
          </p:cNvPr>
          <p:cNvSpPr>
            <a:spLocks xmlns:a="http://schemas.openxmlformats.org/drawingml/2006/main" noGrp="1"/>
          </p:cNvSpPr>
          <p:nvPr/>
        </p:nvSpPr>
        <p:spPr>
          <a:xfrm xmlns:a="http://schemas.openxmlformats.org/drawingml/2006/main">
            <a:off x="6524625"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PPR로 관련 사실 범위 넓히기</a:t>
            </a:r>
          </a:p>
        </p:txBody>
      </p:sp>
      <p:sp>
        <p:nvSpPr>
          <p:cNvPr id="20" name="">
            <a:extLst xmlns:a="http://schemas.openxmlformats.org/drawingml/2006/main">
              <a:ext uri="{FF2B5EF4-FFF2-40B4-BE49-F238E27FC236}">
                <a16:creationId xmlns:a16="http://schemas.microsoft.com/office/drawing/2014/main" id="{7602FC9F-8B8A-465F-8073-49785A74CD17}"/>
              </a:ext>
            </a:extLst>
          </p:cNvPr>
          <p:cNvSpPr>
            <a:spLocks xmlns:a="http://schemas.openxmlformats.org/drawingml/2006/main" noGrp="1"/>
          </p:cNvSpPr>
          <p:nvPr/>
        </p:nvSpPr>
        <p:spPr>
          <a:xfrm xmlns:a="http://schemas.openxmlformats.org/drawingml/2006/main">
            <a:off x="6524625"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중복·무관한 사실 걸러내기</a:t>
            </a:r>
          </a:p>
        </p:txBody>
      </p:sp>
      <p:sp>
        <p:nvSpPr>
          <p:cNvPr id="22" name="">
            <a:extLst xmlns:a="http://schemas.openxmlformats.org/drawingml/2006/main">
              <a:ext uri="{FF2B5EF4-FFF2-40B4-BE49-F238E27FC236}">
                <a16:creationId xmlns:a16="http://schemas.microsoft.com/office/drawing/2014/main" id="{5BD27641-7488-4700-9C2B-D56729DE079F}"/>
              </a:ext>
            </a:extLst>
          </p:cNvPr>
          <p:cNvSpPr>
            <a:spLocks xmlns:a="http://schemas.openxmlformats.org/drawingml/2006/main" noGrp="1"/>
          </p:cNvSpPr>
          <p:nvPr/>
        </p:nvSpPr>
        <p:spPr>
          <a:xfrm xmlns:a="http://schemas.openxmlformats.org/drawingml/2006/main">
            <a:off x="6524625"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남긴 사실과 원문으로 답변</a:t>
            </a:r>
          </a:p>
        </p:txBody>
      </p:sp>
      <p:sp>
        <p:nvSpPr>
          <p:cNvPr id="24" name="">
            <a:extLst xmlns:a="http://schemas.openxmlformats.org/drawingml/2006/main">
              <a:ext uri="{FF2B5EF4-FFF2-40B4-BE49-F238E27FC236}">
                <a16:creationId xmlns:a16="http://schemas.microsoft.com/office/drawing/2014/main" id="{7372FECA-3831-407A-ABFC-81C3C8AD526E}"/>
              </a:ext>
            </a:extLst>
          </p:cNvPr>
          <p:cNvSpPr>
            <a:spLocks xmlns:a="http://schemas.openxmlformats.org/drawingml/2006/main" noGrp="1"/>
          </p:cNvSpPr>
          <p:nvPr/>
        </p:nvSpPr>
        <p:spPr>
          <a:xfrm xmlns:a="http://schemas.openxmlformats.org/drawingml/2006/main">
            <a:off x="571500" y="57340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350" b="0">
                <a:solidFill>
                  <a:srgbClr val="A4DDCA"/>
                </a:solidFill>
                <a:latin typeface="Noto Sans KR"/>
                <a:ea typeface="Noto Sans KR"/>
                <a:cs typeface="Noto Sans KR"/>
              </a:defRPr>
            </a:defPPr>
            <a:lvl1pPr>
              <a:buNone/>
              <a:defRPr sz="1200" b="0">
                <a:solidFill>
                  <a:srgbClr val="9BB4C0"/>
                </a:solidFill>
                <a:latin typeface="Noto Sans KR"/>
                <a:ea typeface="Noto Sans KR"/>
                <a:cs typeface="Noto Sans KR"/>
              </a:defRPr>
            </a:lvl1pPr>
            <a:lvl2pPr>
              <a:buNone/>
              <a:defRPr sz="1200" b="0">
                <a:solidFill>
                  <a:srgbClr val="9BB4C0"/>
                </a:solidFill>
                <a:latin typeface="Noto Sans KR"/>
                <a:ea typeface="Noto Sans KR"/>
                <a:cs typeface="Noto Sans KR"/>
              </a:defRPr>
            </a:lvl2pPr>
            <a:lvl3pPr>
              <a:buNone/>
              <a:defRPr sz="1200" b="0">
                <a:solidFill>
                  <a:srgbClr val="9BB4C0"/>
                </a:solidFill>
                <a:latin typeface="Noto Sans KR"/>
                <a:ea typeface="Noto Sans KR"/>
                <a:cs typeface="Noto Sans KR"/>
              </a:defRPr>
            </a:lvl3pPr>
            <a:lvl4pPr>
              <a:buNone/>
              <a:defRPr sz="1200" b="0">
                <a:solidFill>
                  <a:srgbClr val="9BB4C0"/>
                </a:solidFill>
                <a:latin typeface="Noto Sans KR"/>
                <a:ea typeface="Noto Sans KR"/>
                <a:cs typeface="Noto Sans KR"/>
              </a:defRPr>
            </a:lvl4pPr>
            <a:lvl5pPr>
              <a:buNone/>
              <a:defRPr sz="1200" b="0">
                <a:solidFill>
                  <a:srgbClr val="9BB4C0"/>
                </a:solidFill>
                <a:latin typeface="Noto Sans KR"/>
                <a:ea typeface="Noto Sans KR"/>
                <a:cs typeface="Noto Sans KR"/>
              </a:defRPr>
            </a:lvl5pPr>
            <a:lvl6pPr>
              <a:buNone/>
              <a:defRPr sz="1200" b="0">
                <a:solidFill>
                  <a:srgbClr val="9BB4C0"/>
                </a:solidFill>
                <a:latin typeface="Noto Sans KR"/>
                <a:ea typeface="Noto Sans KR"/>
                <a:cs typeface="Noto Sans KR"/>
              </a:defRPr>
            </a:lvl6pPr>
            <a:lvl7pPr>
              <a:buNone/>
              <a:defRPr sz="1200" b="0">
                <a:solidFill>
                  <a:srgbClr val="9BB4C0"/>
                </a:solidFill>
                <a:latin typeface="Noto Sans KR"/>
                <a:ea typeface="Noto Sans KR"/>
                <a:cs typeface="Noto Sans KR"/>
              </a:defRPr>
            </a:lvl7pPr>
            <a:lvl8pPr>
              <a:buNone/>
              <a:defRPr sz="1200" b="0">
                <a:solidFill>
                  <a:srgbClr val="9BB4C0"/>
                </a:solidFill>
                <a:latin typeface="Noto Sans KR"/>
                <a:ea typeface="Noto Sans KR"/>
                <a:cs typeface="Noto Sans KR"/>
              </a:defRPr>
            </a:lvl8pPr>
            <a:lvl9pPr>
              <a:buNone/>
              <a:defRPr sz="1200" b="0">
                <a:solidFill>
                  <a:srgbClr val="9BB4C0"/>
                </a:solidFill>
                <a:latin typeface="Noto Sans KR"/>
                <a:ea typeface="Noto Sans KR"/>
                <a:cs typeface="Noto Sans KR"/>
              </a:defRPr>
            </a:lvl9pPr>
          </a:lstStyle>
          <a:p xmlns:a="http://schemas.openxmlformats.org/drawingml/2006/main">
            <a:pPr>
              <a:buNone/>
              <a:defRPr sz="1350" b="0">
                <a:solidFill>
                  <a:srgbClr val="A4DDCA"/>
                </a:solidFill>
                <a:latin typeface="Noto Sans KR"/>
                <a:ea typeface="Noto Sans KR"/>
                <a:cs typeface="Noto Sans KR"/>
              </a:defRPr>
            </a:pPr>
            <a:r>
              <a:rPr sz="1350" b="0">
                <a:solidFill>
                  <a:srgbClr val="A4DDCA"/>
                </a:solidFill>
                <a:latin typeface="Noto Sans KR"/>
                <a:ea typeface="Noto Sans KR"/>
                <a:cs typeface="Noto Sans KR"/>
              </a:rPr>
              <a:t>핵심 차별점: 문서를 독립적인 작은 사실로 나누기</a:t>
            </a:r>
          </a:p>
        </p:txBody>
      </p:sp>
    </p:spTree>
    <p:extLst>
      <p:ext uri="{BB962C8B-B14F-4D97-AF65-F5344CB8AC3E}">
        <p14:creationId xmlns:p14="http://schemas.microsoft.com/office/powerpoint/2010/main" val="572326041"/>
      </p:ext>
    </p:extLst>
  </p:cSld>
</p:sld>
</file>

<file path=ppt/slides/slide26.xml><?xml version="1.0" encoding="utf-8"?>
<p:sld xmlns:p="http://schemas.openxmlformats.org/presentationml/2006/main">
  <p:cSld>
    <p:bg>
      <p:bgPr>
        <a:solidFill xmlns:a="http://schemas.openxmlformats.org/drawingml/2006/main">
          <a:srgbClr val="071824"/>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CD9EC6BB-EB7C-4446-859C-601DD578E3D6}"/>
              </a:ext>
            </a:extLst>
          </p:cNvPr>
          <p:cNvCxnSpPr>
            <a:stCxn xmlns:a="http://schemas.openxmlformats.org/drawingml/2006/main" id="20" idx="2"/>
            <a:endCxn xmlns:a="http://schemas.openxmlformats.org/drawingml/2006/main" id="22" idx="0"/>
          </p:cNvCxnSpPr>
          <p:nvPr/>
        </p:nvCxnSpPr>
        <p:spPr>
          <a:xfrm xmlns:a="http://schemas.openxmlformats.org/drawingml/2006/main">
            <a:off x="9072563" y="463867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A1724C4A-9AC1-40C8-B973-99C8DD2FD153}"/>
              </a:ext>
            </a:extLst>
          </p:cNvPr>
          <p:cNvCxnSpPr>
            <a:stCxn xmlns:a="http://schemas.openxmlformats.org/drawingml/2006/main" id="18" idx="2"/>
            <a:endCxn xmlns:a="http://schemas.openxmlformats.org/drawingml/2006/main" id="20" idx="0"/>
          </p:cNvCxnSpPr>
          <p:nvPr/>
        </p:nvCxnSpPr>
        <p:spPr>
          <a:xfrm xmlns:a="http://schemas.openxmlformats.org/drawingml/2006/main">
            <a:off x="9072563" y="398145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4A83941B-755E-4A52-AC04-EF719C029722}"/>
              </a:ext>
            </a:extLst>
          </p:cNvPr>
          <p:cNvCxnSpPr>
            <a:stCxn xmlns:a="http://schemas.openxmlformats.org/drawingml/2006/main" id="16" idx="2"/>
            <a:endCxn xmlns:a="http://schemas.openxmlformats.org/drawingml/2006/main" id="18" idx="0"/>
          </p:cNvCxnSpPr>
          <p:nvPr/>
        </p:nvCxnSpPr>
        <p:spPr>
          <a:xfrm xmlns:a="http://schemas.openxmlformats.org/drawingml/2006/main">
            <a:off x="9072563" y="332422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62823341-69A5-4469-A5BC-E1B95F564579}"/>
              </a:ext>
            </a:extLst>
          </p:cNvPr>
          <p:cNvCxnSpPr>
            <a:stCxn xmlns:a="http://schemas.openxmlformats.org/drawingml/2006/main" id="15" idx="2"/>
            <a:endCxn xmlns:a="http://schemas.openxmlformats.org/drawingml/2006/main" id="16" idx="0"/>
          </p:cNvCxnSpPr>
          <p:nvPr/>
        </p:nvCxnSpPr>
        <p:spPr>
          <a:xfrm xmlns:a="http://schemas.openxmlformats.org/drawingml/2006/main">
            <a:off x="9072563" y="266700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4B017F85-6EC3-4CF1-91F3-B23E165D59A4}"/>
              </a:ext>
            </a:extLst>
          </p:cNvPr>
          <p:cNvCxnSpPr>
            <a:stCxn xmlns:a="http://schemas.openxmlformats.org/drawingml/2006/main" id="10" idx="2"/>
            <a:endCxn xmlns:a="http://schemas.openxmlformats.org/drawingml/2006/main" id="12" idx="0"/>
          </p:cNvCxnSpPr>
          <p:nvPr/>
        </p:nvCxnSpPr>
        <p:spPr>
          <a:xfrm xmlns:a="http://schemas.openxmlformats.org/drawingml/2006/main">
            <a:off x="3119438" y="463867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346420C2-8211-4380-B5AB-4253134E41CB}"/>
              </a:ext>
            </a:extLst>
          </p:cNvPr>
          <p:cNvCxnSpPr>
            <a:stCxn xmlns:a="http://schemas.openxmlformats.org/drawingml/2006/main" id="8" idx="2"/>
            <a:endCxn xmlns:a="http://schemas.openxmlformats.org/drawingml/2006/main" id="10" idx="0"/>
          </p:cNvCxnSpPr>
          <p:nvPr/>
        </p:nvCxnSpPr>
        <p:spPr>
          <a:xfrm xmlns:a="http://schemas.openxmlformats.org/drawingml/2006/main">
            <a:off x="3119438" y="398145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ED06EE8D-8476-4E89-91A9-F18E8A03473B}"/>
              </a:ext>
            </a:extLst>
          </p:cNvPr>
          <p:cNvCxnSpPr>
            <a:stCxn xmlns:a="http://schemas.openxmlformats.org/drawingml/2006/main" id="6" idx="2"/>
            <a:endCxn xmlns:a="http://schemas.openxmlformats.org/drawingml/2006/main" id="8" idx="0"/>
          </p:cNvCxnSpPr>
          <p:nvPr/>
        </p:nvCxnSpPr>
        <p:spPr>
          <a:xfrm xmlns:a="http://schemas.openxmlformats.org/drawingml/2006/main">
            <a:off x="3119438" y="332422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FD1215CB-3684-44AE-A152-9A4703845F1F}"/>
              </a:ext>
            </a:extLst>
          </p:cNvPr>
          <p:cNvCxnSpPr>
            <a:stCxn xmlns:a="http://schemas.openxmlformats.org/drawingml/2006/main" id="5" idx="2"/>
            <a:endCxn xmlns:a="http://schemas.openxmlformats.org/drawingml/2006/main" id="6" idx="0"/>
          </p:cNvCxnSpPr>
          <p:nvPr/>
        </p:nvCxnSpPr>
        <p:spPr>
          <a:xfrm xmlns:a="http://schemas.openxmlformats.org/drawingml/2006/main">
            <a:off x="3119438" y="266700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sp>
        <p:nvSpPr>
          <p:cNvPr id="25" name="">
            <a:extLst xmlns:a="http://schemas.openxmlformats.org/drawingml/2006/main">
              <a:ext uri="{FF2B5EF4-FFF2-40B4-BE49-F238E27FC236}">
                <a16:creationId xmlns:a16="http://schemas.microsoft.com/office/drawing/2014/main" id="{B784FBD2-E462-4480-A641-25C8C99917B6}"/>
              </a:ext>
            </a:extLst>
          </p:cNvPr>
          <p:cNvSpPr>
            <a:spLocks xmlns:a="http://schemas.openxmlformats.org/drawingml/2006/main" noGrp="1"/>
          </p:cNvSpPr>
          <p:nvPr/>
        </p:nvSpPr>
        <p:spPr>
          <a:xfrm xmlns:a="http://schemas.openxmlformats.org/drawingml/2006/main">
            <a:off x="571500" y="285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8DE5CA"/>
                </a:solidFill>
                <a:latin typeface="Noto Sans KR"/>
                <a:ea typeface="Noto Sans KR"/>
                <a:cs typeface="Noto Sans KR"/>
              </a:defRPr>
            </a:defPPr>
            <a:lvl1pPr>
              <a:buNone/>
              <a:defRPr sz="900" b="1">
                <a:solidFill>
                  <a:srgbClr val="8DE5CA"/>
                </a:solidFill>
                <a:latin typeface="Noto Sans KR"/>
                <a:ea typeface="Noto Sans KR"/>
                <a:cs typeface="Noto Sans KR"/>
              </a:defRPr>
            </a:lvl1pPr>
            <a:lvl2pPr>
              <a:buNone/>
              <a:defRPr sz="900" b="1">
                <a:solidFill>
                  <a:srgbClr val="8DE5CA"/>
                </a:solidFill>
                <a:latin typeface="Noto Sans KR"/>
                <a:ea typeface="Noto Sans KR"/>
                <a:cs typeface="Noto Sans KR"/>
              </a:defRPr>
            </a:lvl2pPr>
            <a:lvl3pPr>
              <a:buNone/>
              <a:defRPr sz="900" b="1">
                <a:solidFill>
                  <a:srgbClr val="8DE5CA"/>
                </a:solidFill>
                <a:latin typeface="Noto Sans KR"/>
                <a:ea typeface="Noto Sans KR"/>
                <a:cs typeface="Noto Sans KR"/>
              </a:defRPr>
            </a:lvl3pPr>
            <a:lvl4pPr>
              <a:buNone/>
              <a:defRPr sz="900" b="1">
                <a:solidFill>
                  <a:srgbClr val="8DE5CA"/>
                </a:solidFill>
                <a:latin typeface="Noto Sans KR"/>
                <a:ea typeface="Noto Sans KR"/>
                <a:cs typeface="Noto Sans KR"/>
              </a:defRPr>
            </a:lvl4pPr>
            <a:lvl5pPr>
              <a:buNone/>
              <a:defRPr sz="900" b="1">
                <a:solidFill>
                  <a:srgbClr val="8DE5CA"/>
                </a:solidFill>
                <a:latin typeface="Noto Sans KR"/>
                <a:ea typeface="Noto Sans KR"/>
                <a:cs typeface="Noto Sans KR"/>
              </a:defRPr>
            </a:lvl5pPr>
            <a:lvl6pPr>
              <a:buNone/>
              <a:defRPr sz="900" b="1">
                <a:solidFill>
                  <a:srgbClr val="8DE5CA"/>
                </a:solidFill>
                <a:latin typeface="Noto Sans KR"/>
                <a:ea typeface="Noto Sans KR"/>
                <a:cs typeface="Noto Sans KR"/>
              </a:defRPr>
            </a:lvl6pPr>
            <a:lvl7pPr>
              <a:buNone/>
              <a:defRPr sz="900" b="1">
                <a:solidFill>
                  <a:srgbClr val="8DE5CA"/>
                </a:solidFill>
                <a:latin typeface="Noto Sans KR"/>
                <a:ea typeface="Noto Sans KR"/>
                <a:cs typeface="Noto Sans KR"/>
              </a:defRPr>
            </a:lvl7pPr>
            <a:lvl8pPr>
              <a:buNone/>
              <a:defRPr sz="900" b="1">
                <a:solidFill>
                  <a:srgbClr val="8DE5CA"/>
                </a:solidFill>
                <a:latin typeface="Noto Sans KR"/>
                <a:ea typeface="Noto Sans KR"/>
                <a:cs typeface="Noto Sans KR"/>
              </a:defRPr>
            </a:lvl8pPr>
            <a:lvl9pPr>
              <a:buNone/>
              <a:defRPr sz="900" b="1">
                <a:solidFill>
                  <a:srgbClr val="8DE5CA"/>
                </a:solidFill>
                <a:latin typeface="Noto Sans KR"/>
                <a:ea typeface="Noto Sans KR"/>
                <a:cs typeface="Noto Sans KR"/>
              </a:defRPr>
            </a:lvl9pPr>
          </a:lstStyle>
          <a:p xmlns:a="http://schemas.openxmlformats.org/drawingml/2006/main">
            <a:pPr>
              <a:buNone/>
              <a:defRPr sz="900" b="1">
                <a:solidFill>
                  <a:srgbClr val="8DE5CA"/>
                </a:solidFill>
                <a:latin typeface="Noto Sans KR"/>
                <a:ea typeface="Noto Sans KR"/>
                <a:cs typeface="Noto Sans KR"/>
              </a:defRPr>
            </a:pPr>
            <a:r>
              <a:rPr sz="900" b="1">
                <a:solidFill>
                  <a:srgbClr val="8DE5CA"/>
                </a:solidFill>
                <a:latin typeface="Noto Sans KR"/>
                <a:ea typeface="Noto Sans KR"/>
                <a:cs typeface="Noto Sans KR"/>
              </a:rPr>
              <a:t>02 / 근거 단위와 비용</a:t>
            </a:r>
          </a:p>
        </p:txBody>
      </p:sp>
      <p:sp>
        <p:nvSpPr>
          <p:cNvPr id="2" name="">
            <a:extLst xmlns:a="http://schemas.openxmlformats.org/drawingml/2006/main">
              <a:ext uri="{FF2B5EF4-FFF2-40B4-BE49-F238E27FC236}">
                <a16:creationId xmlns:a16="http://schemas.microsoft.com/office/drawing/2014/main" id="{0E54D800-5D3E-4407-8B8B-A1821C413C23}"/>
              </a:ext>
            </a:extLst>
          </p:cNvPr>
          <p:cNvSpPr>
            <a:spLocks xmlns:a="http://schemas.openxmlformats.org/drawingml/2006/main" noGrp="1"/>
          </p:cNvSpPr>
          <p:nvPr/>
        </p:nvSpPr>
        <p:spPr>
          <a:xfrm xmlns:a="http://schemas.openxmlformats.org/drawingml/2006/main">
            <a:off x="571500" y="7620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EAF5F3"/>
                </a:solidFill>
                <a:latin typeface="Noto Sans KR"/>
                <a:ea typeface="Noto Sans KR"/>
                <a:cs typeface="Noto Sans KR"/>
              </a:defRPr>
            </a:defPPr>
            <a:lvl1pPr>
              <a:buNone/>
              <a:defRPr sz="2850" b="1">
                <a:solidFill>
                  <a:srgbClr val="EAF5F3"/>
                </a:solidFill>
                <a:latin typeface="Noto Sans KR"/>
                <a:ea typeface="Noto Sans KR"/>
                <a:cs typeface="Noto Sans KR"/>
              </a:defRPr>
            </a:lvl1pPr>
            <a:lvl2pPr>
              <a:buNone/>
              <a:defRPr sz="2850" b="1">
                <a:solidFill>
                  <a:srgbClr val="EAF5F3"/>
                </a:solidFill>
                <a:latin typeface="Noto Sans KR"/>
                <a:ea typeface="Noto Sans KR"/>
                <a:cs typeface="Noto Sans KR"/>
              </a:defRPr>
            </a:lvl2pPr>
            <a:lvl3pPr>
              <a:buNone/>
              <a:defRPr sz="2850" b="1">
                <a:solidFill>
                  <a:srgbClr val="EAF5F3"/>
                </a:solidFill>
                <a:latin typeface="Noto Sans KR"/>
                <a:ea typeface="Noto Sans KR"/>
                <a:cs typeface="Noto Sans KR"/>
              </a:defRPr>
            </a:lvl3pPr>
            <a:lvl4pPr>
              <a:buNone/>
              <a:defRPr sz="2850" b="1">
                <a:solidFill>
                  <a:srgbClr val="EAF5F3"/>
                </a:solidFill>
                <a:latin typeface="Noto Sans KR"/>
                <a:ea typeface="Noto Sans KR"/>
                <a:cs typeface="Noto Sans KR"/>
              </a:defRPr>
            </a:lvl4pPr>
            <a:lvl5pPr>
              <a:buNone/>
              <a:defRPr sz="2850" b="1">
                <a:solidFill>
                  <a:srgbClr val="EAF5F3"/>
                </a:solidFill>
                <a:latin typeface="Noto Sans KR"/>
                <a:ea typeface="Noto Sans KR"/>
                <a:cs typeface="Noto Sans KR"/>
              </a:defRPr>
            </a:lvl5pPr>
            <a:lvl6pPr>
              <a:buNone/>
              <a:defRPr sz="2850" b="1">
                <a:solidFill>
                  <a:srgbClr val="EAF5F3"/>
                </a:solidFill>
                <a:latin typeface="Noto Sans KR"/>
                <a:ea typeface="Noto Sans KR"/>
                <a:cs typeface="Noto Sans KR"/>
              </a:defRPr>
            </a:lvl6pPr>
            <a:lvl7pPr>
              <a:buNone/>
              <a:defRPr sz="2850" b="1">
                <a:solidFill>
                  <a:srgbClr val="EAF5F3"/>
                </a:solidFill>
                <a:latin typeface="Noto Sans KR"/>
                <a:ea typeface="Noto Sans KR"/>
                <a:cs typeface="Noto Sans KR"/>
              </a:defRPr>
            </a:lvl7pPr>
            <a:lvl8pPr>
              <a:buNone/>
              <a:defRPr sz="2850" b="1">
                <a:solidFill>
                  <a:srgbClr val="EAF5F3"/>
                </a:solidFill>
                <a:latin typeface="Noto Sans KR"/>
                <a:ea typeface="Noto Sans KR"/>
                <a:cs typeface="Noto Sans KR"/>
              </a:defRPr>
            </a:lvl8pPr>
            <a:lvl9pPr>
              <a:buNone/>
              <a:defRPr sz="2850" b="1">
                <a:solidFill>
                  <a:srgbClr val="EAF5F3"/>
                </a:solidFill>
                <a:latin typeface="Noto Sans KR"/>
                <a:ea typeface="Noto Sans KR"/>
                <a:cs typeface="Noto Sans KR"/>
              </a:defRPr>
            </a:lvl9pPr>
          </a:lstStyle>
          <a:p xmlns:a="http://schemas.openxmlformats.org/drawingml/2006/main">
            <a:pPr>
              <a:buNone/>
              <a:defRPr sz="2850" b="1">
                <a:solidFill>
                  <a:srgbClr val="EAF5F3"/>
                </a:solidFill>
                <a:latin typeface="Noto Sans KR"/>
                <a:ea typeface="Noto Sans KR"/>
                <a:cs typeface="Noto Sans KR"/>
              </a:defRPr>
            </a:pPr>
            <a:r>
              <a:rPr sz="2850" b="1">
                <a:solidFill>
                  <a:srgbClr val="EAF5F3"/>
                </a:solidFill>
                <a:latin typeface="Noto Sans KR"/>
                <a:ea typeface="Noto Sans KR"/>
                <a:cs typeface="Noto Sans KR"/>
              </a:rPr>
              <a:t>MiniRAG의 전체 처리 순서</a:t>
            </a:r>
          </a:p>
        </p:txBody>
      </p:sp>
      <p:sp>
        <p:nvSpPr>
          <p:cNvPr id="3" name="">
            <a:extLst xmlns:a="http://schemas.openxmlformats.org/drawingml/2006/main">
              <a:ext uri="{FF2B5EF4-FFF2-40B4-BE49-F238E27FC236}">
                <a16:creationId xmlns:a16="http://schemas.microsoft.com/office/drawing/2014/main" id="{5560DC70-096A-4013-99E5-6106FD71AE5E}"/>
              </a:ext>
            </a:extLst>
          </p:cNvPr>
          <p:cNvSpPr>
            <a:spLocks xmlns:a="http://schemas.openxmlformats.org/drawingml/2006/main" noGrp="1"/>
          </p:cNvSpPr>
          <p:nvPr/>
        </p:nvSpPr>
        <p:spPr>
          <a:xfrm xmlns:a="http://schemas.openxmlformats.org/drawingml/2006/main">
            <a:off x="11144250" y="642937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DE5CA"/>
                </a:solidFill>
                <a:latin typeface="Noto Sans KR"/>
                <a:ea typeface="Noto Sans KR"/>
                <a:cs typeface="Noto Sans KR"/>
              </a:defRPr>
            </a:defPPr>
            <a:lvl1pPr>
              <a:buNone/>
              <a:defRPr sz="1050" b="0">
                <a:solidFill>
                  <a:srgbClr val="8DE5CA"/>
                </a:solidFill>
                <a:latin typeface="Noto Sans KR"/>
                <a:ea typeface="Noto Sans KR"/>
                <a:cs typeface="Noto Sans KR"/>
              </a:defRPr>
            </a:lvl1pPr>
            <a:lvl2pPr>
              <a:buNone/>
              <a:defRPr sz="1050" b="0">
                <a:solidFill>
                  <a:srgbClr val="8DE5CA"/>
                </a:solidFill>
                <a:latin typeface="Noto Sans KR"/>
                <a:ea typeface="Noto Sans KR"/>
                <a:cs typeface="Noto Sans KR"/>
              </a:defRPr>
            </a:lvl2pPr>
            <a:lvl3pPr>
              <a:buNone/>
              <a:defRPr sz="1050" b="0">
                <a:solidFill>
                  <a:srgbClr val="8DE5CA"/>
                </a:solidFill>
                <a:latin typeface="Noto Sans KR"/>
                <a:ea typeface="Noto Sans KR"/>
                <a:cs typeface="Noto Sans KR"/>
              </a:defRPr>
            </a:lvl3pPr>
            <a:lvl4pPr>
              <a:buNone/>
              <a:defRPr sz="1050" b="0">
                <a:solidFill>
                  <a:srgbClr val="8DE5CA"/>
                </a:solidFill>
                <a:latin typeface="Noto Sans KR"/>
                <a:ea typeface="Noto Sans KR"/>
                <a:cs typeface="Noto Sans KR"/>
              </a:defRPr>
            </a:lvl4pPr>
            <a:lvl5pPr>
              <a:buNone/>
              <a:defRPr sz="1050" b="0">
                <a:solidFill>
                  <a:srgbClr val="8DE5CA"/>
                </a:solidFill>
                <a:latin typeface="Noto Sans KR"/>
                <a:ea typeface="Noto Sans KR"/>
                <a:cs typeface="Noto Sans KR"/>
              </a:defRPr>
            </a:lvl5pPr>
            <a:lvl6pPr>
              <a:buNone/>
              <a:defRPr sz="1050" b="0">
                <a:solidFill>
                  <a:srgbClr val="8DE5CA"/>
                </a:solidFill>
                <a:latin typeface="Noto Sans KR"/>
                <a:ea typeface="Noto Sans KR"/>
                <a:cs typeface="Noto Sans KR"/>
              </a:defRPr>
            </a:lvl6pPr>
            <a:lvl7pPr>
              <a:buNone/>
              <a:defRPr sz="1050" b="0">
                <a:solidFill>
                  <a:srgbClr val="8DE5CA"/>
                </a:solidFill>
                <a:latin typeface="Noto Sans KR"/>
                <a:ea typeface="Noto Sans KR"/>
                <a:cs typeface="Noto Sans KR"/>
              </a:defRPr>
            </a:lvl7pPr>
            <a:lvl8pPr>
              <a:buNone/>
              <a:defRPr sz="1050" b="0">
                <a:solidFill>
                  <a:srgbClr val="8DE5CA"/>
                </a:solidFill>
                <a:latin typeface="Noto Sans KR"/>
                <a:ea typeface="Noto Sans KR"/>
                <a:cs typeface="Noto Sans KR"/>
              </a:defRPr>
            </a:lvl8pPr>
            <a:lvl9pPr>
              <a:buNone/>
              <a:defRPr sz="1050" b="0">
                <a:solidFill>
                  <a:srgbClr val="8DE5CA"/>
                </a:solidFill>
                <a:latin typeface="Noto Sans KR"/>
                <a:ea typeface="Noto Sans KR"/>
                <a:cs typeface="Noto Sans KR"/>
              </a:defRPr>
            </a:lvl9pPr>
          </a:lstStyle>
          <a:p xmlns:a="http://schemas.openxmlformats.org/drawingml/2006/main">
            <a:pPr>
              <a:buNone/>
              <a:defRPr sz="1050" b="0">
                <a:solidFill>
                  <a:srgbClr val="8DE5CA"/>
                </a:solidFill>
                <a:latin typeface="Noto Sans KR"/>
                <a:ea typeface="Noto Sans KR"/>
                <a:cs typeface="Noto Sans KR"/>
              </a:defRPr>
            </a:pPr>
            <a:r>
              <a:rPr sz="1050" b="0">
                <a:solidFill>
                  <a:srgbClr val="8DE5CA"/>
                </a:solidFill>
                <a:latin typeface="Noto Sans KR"/>
                <a:ea typeface="Noto Sans KR"/>
                <a:cs typeface="Noto Sans KR"/>
              </a:rPr>
              <a:t>26</a:t>
            </a:r>
          </a:p>
        </p:txBody>
      </p:sp>
      <p:sp>
        <p:nvSpPr>
          <p:cNvPr id="4" name="">
            <a:extLst xmlns:a="http://schemas.openxmlformats.org/drawingml/2006/main">
              <a:ext uri="{FF2B5EF4-FFF2-40B4-BE49-F238E27FC236}">
                <a16:creationId xmlns:a16="http://schemas.microsoft.com/office/drawing/2014/main" id="{26DDE4C9-B567-4378-8626-4F521149D357}"/>
              </a:ext>
            </a:extLst>
          </p:cNvPr>
          <p:cNvSpPr>
            <a:spLocks xmlns:a="http://schemas.openxmlformats.org/drawingml/2006/main" noGrp="1"/>
          </p:cNvSpPr>
          <p:nvPr/>
        </p:nvSpPr>
        <p:spPr>
          <a:xfrm xmlns:a="http://schemas.openxmlformats.org/drawingml/2006/main">
            <a:off x="571500"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EBBF3"/>
                </a:solidFill>
                <a:latin typeface="Noto Sans KR"/>
                <a:ea typeface="Noto Sans KR"/>
                <a:cs typeface="Noto Sans KR"/>
              </a:defRPr>
            </a:defPPr>
            <a:lvl1pPr>
              <a:buNone/>
              <a:defRPr sz="1275" b="1">
                <a:solidFill>
                  <a:srgbClr val="8EBBF3"/>
                </a:solidFill>
                <a:latin typeface="Noto Sans KR"/>
                <a:ea typeface="Noto Sans KR"/>
                <a:cs typeface="Noto Sans KR"/>
              </a:defRPr>
            </a:lvl1pPr>
            <a:lvl2pPr>
              <a:buNone/>
              <a:defRPr sz="1275" b="1">
                <a:solidFill>
                  <a:srgbClr val="8EBBF3"/>
                </a:solidFill>
                <a:latin typeface="Noto Sans KR"/>
                <a:ea typeface="Noto Sans KR"/>
                <a:cs typeface="Noto Sans KR"/>
              </a:defRPr>
            </a:lvl2pPr>
            <a:lvl3pPr>
              <a:buNone/>
              <a:defRPr sz="1275" b="1">
                <a:solidFill>
                  <a:srgbClr val="8EBBF3"/>
                </a:solidFill>
                <a:latin typeface="Noto Sans KR"/>
                <a:ea typeface="Noto Sans KR"/>
                <a:cs typeface="Noto Sans KR"/>
              </a:defRPr>
            </a:lvl3pPr>
            <a:lvl4pPr>
              <a:buNone/>
              <a:defRPr sz="1275" b="1">
                <a:solidFill>
                  <a:srgbClr val="8EBBF3"/>
                </a:solidFill>
                <a:latin typeface="Noto Sans KR"/>
                <a:ea typeface="Noto Sans KR"/>
                <a:cs typeface="Noto Sans KR"/>
              </a:defRPr>
            </a:lvl4pPr>
            <a:lvl5pPr>
              <a:buNone/>
              <a:defRPr sz="1275" b="1">
                <a:solidFill>
                  <a:srgbClr val="8EBBF3"/>
                </a:solidFill>
                <a:latin typeface="Noto Sans KR"/>
                <a:ea typeface="Noto Sans KR"/>
                <a:cs typeface="Noto Sans KR"/>
              </a:defRPr>
            </a:lvl5pPr>
            <a:lvl6pPr>
              <a:buNone/>
              <a:defRPr sz="1275" b="1">
                <a:solidFill>
                  <a:srgbClr val="8EBBF3"/>
                </a:solidFill>
                <a:latin typeface="Noto Sans KR"/>
                <a:ea typeface="Noto Sans KR"/>
                <a:cs typeface="Noto Sans KR"/>
              </a:defRPr>
            </a:lvl6pPr>
            <a:lvl7pPr>
              <a:buNone/>
              <a:defRPr sz="1275" b="1">
                <a:solidFill>
                  <a:srgbClr val="8EBBF3"/>
                </a:solidFill>
                <a:latin typeface="Noto Sans KR"/>
                <a:ea typeface="Noto Sans KR"/>
                <a:cs typeface="Noto Sans KR"/>
              </a:defRPr>
            </a:lvl7pPr>
            <a:lvl8pPr>
              <a:buNone/>
              <a:defRPr sz="1275" b="1">
                <a:solidFill>
                  <a:srgbClr val="8EBBF3"/>
                </a:solidFill>
                <a:latin typeface="Noto Sans KR"/>
                <a:ea typeface="Noto Sans KR"/>
                <a:cs typeface="Noto Sans KR"/>
              </a:defRPr>
            </a:lvl8pPr>
            <a:lvl9pPr>
              <a:buNone/>
              <a:defRPr sz="1275" b="1">
                <a:solidFill>
                  <a:srgbClr val="8EBBF3"/>
                </a:solidFill>
                <a:latin typeface="Noto Sans KR"/>
                <a:ea typeface="Noto Sans KR"/>
                <a:cs typeface="Noto Sans KR"/>
              </a:defRPr>
            </a:lvl9pPr>
          </a:lstStyle>
          <a:p xmlns:a="http://schemas.openxmlformats.org/drawingml/2006/main">
            <a:pPr>
              <a:buNone/>
              <a:defRPr sz="1275" b="1">
                <a:solidFill>
                  <a:srgbClr val="8EBBF3"/>
                </a:solidFill>
                <a:latin typeface="Noto Sans KR"/>
                <a:ea typeface="Noto Sans KR"/>
                <a:cs typeface="Noto Sans KR"/>
              </a:defRPr>
            </a:pPr>
            <a:r>
              <a:rPr sz="1275" b="1">
                <a:solidFill>
                  <a:srgbClr val="8EBBF3"/>
                </a:solidFill>
                <a:latin typeface="Noto Sans KR"/>
                <a:ea typeface="Noto Sans KR"/>
                <a:cs typeface="Noto Sans KR"/>
              </a:rPr>
              <a:t>문서가 들어오면 미리 준비</a:t>
            </a:r>
          </a:p>
        </p:txBody>
      </p:sp>
      <p:sp>
        <p:nvSpPr>
          <p:cNvPr id="5" name="">
            <a:extLst xmlns:a="http://schemas.openxmlformats.org/drawingml/2006/main">
              <a:ext uri="{FF2B5EF4-FFF2-40B4-BE49-F238E27FC236}">
                <a16:creationId xmlns:a16="http://schemas.microsoft.com/office/drawing/2014/main" id="{7B7995DD-C3B3-4235-84A8-6387A816E6E5}"/>
              </a:ext>
            </a:extLst>
          </p:cNvPr>
          <p:cNvSpPr>
            <a:spLocks xmlns:a="http://schemas.openxmlformats.org/drawingml/2006/main" noGrp="1"/>
          </p:cNvSpPr>
          <p:nvPr/>
        </p:nvSpPr>
        <p:spPr>
          <a:xfrm xmlns:a="http://schemas.openxmlformats.org/drawingml/2006/main">
            <a:off x="571500"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문서에서 원문 조각 준비</a:t>
            </a:r>
          </a:p>
        </p:txBody>
      </p:sp>
      <p:sp>
        <p:nvSpPr>
          <p:cNvPr id="6" name="">
            <a:extLst xmlns:a="http://schemas.openxmlformats.org/drawingml/2006/main">
              <a:ext uri="{FF2B5EF4-FFF2-40B4-BE49-F238E27FC236}">
                <a16:creationId xmlns:a16="http://schemas.microsoft.com/office/drawing/2014/main" id="{EB126013-C648-4751-8CFD-E9D18E3DF626}"/>
              </a:ext>
            </a:extLst>
          </p:cNvPr>
          <p:cNvSpPr>
            <a:spLocks xmlns:a="http://schemas.openxmlformats.org/drawingml/2006/main" noGrp="1"/>
          </p:cNvSpPr>
          <p:nvPr/>
        </p:nvSpPr>
        <p:spPr>
          <a:xfrm xmlns:a="http://schemas.openxmlformats.org/drawingml/2006/main">
            <a:off x="571500"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가벼운 개체 추출</a:t>
            </a:r>
          </a:p>
        </p:txBody>
      </p:sp>
      <p:sp>
        <p:nvSpPr>
          <p:cNvPr id="8" name="">
            <a:extLst xmlns:a="http://schemas.openxmlformats.org/drawingml/2006/main">
              <a:ext uri="{FF2B5EF4-FFF2-40B4-BE49-F238E27FC236}">
                <a16:creationId xmlns:a16="http://schemas.microsoft.com/office/drawing/2014/main" id="{0B18B186-7A1B-4101-9602-5B07CD7E7954}"/>
              </a:ext>
            </a:extLst>
          </p:cNvPr>
          <p:cNvSpPr>
            <a:spLocks xmlns:a="http://schemas.openxmlformats.org/drawingml/2006/main" noGrp="1"/>
          </p:cNvSpPr>
          <p:nvPr/>
        </p:nvSpPr>
        <p:spPr>
          <a:xfrm xmlns:a="http://schemas.openxmlformats.org/drawingml/2006/main">
            <a:off x="571500"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개체와 원문을 함께 연결</a:t>
            </a:r>
          </a:p>
        </p:txBody>
      </p:sp>
      <p:sp>
        <p:nvSpPr>
          <p:cNvPr id="10" name="">
            <a:extLst xmlns:a="http://schemas.openxmlformats.org/drawingml/2006/main">
              <a:ext uri="{FF2B5EF4-FFF2-40B4-BE49-F238E27FC236}">
                <a16:creationId xmlns:a16="http://schemas.microsoft.com/office/drawing/2014/main" id="{83A8A865-E269-4645-85ED-F7703140485A}"/>
              </a:ext>
            </a:extLst>
          </p:cNvPr>
          <p:cNvSpPr>
            <a:spLocks xmlns:a="http://schemas.openxmlformats.org/drawingml/2006/main" noGrp="1"/>
          </p:cNvSpPr>
          <p:nvPr/>
        </p:nvSpPr>
        <p:spPr>
          <a:xfrm xmlns:a="http://schemas.openxmlformats.org/drawingml/2006/main">
            <a:off x="571500"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내용과 연결 구조 저장</a:t>
            </a:r>
          </a:p>
        </p:txBody>
      </p:sp>
      <p:sp>
        <p:nvSpPr>
          <p:cNvPr id="12" name="">
            <a:extLst xmlns:a="http://schemas.openxmlformats.org/drawingml/2006/main">
              <a:ext uri="{FF2B5EF4-FFF2-40B4-BE49-F238E27FC236}">
                <a16:creationId xmlns:a16="http://schemas.microsoft.com/office/drawing/2014/main" id="{5FBDD634-9D47-409B-8442-864C3947E025}"/>
              </a:ext>
            </a:extLst>
          </p:cNvPr>
          <p:cNvSpPr>
            <a:spLocks xmlns:a="http://schemas.openxmlformats.org/drawingml/2006/main" noGrp="1"/>
          </p:cNvSpPr>
          <p:nvPr/>
        </p:nvSpPr>
        <p:spPr>
          <a:xfrm xmlns:a="http://schemas.openxmlformats.org/drawingml/2006/main">
            <a:off x="571500"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작은 모델용 검색 구조 준비</a:t>
            </a:r>
          </a:p>
        </p:txBody>
      </p:sp>
      <p:sp>
        <p:nvSpPr>
          <p:cNvPr id="14" name="">
            <a:extLst xmlns:a="http://schemas.openxmlformats.org/drawingml/2006/main">
              <a:ext uri="{FF2B5EF4-FFF2-40B4-BE49-F238E27FC236}">
                <a16:creationId xmlns:a16="http://schemas.microsoft.com/office/drawing/2014/main" id="{DCBABF9A-1AC9-4DB5-94AC-7AA7C4078429}"/>
              </a:ext>
            </a:extLst>
          </p:cNvPr>
          <p:cNvSpPr>
            <a:spLocks xmlns:a="http://schemas.openxmlformats.org/drawingml/2006/main" noGrp="1"/>
          </p:cNvSpPr>
          <p:nvPr/>
        </p:nvSpPr>
        <p:spPr>
          <a:xfrm xmlns:a="http://schemas.openxmlformats.org/drawingml/2006/main">
            <a:off x="6524625"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DE5CA"/>
                </a:solidFill>
                <a:latin typeface="Noto Sans KR"/>
                <a:ea typeface="Noto Sans KR"/>
                <a:cs typeface="Noto Sans KR"/>
              </a:defRPr>
            </a:defPPr>
            <a:lvl1pPr>
              <a:buNone/>
              <a:defRPr sz="1275" b="1">
                <a:solidFill>
                  <a:srgbClr val="8DE5CA"/>
                </a:solidFill>
                <a:latin typeface="Noto Sans KR"/>
                <a:ea typeface="Noto Sans KR"/>
                <a:cs typeface="Noto Sans KR"/>
              </a:defRPr>
            </a:lvl1pPr>
            <a:lvl2pPr>
              <a:buNone/>
              <a:defRPr sz="1275" b="1">
                <a:solidFill>
                  <a:srgbClr val="8DE5CA"/>
                </a:solidFill>
                <a:latin typeface="Noto Sans KR"/>
                <a:ea typeface="Noto Sans KR"/>
                <a:cs typeface="Noto Sans KR"/>
              </a:defRPr>
            </a:lvl2pPr>
            <a:lvl3pPr>
              <a:buNone/>
              <a:defRPr sz="1275" b="1">
                <a:solidFill>
                  <a:srgbClr val="8DE5CA"/>
                </a:solidFill>
                <a:latin typeface="Noto Sans KR"/>
                <a:ea typeface="Noto Sans KR"/>
                <a:cs typeface="Noto Sans KR"/>
              </a:defRPr>
            </a:lvl3pPr>
            <a:lvl4pPr>
              <a:buNone/>
              <a:defRPr sz="1275" b="1">
                <a:solidFill>
                  <a:srgbClr val="8DE5CA"/>
                </a:solidFill>
                <a:latin typeface="Noto Sans KR"/>
                <a:ea typeface="Noto Sans KR"/>
                <a:cs typeface="Noto Sans KR"/>
              </a:defRPr>
            </a:lvl4pPr>
            <a:lvl5pPr>
              <a:buNone/>
              <a:defRPr sz="1275" b="1">
                <a:solidFill>
                  <a:srgbClr val="8DE5CA"/>
                </a:solidFill>
                <a:latin typeface="Noto Sans KR"/>
                <a:ea typeface="Noto Sans KR"/>
                <a:cs typeface="Noto Sans KR"/>
              </a:defRPr>
            </a:lvl5pPr>
            <a:lvl6pPr>
              <a:buNone/>
              <a:defRPr sz="1275" b="1">
                <a:solidFill>
                  <a:srgbClr val="8DE5CA"/>
                </a:solidFill>
                <a:latin typeface="Noto Sans KR"/>
                <a:ea typeface="Noto Sans KR"/>
                <a:cs typeface="Noto Sans KR"/>
              </a:defRPr>
            </a:lvl6pPr>
            <a:lvl7pPr>
              <a:buNone/>
              <a:defRPr sz="1275" b="1">
                <a:solidFill>
                  <a:srgbClr val="8DE5CA"/>
                </a:solidFill>
                <a:latin typeface="Noto Sans KR"/>
                <a:ea typeface="Noto Sans KR"/>
                <a:cs typeface="Noto Sans KR"/>
              </a:defRPr>
            </a:lvl7pPr>
            <a:lvl8pPr>
              <a:buNone/>
              <a:defRPr sz="1275" b="1">
                <a:solidFill>
                  <a:srgbClr val="8DE5CA"/>
                </a:solidFill>
                <a:latin typeface="Noto Sans KR"/>
                <a:ea typeface="Noto Sans KR"/>
                <a:cs typeface="Noto Sans KR"/>
              </a:defRPr>
            </a:lvl8pPr>
            <a:lvl9pPr>
              <a:buNone/>
              <a:defRPr sz="1275" b="1">
                <a:solidFill>
                  <a:srgbClr val="8DE5CA"/>
                </a:solidFill>
                <a:latin typeface="Noto Sans KR"/>
                <a:ea typeface="Noto Sans KR"/>
                <a:cs typeface="Noto Sans KR"/>
              </a:defRPr>
            </a:lvl9pPr>
          </a:lstStyle>
          <a:p xmlns:a="http://schemas.openxmlformats.org/drawingml/2006/main">
            <a:pPr>
              <a:buNone/>
              <a:defRPr sz="1275" b="1">
                <a:solidFill>
                  <a:srgbClr val="8DE5CA"/>
                </a:solidFill>
                <a:latin typeface="Noto Sans KR"/>
                <a:ea typeface="Noto Sans KR"/>
                <a:cs typeface="Noto Sans KR"/>
              </a:defRPr>
            </a:pPr>
            <a:r>
              <a:rPr sz="1275" b="1">
                <a:solidFill>
                  <a:srgbClr val="8DE5CA"/>
                </a:solidFill>
                <a:latin typeface="Noto Sans KR"/>
                <a:ea typeface="Noto Sans KR"/>
                <a:cs typeface="Noto Sans KR"/>
              </a:rPr>
              <a:t>질문이 오면 검색하고 답변</a:t>
            </a:r>
          </a:p>
        </p:txBody>
      </p:sp>
      <p:sp>
        <p:nvSpPr>
          <p:cNvPr id="15" name="">
            <a:extLst xmlns:a="http://schemas.openxmlformats.org/drawingml/2006/main">
              <a:ext uri="{FF2B5EF4-FFF2-40B4-BE49-F238E27FC236}">
                <a16:creationId xmlns:a16="http://schemas.microsoft.com/office/drawing/2014/main" id="{E822FADD-9A96-4458-B0FB-00CA686DB158}"/>
              </a:ext>
            </a:extLst>
          </p:cNvPr>
          <p:cNvSpPr>
            <a:spLocks xmlns:a="http://schemas.openxmlformats.org/drawingml/2006/main" noGrp="1"/>
          </p:cNvSpPr>
          <p:nvPr/>
        </p:nvSpPr>
        <p:spPr>
          <a:xfrm xmlns:a="http://schemas.openxmlformats.org/drawingml/2006/main">
            <a:off x="6524625"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질문 속 개체와 답 종류 파악</a:t>
            </a:r>
          </a:p>
        </p:txBody>
      </p:sp>
      <p:sp>
        <p:nvSpPr>
          <p:cNvPr id="16" name="">
            <a:extLst xmlns:a="http://schemas.openxmlformats.org/drawingml/2006/main">
              <a:ext uri="{FF2B5EF4-FFF2-40B4-BE49-F238E27FC236}">
                <a16:creationId xmlns:a16="http://schemas.microsoft.com/office/drawing/2014/main" id="{7993A553-79DD-4978-BBA2-769DF965DF19}"/>
              </a:ext>
            </a:extLst>
          </p:cNvPr>
          <p:cNvSpPr>
            <a:spLocks xmlns:a="http://schemas.openxmlformats.org/drawingml/2006/main" noGrp="1"/>
          </p:cNvSpPr>
          <p:nvPr/>
        </p:nvSpPr>
        <p:spPr>
          <a:xfrm xmlns:a="http://schemas.openxmlformats.org/drawingml/2006/main">
            <a:off x="6524625"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관련 개체·원문 후보 찾기</a:t>
            </a:r>
          </a:p>
        </p:txBody>
      </p:sp>
      <p:sp>
        <p:nvSpPr>
          <p:cNvPr id="18" name="">
            <a:extLst xmlns:a="http://schemas.openxmlformats.org/drawingml/2006/main">
              <a:ext uri="{FF2B5EF4-FFF2-40B4-BE49-F238E27FC236}">
                <a16:creationId xmlns:a16="http://schemas.microsoft.com/office/drawing/2014/main" id="{23BDFD2D-FE4A-4B32-A784-35314577C4E1}"/>
              </a:ext>
            </a:extLst>
          </p:cNvPr>
          <p:cNvSpPr>
            <a:spLocks xmlns:a="http://schemas.openxmlformats.org/drawingml/2006/main" noGrp="1"/>
          </p:cNvSpPr>
          <p:nvPr/>
        </p:nvSpPr>
        <p:spPr>
          <a:xfrm xmlns:a="http://schemas.openxmlformats.org/drawingml/2006/main">
            <a:off x="6524625"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연결 구조로 경로 탐색</a:t>
            </a:r>
          </a:p>
        </p:txBody>
      </p:sp>
      <p:sp>
        <p:nvSpPr>
          <p:cNvPr id="20" name="">
            <a:extLst xmlns:a="http://schemas.openxmlformats.org/drawingml/2006/main">
              <a:ext uri="{FF2B5EF4-FFF2-40B4-BE49-F238E27FC236}">
                <a16:creationId xmlns:a16="http://schemas.microsoft.com/office/drawing/2014/main" id="{7E5DFF7E-D1BF-48D5-A05D-243E7A6486E4}"/>
              </a:ext>
            </a:extLst>
          </p:cNvPr>
          <p:cNvSpPr>
            <a:spLocks xmlns:a="http://schemas.openxmlformats.org/drawingml/2006/main" noGrp="1"/>
          </p:cNvSpPr>
          <p:nvPr/>
        </p:nvSpPr>
        <p:spPr>
          <a:xfrm xmlns:a="http://schemas.openxmlformats.org/drawingml/2006/main">
            <a:off x="6524625"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짧은 경로와 원문 선택</a:t>
            </a:r>
          </a:p>
        </p:txBody>
      </p:sp>
      <p:sp>
        <p:nvSpPr>
          <p:cNvPr id="22" name="">
            <a:extLst xmlns:a="http://schemas.openxmlformats.org/drawingml/2006/main">
              <a:ext uri="{FF2B5EF4-FFF2-40B4-BE49-F238E27FC236}">
                <a16:creationId xmlns:a16="http://schemas.microsoft.com/office/drawing/2014/main" id="{DF500CD9-731A-43CB-B7AB-86EDA8867B9B}"/>
              </a:ext>
            </a:extLst>
          </p:cNvPr>
          <p:cNvSpPr>
            <a:spLocks xmlns:a="http://schemas.openxmlformats.org/drawingml/2006/main" noGrp="1"/>
          </p:cNvSpPr>
          <p:nvPr/>
        </p:nvSpPr>
        <p:spPr>
          <a:xfrm xmlns:a="http://schemas.openxmlformats.org/drawingml/2006/main">
            <a:off x="6524625"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선택한 근거로 답변 작성</a:t>
            </a:r>
          </a:p>
        </p:txBody>
      </p:sp>
      <p:sp>
        <p:nvSpPr>
          <p:cNvPr id="24" name="">
            <a:extLst xmlns:a="http://schemas.openxmlformats.org/drawingml/2006/main">
              <a:ext uri="{FF2B5EF4-FFF2-40B4-BE49-F238E27FC236}">
                <a16:creationId xmlns:a16="http://schemas.microsoft.com/office/drawing/2014/main" id="{093E9D26-787C-4DF6-BA58-46E566AF4FCD}"/>
              </a:ext>
            </a:extLst>
          </p:cNvPr>
          <p:cNvSpPr>
            <a:spLocks xmlns:a="http://schemas.openxmlformats.org/drawingml/2006/main" noGrp="1"/>
          </p:cNvSpPr>
          <p:nvPr/>
        </p:nvSpPr>
        <p:spPr>
          <a:xfrm xmlns:a="http://schemas.openxmlformats.org/drawingml/2006/main">
            <a:off x="571500" y="57340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350" b="0">
                <a:solidFill>
                  <a:srgbClr val="A4DDCA"/>
                </a:solidFill>
                <a:latin typeface="Noto Sans KR"/>
                <a:ea typeface="Noto Sans KR"/>
                <a:cs typeface="Noto Sans KR"/>
              </a:defRPr>
            </a:defPPr>
            <a:lvl1pPr>
              <a:buNone/>
              <a:defRPr sz="1200" b="0">
                <a:solidFill>
                  <a:srgbClr val="9BB4C0"/>
                </a:solidFill>
                <a:latin typeface="Noto Sans KR"/>
                <a:ea typeface="Noto Sans KR"/>
                <a:cs typeface="Noto Sans KR"/>
              </a:defRPr>
            </a:lvl1pPr>
            <a:lvl2pPr>
              <a:buNone/>
              <a:defRPr sz="1200" b="0">
                <a:solidFill>
                  <a:srgbClr val="9BB4C0"/>
                </a:solidFill>
                <a:latin typeface="Noto Sans KR"/>
                <a:ea typeface="Noto Sans KR"/>
                <a:cs typeface="Noto Sans KR"/>
              </a:defRPr>
            </a:lvl2pPr>
            <a:lvl3pPr>
              <a:buNone/>
              <a:defRPr sz="1200" b="0">
                <a:solidFill>
                  <a:srgbClr val="9BB4C0"/>
                </a:solidFill>
                <a:latin typeface="Noto Sans KR"/>
                <a:ea typeface="Noto Sans KR"/>
                <a:cs typeface="Noto Sans KR"/>
              </a:defRPr>
            </a:lvl3pPr>
            <a:lvl4pPr>
              <a:buNone/>
              <a:defRPr sz="1200" b="0">
                <a:solidFill>
                  <a:srgbClr val="9BB4C0"/>
                </a:solidFill>
                <a:latin typeface="Noto Sans KR"/>
                <a:ea typeface="Noto Sans KR"/>
                <a:cs typeface="Noto Sans KR"/>
              </a:defRPr>
            </a:lvl4pPr>
            <a:lvl5pPr>
              <a:buNone/>
              <a:defRPr sz="1200" b="0">
                <a:solidFill>
                  <a:srgbClr val="9BB4C0"/>
                </a:solidFill>
                <a:latin typeface="Noto Sans KR"/>
                <a:ea typeface="Noto Sans KR"/>
                <a:cs typeface="Noto Sans KR"/>
              </a:defRPr>
            </a:lvl5pPr>
            <a:lvl6pPr>
              <a:buNone/>
              <a:defRPr sz="1200" b="0">
                <a:solidFill>
                  <a:srgbClr val="9BB4C0"/>
                </a:solidFill>
                <a:latin typeface="Noto Sans KR"/>
                <a:ea typeface="Noto Sans KR"/>
                <a:cs typeface="Noto Sans KR"/>
              </a:defRPr>
            </a:lvl6pPr>
            <a:lvl7pPr>
              <a:buNone/>
              <a:defRPr sz="1200" b="0">
                <a:solidFill>
                  <a:srgbClr val="9BB4C0"/>
                </a:solidFill>
                <a:latin typeface="Noto Sans KR"/>
                <a:ea typeface="Noto Sans KR"/>
                <a:cs typeface="Noto Sans KR"/>
              </a:defRPr>
            </a:lvl7pPr>
            <a:lvl8pPr>
              <a:buNone/>
              <a:defRPr sz="1200" b="0">
                <a:solidFill>
                  <a:srgbClr val="9BB4C0"/>
                </a:solidFill>
                <a:latin typeface="Noto Sans KR"/>
                <a:ea typeface="Noto Sans KR"/>
                <a:cs typeface="Noto Sans KR"/>
              </a:defRPr>
            </a:lvl8pPr>
            <a:lvl9pPr>
              <a:buNone/>
              <a:defRPr sz="1200" b="0">
                <a:solidFill>
                  <a:srgbClr val="9BB4C0"/>
                </a:solidFill>
                <a:latin typeface="Noto Sans KR"/>
                <a:ea typeface="Noto Sans KR"/>
                <a:cs typeface="Noto Sans KR"/>
              </a:defRPr>
            </a:lvl9pPr>
          </a:lstStyle>
          <a:p xmlns:a="http://schemas.openxmlformats.org/drawingml/2006/main">
            <a:pPr>
              <a:buNone/>
              <a:defRPr sz="1350" b="0">
                <a:solidFill>
                  <a:srgbClr val="A4DDCA"/>
                </a:solidFill>
                <a:latin typeface="Noto Sans KR"/>
                <a:ea typeface="Noto Sans KR"/>
                <a:cs typeface="Noto Sans KR"/>
              </a:defRPr>
            </a:pPr>
            <a:r>
              <a:rPr sz="1350" b="0">
                <a:solidFill>
                  <a:srgbClr val="A4DDCA"/>
                </a:solidFill>
                <a:latin typeface="Noto Sans KR"/>
                <a:ea typeface="Noto Sans KR"/>
                <a:cs typeface="Noto Sans KR"/>
              </a:rPr>
              <a:t>핵심 차별점: 작은 모델이 읽을 짧은 연결 찾기</a:t>
            </a:r>
          </a:p>
        </p:txBody>
      </p:sp>
    </p:spTree>
    <p:extLst>
      <p:ext uri="{BB962C8B-B14F-4D97-AF65-F5344CB8AC3E}">
        <p14:creationId xmlns:p14="http://schemas.microsoft.com/office/powerpoint/2010/main" val="500867872"/>
      </p:ext>
    </p:extLst>
  </p:cSld>
</p:sld>
</file>

<file path=ppt/slides/slide27.xml><?xml version="1.0" encoding="utf-8"?>
<p:sld xmlns:p="http://schemas.openxmlformats.org/presentationml/2006/main">
  <p:cSld>
    <p:bg>
      <p:bgPr>
        <a:solidFill xmlns:a="http://schemas.openxmlformats.org/drawingml/2006/main">
          <a:srgbClr val="071824"/>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2F532961-9788-45B4-98E0-DC114A7E42A3}"/>
              </a:ext>
            </a:extLst>
          </p:cNvPr>
          <p:cNvCxnSpPr>
            <a:stCxn xmlns:a="http://schemas.openxmlformats.org/drawingml/2006/main" id="20" idx="2"/>
            <a:endCxn xmlns:a="http://schemas.openxmlformats.org/drawingml/2006/main" id="22" idx="0"/>
          </p:cNvCxnSpPr>
          <p:nvPr/>
        </p:nvCxnSpPr>
        <p:spPr>
          <a:xfrm xmlns:a="http://schemas.openxmlformats.org/drawingml/2006/main">
            <a:off x="9072563" y="463867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30BCAD29-B209-412C-B917-FA255A8C3B2A}"/>
              </a:ext>
            </a:extLst>
          </p:cNvPr>
          <p:cNvCxnSpPr>
            <a:stCxn xmlns:a="http://schemas.openxmlformats.org/drawingml/2006/main" id="18" idx="2"/>
            <a:endCxn xmlns:a="http://schemas.openxmlformats.org/drawingml/2006/main" id="20" idx="0"/>
          </p:cNvCxnSpPr>
          <p:nvPr/>
        </p:nvCxnSpPr>
        <p:spPr>
          <a:xfrm xmlns:a="http://schemas.openxmlformats.org/drawingml/2006/main">
            <a:off x="9072563" y="398145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CD96CE9D-0293-4275-9FD6-4D73DB52E219}"/>
              </a:ext>
            </a:extLst>
          </p:cNvPr>
          <p:cNvCxnSpPr>
            <a:stCxn xmlns:a="http://schemas.openxmlformats.org/drawingml/2006/main" id="16" idx="2"/>
            <a:endCxn xmlns:a="http://schemas.openxmlformats.org/drawingml/2006/main" id="18" idx="0"/>
          </p:cNvCxnSpPr>
          <p:nvPr/>
        </p:nvCxnSpPr>
        <p:spPr>
          <a:xfrm xmlns:a="http://schemas.openxmlformats.org/drawingml/2006/main">
            <a:off x="9072563" y="332422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30F1E284-AF57-4EFE-A1B6-FC65632FE283}"/>
              </a:ext>
            </a:extLst>
          </p:cNvPr>
          <p:cNvCxnSpPr>
            <a:stCxn xmlns:a="http://schemas.openxmlformats.org/drawingml/2006/main" id="15" idx="2"/>
            <a:endCxn xmlns:a="http://schemas.openxmlformats.org/drawingml/2006/main" id="16" idx="0"/>
          </p:cNvCxnSpPr>
          <p:nvPr/>
        </p:nvCxnSpPr>
        <p:spPr>
          <a:xfrm xmlns:a="http://schemas.openxmlformats.org/drawingml/2006/main">
            <a:off x="9072563" y="266700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D9DACA2A-8CCE-4062-91BC-D17F7D626E84}"/>
              </a:ext>
            </a:extLst>
          </p:cNvPr>
          <p:cNvCxnSpPr>
            <a:stCxn xmlns:a="http://schemas.openxmlformats.org/drawingml/2006/main" id="10" idx="2"/>
            <a:endCxn xmlns:a="http://schemas.openxmlformats.org/drawingml/2006/main" id="12" idx="0"/>
          </p:cNvCxnSpPr>
          <p:nvPr/>
        </p:nvCxnSpPr>
        <p:spPr>
          <a:xfrm xmlns:a="http://schemas.openxmlformats.org/drawingml/2006/main">
            <a:off x="3119438" y="463867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FB85FE6C-4556-48B9-9800-1746E26AE1CA}"/>
              </a:ext>
            </a:extLst>
          </p:cNvPr>
          <p:cNvCxnSpPr>
            <a:stCxn xmlns:a="http://schemas.openxmlformats.org/drawingml/2006/main" id="8" idx="2"/>
            <a:endCxn xmlns:a="http://schemas.openxmlformats.org/drawingml/2006/main" id="10" idx="0"/>
          </p:cNvCxnSpPr>
          <p:nvPr/>
        </p:nvCxnSpPr>
        <p:spPr>
          <a:xfrm xmlns:a="http://schemas.openxmlformats.org/drawingml/2006/main">
            <a:off x="3119438" y="398145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6C1D045A-9265-4651-951A-1407EB007B8A}"/>
              </a:ext>
            </a:extLst>
          </p:cNvPr>
          <p:cNvCxnSpPr>
            <a:stCxn xmlns:a="http://schemas.openxmlformats.org/drawingml/2006/main" id="6" idx="2"/>
            <a:endCxn xmlns:a="http://schemas.openxmlformats.org/drawingml/2006/main" id="8" idx="0"/>
          </p:cNvCxnSpPr>
          <p:nvPr/>
        </p:nvCxnSpPr>
        <p:spPr>
          <a:xfrm xmlns:a="http://schemas.openxmlformats.org/drawingml/2006/main">
            <a:off x="3119438" y="332422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0F25F0D8-5C07-46B9-BEA4-CD55F5140C79}"/>
              </a:ext>
            </a:extLst>
          </p:cNvPr>
          <p:cNvCxnSpPr>
            <a:stCxn xmlns:a="http://schemas.openxmlformats.org/drawingml/2006/main" id="5" idx="2"/>
            <a:endCxn xmlns:a="http://schemas.openxmlformats.org/drawingml/2006/main" id="6" idx="0"/>
          </p:cNvCxnSpPr>
          <p:nvPr/>
        </p:nvCxnSpPr>
        <p:spPr>
          <a:xfrm xmlns:a="http://schemas.openxmlformats.org/drawingml/2006/main">
            <a:off x="3119438" y="266700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sp>
        <p:nvSpPr>
          <p:cNvPr id="25" name="">
            <a:extLst xmlns:a="http://schemas.openxmlformats.org/drawingml/2006/main">
              <a:ext uri="{FF2B5EF4-FFF2-40B4-BE49-F238E27FC236}">
                <a16:creationId xmlns:a16="http://schemas.microsoft.com/office/drawing/2014/main" id="{771FD4F3-60A7-4DD9-92CA-A6D2EB5C4645}"/>
              </a:ext>
            </a:extLst>
          </p:cNvPr>
          <p:cNvSpPr>
            <a:spLocks xmlns:a="http://schemas.openxmlformats.org/drawingml/2006/main" noGrp="1"/>
          </p:cNvSpPr>
          <p:nvPr/>
        </p:nvSpPr>
        <p:spPr>
          <a:xfrm xmlns:a="http://schemas.openxmlformats.org/drawingml/2006/main">
            <a:off x="571500" y="285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8DE5CA"/>
                </a:solidFill>
                <a:latin typeface="Noto Sans KR"/>
                <a:ea typeface="Noto Sans KR"/>
                <a:cs typeface="Noto Sans KR"/>
              </a:defRPr>
            </a:defPPr>
            <a:lvl1pPr>
              <a:buNone/>
              <a:defRPr sz="900" b="1">
                <a:solidFill>
                  <a:srgbClr val="8DE5CA"/>
                </a:solidFill>
                <a:latin typeface="Noto Sans KR"/>
                <a:ea typeface="Noto Sans KR"/>
                <a:cs typeface="Noto Sans KR"/>
              </a:defRPr>
            </a:lvl1pPr>
            <a:lvl2pPr>
              <a:buNone/>
              <a:defRPr sz="900" b="1">
                <a:solidFill>
                  <a:srgbClr val="8DE5CA"/>
                </a:solidFill>
                <a:latin typeface="Noto Sans KR"/>
                <a:ea typeface="Noto Sans KR"/>
                <a:cs typeface="Noto Sans KR"/>
              </a:defRPr>
            </a:lvl2pPr>
            <a:lvl3pPr>
              <a:buNone/>
              <a:defRPr sz="900" b="1">
                <a:solidFill>
                  <a:srgbClr val="8DE5CA"/>
                </a:solidFill>
                <a:latin typeface="Noto Sans KR"/>
                <a:ea typeface="Noto Sans KR"/>
                <a:cs typeface="Noto Sans KR"/>
              </a:defRPr>
            </a:lvl3pPr>
            <a:lvl4pPr>
              <a:buNone/>
              <a:defRPr sz="900" b="1">
                <a:solidFill>
                  <a:srgbClr val="8DE5CA"/>
                </a:solidFill>
                <a:latin typeface="Noto Sans KR"/>
                <a:ea typeface="Noto Sans KR"/>
                <a:cs typeface="Noto Sans KR"/>
              </a:defRPr>
            </a:lvl4pPr>
            <a:lvl5pPr>
              <a:buNone/>
              <a:defRPr sz="900" b="1">
                <a:solidFill>
                  <a:srgbClr val="8DE5CA"/>
                </a:solidFill>
                <a:latin typeface="Noto Sans KR"/>
                <a:ea typeface="Noto Sans KR"/>
                <a:cs typeface="Noto Sans KR"/>
              </a:defRPr>
            </a:lvl5pPr>
            <a:lvl6pPr>
              <a:buNone/>
              <a:defRPr sz="900" b="1">
                <a:solidFill>
                  <a:srgbClr val="8DE5CA"/>
                </a:solidFill>
                <a:latin typeface="Noto Sans KR"/>
                <a:ea typeface="Noto Sans KR"/>
                <a:cs typeface="Noto Sans KR"/>
              </a:defRPr>
            </a:lvl6pPr>
            <a:lvl7pPr>
              <a:buNone/>
              <a:defRPr sz="900" b="1">
                <a:solidFill>
                  <a:srgbClr val="8DE5CA"/>
                </a:solidFill>
                <a:latin typeface="Noto Sans KR"/>
                <a:ea typeface="Noto Sans KR"/>
                <a:cs typeface="Noto Sans KR"/>
              </a:defRPr>
            </a:lvl7pPr>
            <a:lvl8pPr>
              <a:buNone/>
              <a:defRPr sz="900" b="1">
                <a:solidFill>
                  <a:srgbClr val="8DE5CA"/>
                </a:solidFill>
                <a:latin typeface="Noto Sans KR"/>
                <a:ea typeface="Noto Sans KR"/>
                <a:cs typeface="Noto Sans KR"/>
              </a:defRPr>
            </a:lvl8pPr>
            <a:lvl9pPr>
              <a:buNone/>
              <a:defRPr sz="900" b="1">
                <a:solidFill>
                  <a:srgbClr val="8DE5CA"/>
                </a:solidFill>
                <a:latin typeface="Noto Sans KR"/>
                <a:ea typeface="Noto Sans KR"/>
                <a:cs typeface="Noto Sans KR"/>
              </a:defRPr>
            </a:lvl9pPr>
          </a:lstStyle>
          <a:p xmlns:a="http://schemas.openxmlformats.org/drawingml/2006/main">
            <a:pPr>
              <a:buNone/>
              <a:defRPr sz="900" b="1">
                <a:solidFill>
                  <a:srgbClr val="8DE5CA"/>
                </a:solidFill>
                <a:latin typeface="Noto Sans KR"/>
                <a:ea typeface="Noto Sans KR"/>
                <a:cs typeface="Noto Sans KR"/>
              </a:defRPr>
            </a:pPr>
            <a:r>
              <a:rPr sz="900" b="1">
                <a:solidFill>
                  <a:srgbClr val="8DE5CA"/>
                </a:solidFill>
                <a:latin typeface="Noto Sans KR"/>
                <a:ea typeface="Noto Sans KR"/>
                <a:cs typeface="Noto Sans KR"/>
              </a:rPr>
              <a:t>02 / 학습하는 검색</a:t>
            </a:r>
          </a:p>
        </p:txBody>
      </p:sp>
      <p:sp>
        <p:nvSpPr>
          <p:cNvPr id="2" name="">
            <a:extLst xmlns:a="http://schemas.openxmlformats.org/drawingml/2006/main">
              <a:ext uri="{FF2B5EF4-FFF2-40B4-BE49-F238E27FC236}">
                <a16:creationId xmlns:a16="http://schemas.microsoft.com/office/drawing/2014/main" id="{6AD8EDA3-BA8B-4F8E-A026-91FCB9AB265A}"/>
              </a:ext>
            </a:extLst>
          </p:cNvPr>
          <p:cNvSpPr>
            <a:spLocks xmlns:a="http://schemas.openxmlformats.org/drawingml/2006/main" noGrp="1"/>
          </p:cNvSpPr>
          <p:nvPr/>
        </p:nvSpPr>
        <p:spPr>
          <a:xfrm xmlns:a="http://schemas.openxmlformats.org/drawingml/2006/main">
            <a:off x="571500" y="7620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EAF5F3"/>
                </a:solidFill>
                <a:latin typeface="Noto Sans KR"/>
                <a:ea typeface="Noto Sans KR"/>
                <a:cs typeface="Noto Sans KR"/>
              </a:defRPr>
            </a:defPPr>
            <a:lvl1pPr>
              <a:buNone/>
              <a:defRPr sz="2850" b="1">
                <a:solidFill>
                  <a:srgbClr val="EAF5F3"/>
                </a:solidFill>
                <a:latin typeface="Noto Sans KR"/>
                <a:ea typeface="Noto Sans KR"/>
                <a:cs typeface="Noto Sans KR"/>
              </a:defRPr>
            </a:lvl1pPr>
            <a:lvl2pPr>
              <a:buNone/>
              <a:defRPr sz="2850" b="1">
                <a:solidFill>
                  <a:srgbClr val="EAF5F3"/>
                </a:solidFill>
                <a:latin typeface="Noto Sans KR"/>
                <a:ea typeface="Noto Sans KR"/>
                <a:cs typeface="Noto Sans KR"/>
              </a:defRPr>
            </a:lvl2pPr>
            <a:lvl3pPr>
              <a:buNone/>
              <a:defRPr sz="2850" b="1">
                <a:solidFill>
                  <a:srgbClr val="EAF5F3"/>
                </a:solidFill>
                <a:latin typeface="Noto Sans KR"/>
                <a:ea typeface="Noto Sans KR"/>
                <a:cs typeface="Noto Sans KR"/>
              </a:defRPr>
            </a:lvl3pPr>
            <a:lvl4pPr>
              <a:buNone/>
              <a:defRPr sz="2850" b="1">
                <a:solidFill>
                  <a:srgbClr val="EAF5F3"/>
                </a:solidFill>
                <a:latin typeface="Noto Sans KR"/>
                <a:ea typeface="Noto Sans KR"/>
                <a:cs typeface="Noto Sans KR"/>
              </a:defRPr>
            </a:lvl4pPr>
            <a:lvl5pPr>
              <a:buNone/>
              <a:defRPr sz="2850" b="1">
                <a:solidFill>
                  <a:srgbClr val="EAF5F3"/>
                </a:solidFill>
                <a:latin typeface="Noto Sans KR"/>
                <a:ea typeface="Noto Sans KR"/>
                <a:cs typeface="Noto Sans KR"/>
              </a:defRPr>
            </a:lvl5pPr>
            <a:lvl6pPr>
              <a:buNone/>
              <a:defRPr sz="2850" b="1">
                <a:solidFill>
                  <a:srgbClr val="EAF5F3"/>
                </a:solidFill>
                <a:latin typeface="Noto Sans KR"/>
                <a:ea typeface="Noto Sans KR"/>
                <a:cs typeface="Noto Sans KR"/>
              </a:defRPr>
            </a:lvl6pPr>
            <a:lvl7pPr>
              <a:buNone/>
              <a:defRPr sz="2850" b="1">
                <a:solidFill>
                  <a:srgbClr val="EAF5F3"/>
                </a:solidFill>
                <a:latin typeface="Noto Sans KR"/>
                <a:ea typeface="Noto Sans KR"/>
                <a:cs typeface="Noto Sans KR"/>
              </a:defRPr>
            </a:lvl7pPr>
            <a:lvl8pPr>
              <a:buNone/>
              <a:defRPr sz="2850" b="1">
                <a:solidFill>
                  <a:srgbClr val="EAF5F3"/>
                </a:solidFill>
                <a:latin typeface="Noto Sans KR"/>
                <a:ea typeface="Noto Sans KR"/>
                <a:cs typeface="Noto Sans KR"/>
              </a:defRPr>
            </a:lvl8pPr>
            <a:lvl9pPr>
              <a:buNone/>
              <a:defRPr sz="2850" b="1">
                <a:solidFill>
                  <a:srgbClr val="EAF5F3"/>
                </a:solidFill>
                <a:latin typeface="Noto Sans KR"/>
                <a:ea typeface="Noto Sans KR"/>
                <a:cs typeface="Noto Sans KR"/>
              </a:defRPr>
            </a:lvl9pPr>
          </a:lstStyle>
          <a:p xmlns:a="http://schemas.openxmlformats.org/drawingml/2006/main">
            <a:pPr>
              <a:buNone/>
              <a:defRPr sz="2850" b="1">
                <a:solidFill>
                  <a:srgbClr val="EAF5F3"/>
                </a:solidFill>
                <a:latin typeface="Noto Sans KR"/>
                <a:ea typeface="Noto Sans KR"/>
                <a:cs typeface="Noto Sans KR"/>
              </a:defRPr>
            </a:pPr>
            <a:r>
              <a:rPr sz="2850" b="1">
                <a:solidFill>
                  <a:srgbClr val="EAF5F3"/>
                </a:solidFill>
                <a:latin typeface="Noto Sans KR"/>
                <a:ea typeface="Noto Sans KR"/>
                <a:cs typeface="Noto Sans KR"/>
              </a:rPr>
              <a:t>GFM-RAG의 전체 처리 순서</a:t>
            </a:r>
          </a:p>
        </p:txBody>
      </p:sp>
      <p:sp>
        <p:nvSpPr>
          <p:cNvPr id="3" name="">
            <a:extLst xmlns:a="http://schemas.openxmlformats.org/drawingml/2006/main">
              <a:ext uri="{FF2B5EF4-FFF2-40B4-BE49-F238E27FC236}">
                <a16:creationId xmlns:a16="http://schemas.microsoft.com/office/drawing/2014/main" id="{D62D0378-0412-4926-8A14-BCAA0E375ED8}"/>
              </a:ext>
            </a:extLst>
          </p:cNvPr>
          <p:cNvSpPr>
            <a:spLocks xmlns:a="http://schemas.openxmlformats.org/drawingml/2006/main" noGrp="1"/>
          </p:cNvSpPr>
          <p:nvPr/>
        </p:nvSpPr>
        <p:spPr>
          <a:xfrm xmlns:a="http://schemas.openxmlformats.org/drawingml/2006/main">
            <a:off x="11144250" y="642937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DE5CA"/>
                </a:solidFill>
                <a:latin typeface="Noto Sans KR"/>
                <a:ea typeface="Noto Sans KR"/>
                <a:cs typeface="Noto Sans KR"/>
              </a:defRPr>
            </a:defPPr>
            <a:lvl1pPr>
              <a:buNone/>
              <a:defRPr sz="1050" b="0">
                <a:solidFill>
                  <a:srgbClr val="8DE5CA"/>
                </a:solidFill>
                <a:latin typeface="Noto Sans KR"/>
                <a:ea typeface="Noto Sans KR"/>
                <a:cs typeface="Noto Sans KR"/>
              </a:defRPr>
            </a:lvl1pPr>
            <a:lvl2pPr>
              <a:buNone/>
              <a:defRPr sz="1050" b="0">
                <a:solidFill>
                  <a:srgbClr val="8DE5CA"/>
                </a:solidFill>
                <a:latin typeface="Noto Sans KR"/>
                <a:ea typeface="Noto Sans KR"/>
                <a:cs typeface="Noto Sans KR"/>
              </a:defRPr>
            </a:lvl2pPr>
            <a:lvl3pPr>
              <a:buNone/>
              <a:defRPr sz="1050" b="0">
                <a:solidFill>
                  <a:srgbClr val="8DE5CA"/>
                </a:solidFill>
                <a:latin typeface="Noto Sans KR"/>
                <a:ea typeface="Noto Sans KR"/>
                <a:cs typeface="Noto Sans KR"/>
              </a:defRPr>
            </a:lvl3pPr>
            <a:lvl4pPr>
              <a:buNone/>
              <a:defRPr sz="1050" b="0">
                <a:solidFill>
                  <a:srgbClr val="8DE5CA"/>
                </a:solidFill>
                <a:latin typeface="Noto Sans KR"/>
                <a:ea typeface="Noto Sans KR"/>
                <a:cs typeface="Noto Sans KR"/>
              </a:defRPr>
            </a:lvl4pPr>
            <a:lvl5pPr>
              <a:buNone/>
              <a:defRPr sz="1050" b="0">
                <a:solidFill>
                  <a:srgbClr val="8DE5CA"/>
                </a:solidFill>
                <a:latin typeface="Noto Sans KR"/>
                <a:ea typeface="Noto Sans KR"/>
                <a:cs typeface="Noto Sans KR"/>
              </a:defRPr>
            </a:lvl5pPr>
            <a:lvl6pPr>
              <a:buNone/>
              <a:defRPr sz="1050" b="0">
                <a:solidFill>
                  <a:srgbClr val="8DE5CA"/>
                </a:solidFill>
                <a:latin typeface="Noto Sans KR"/>
                <a:ea typeface="Noto Sans KR"/>
                <a:cs typeface="Noto Sans KR"/>
              </a:defRPr>
            </a:lvl6pPr>
            <a:lvl7pPr>
              <a:buNone/>
              <a:defRPr sz="1050" b="0">
                <a:solidFill>
                  <a:srgbClr val="8DE5CA"/>
                </a:solidFill>
                <a:latin typeface="Noto Sans KR"/>
                <a:ea typeface="Noto Sans KR"/>
                <a:cs typeface="Noto Sans KR"/>
              </a:defRPr>
            </a:lvl7pPr>
            <a:lvl8pPr>
              <a:buNone/>
              <a:defRPr sz="1050" b="0">
                <a:solidFill>
                  <a:srgbClr val="8DE5CA"/>
                </a:solidFill>
                <a:latin typeface="Noto Sans KR"/>
                <a:ea typeface="Noto Sans KR"/>
                <a:cs typeface="Noto Sans KR"/>
              </a:defRPr>
            </a:lvl8pPr>
            <a:lvl9pPr>
              <a:buNone/>
              <a:defRPr sz="1050" b="0">
                <a:solidFill>
                  <a:srgbClr val="8DE5CA"/>
                </a:solidFill>
                <a:latin typeface="Noto Sans KR"/>
                <a:ea typeface="Noto Sans KR"/>
                <a:cs typeface="Noto Sans KR"/>
              </a:defRPr>
            </a:lvl9pPr>
          </a:lstStyle>
          <a:p xmlns:a="http://schemas.openxmlformats.org/drawingml/2006/main">
            <a:pPr>
              <a:buNone/>
              <a:defRPr sz="1050" b="0">
                <a:solidFill>
                  <a:srgbClr val="8DE5CA"/>
                </a:solidFill>
                <a:latin typeface="Noto Sans KR"/>
                <a:ea typeface="Noto Sans KR"/>
                <a:cs typeface="Noto Sans KR"/>
              </a:defRPr>
            </a:pPr>
            <a:r>
              <a:rPr sz="1050" b="0">
                <a:solidFill>
                  <a:srgbClr val="8DE5CA"/>
                </a:solidFill>
                <a:latin typeface="Noto Sans KR"/>
                <a:ea typeface="Noto Sans KR"/>
                <a:cs typeface="Noto Sans KR"/>
              </a:rPr>
              <a:t>27</a:t>
            </a:r>
          </a:p>
        </p:txBody>
      </p:sp>
      <p:sp>
        <p:nvSpPr>
          <p:cNvPr id="4" name="">
            <a:extLst xmlns:a="http://schemas.openxmlformats.org/drawingml/2006/main">
              <a:ext uri="{FF2B5EF4-FFF2-40B4-BE49-F238E27FC236}">
                <a16:creationId xmlns:a16="http://schemas.microsoft.com/office/drawing/2014/main" id="{218A730C-4FC0-4EDB-8B15-B14BA3331466}"/>
              </a:ext>
            </a:extLst>
          </p:cNvPr>
          <p:cNvSpPr>
            <a:spLocks xmlns:a="http://schemas.openxmlformats.org/drawingml/2006/main" noGrp="1"/>
          </p:cNvSpPr>
          <p:nvPr/>
        </p:nvSpPr>
        <p:spPr>
          <a:xfrm xmlns:a="http://schemas.openxmlformats.org/drawingml/2006/main">
            <a:off x="571500"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EBBF3"/>
                </a:solidFill>
                <a:latin typeface="Noto Sans KR"/>
                <a:ea typeface="Noto Sans KR"/>
                <a:cs typeface="Noto Sans KR"/>
              </a:defRPr>
            </a:defPPr>
            <a:lvl1pPr>
              <a:buNone/>
              <a:defRPr sz="1275" b="1">
                <a:solidFill>
                  <a:srgbClr val="8EBBF3"/>
                </a:solidFill>
                <a:latin typeface="Noto Sans KR"/>
                <a:ea typeface="Noto Sans KR"/>
                <a:cs typeface="Noto Sans KR"/>
              </a:defRPr>
            </a:lvl1pPr>
            <a:lvl2pPr>
              <a:buNone/>
              <a:defRPr sz="1275" b="1">
                <a:solidFill>
                  <a:srgbClr val="8EBBF3"/>
                </a:solidFill>
                <a:latin typeface="Noto Sans KR"/>
                <a:ea typeface="Noto Sans KR"/>
                <a:cs typeface="Noto Sans KR"/>
              </a:defRPr>
            </a:lvl2pPr>
            <a:lvl3pPr>
              <a:buNone/>
              <a:defRPr sz="1275" b="1">
                <a:solidFill>
                  <a:srgbClr val="8EBBF3"/>
                </a:solidFill>
                <a:latin typeface="Noto Sans KR"/>
                <a:ea typeface="Noto Sans KR"/>
                <a:cs typeface="Noto Sans KR"/>
              </a:defRPr>
            </a:lvl3pPr>
            <a:lvl4pPr>
              <a:buNone/>
              <a:defRPr sz="1275" b="1">
                <a:solidFill>
                  <a:srgbClr val="8EBBF3"/>
                </a:solidFill>
                <a:latin typeface="Noto Sans KR"/>
                <a:ea typeface="Noto Sans KR"/>
                <a:cs typeface="Noto Sans KR"/>
              </a:defRPr>
            </a:lvl4pPr>
            <a:lvl5pPr>
              <a:buNone/>
              <a:defRPr sz="1275" b="1">
                <a:solidFill>
                  <a:srgbClr val="8EBBF3"/>
                </a:solidFill>
                <a:latin typeface="Noto Sans KR"/>
                <a:ea typeface="Noto Sans KR"/>
                <a:cs typeface="Noto Sans KR"/>
              </a:defRPr>
            </a:lvl5pPr>
            <a:lvl6pPr>
              <a:buNone/>
              <a:defRPr sz="1275" b="1">
                <a:solidFill>
                  <a:srgbClr val="8EBBF3"/>
                </a:solidFill>
                <a:latin typeface="Noto Sans KR"/>
                <a:ea typeface="Noto Sans KR"/>
                <a:cs typeface="Noto Sans KR"/>
              </a:defRPr>
            </a:lvl6pPr>
            <a:lvl7pPr>
              <a:buNone/>
              <a:defRPr sz="1275" b="1">
                <a:solidFill>
                  <a:srgbClr val="8EBBF3"/>
                </a:solidFill>
                <a:latin typeface="Noto Sans KR"/>
                <a:ea typeface="Noto Sans KR"/>
                <a:cs typeface="Noto Sans KR"/>
              </a:defRPr>
            </a:lvl7pPr>
            <a:lvl8pPr>
              <a:buNone/>
              <a:defRPr sz="1275" b="1">
                <a:solidFill>
                  <a:srgbClr val="8EBBF3"/>
                </a:solidFill>
                <a:latin typeface="Noto Sans KR"/>
                <a:ea typeface="Noto Sans KR"/>
                <a:cs typeface="Noto Sans KR"/>
              </a:defRPr>
            </a:lvl8pPr>
            <a:lvl9pPr>
              <a:buNone/>
              <a:defRPr sz="1275" b="1">
                <a:solidFill>
                  <a:srgbClr val="8EBBF3"/>
                </a:solidFill>
                <a:latin typeface="Noto Sans KR"/>
                <a:ea typeface="Noto Sans KR"/>
                <a:cs typeface="Noto Sans KR"/>
              </a:defRPr>
            </a:lvl9pPr>
          </a:lstStyle>
          <a:p xmlns:a="http://schemas.openxmlformats.org/drawingml/2006/main">
            <a:pPr>
              <a:buNone/>
              <a:defRPr sz="1275" b="1">
                <a:solidFill>
                  <a:srgbClr val="8EBBF3"/>
                </a:solidFill>
                <a:latin typeface="Noto Sans KR"/>
                <a:ea typeface="Noto Sans KR"/>
                <a:cs typeface="Noto Sans KR"/>
              </a:defRPr>
            </a:pPr>
            <a:r>
              <a:rPr sz="1275" b="1">
                <a:solidFill>
                  <a:srgbClr val="8EBBF3"/>
                </a:solidFill>
                <a:latin typeface="Noto Sans KR"/>
                <a:ea typeface="Noto Sans KR"/>
                <a:cs typeface="Noto Sans KR"/>
              </a:rPr>
              <a:t>문서가 들어오면 미리 준비</a:t>
            </a:r>
          </a:p>
        </p:txBody>
      </p:sp>
      <p:sp>
        <p:nvSpPr>
          <p:cNvPr id="5" name="">
            <a:extLst xmlns:a="http://schemas.openxmlformats.org/drawingml/2006/main">
              <a:ext uri="{FF2B5EF4-FFF2-40B4-BE49-F238E27FC236}">
                <a16:creationId xmlns:a16="http://schemas.microsoft.com/office/drawing/2014/main" id="{0EE4254D-EE0E-4E23-94E8-79092435F859}"/>
              </a:ext>
            </a:extLst>
          </p:cNvPr>
          <p:cNvSpPr>
            <a:spLocks xmlns:a="http://schemas.openxmlformats.org/drawingml/2006/main" noGrp="1"/>
          </p:cNvSpPr>
          <p:nvPr/>
        </p:nvSpPr>
        <p:spPr>
          <a:xfrm xmlns:a="http://schemas.openxmlformats.org/drawingml/2006/main">
            <a:off x="571500"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문서에서 지식 그래프 준비</a:t>
            </a:r>
          </a:p>
        </p:txBody>
      </p:sp>
      <p:sp>
        <p:nvSpPr>
          <p:cNvPr id="6" name="">
            <a:extLst xmlns:a="http://schemas.openxmlformats.org/drawingml/2006/main">
              <a:ext uri="{FF2B5EF4-FFF2-40B4-BE49-F238E27FC236}">
                <a16:creationId xmlns:a16="http://schemas.microsoft.com/office/drawing/2014/main" id="{C0B1FC36-B00A-4BCE-B49C-477E1659A76C}"/>
              </a:ext>
            </a:extLst>
          </p:cNvPr>
          <p:cNvSpPr>
            <a:spLocks xmlns:a="http://schemas.openxmlformats.org/drawingml/2006/main" noGrp="1"/>
          </p:cNvSpPr>
          <p:nvPr/>
        </p:nvSpPr>
        <p:spPr>
          <a:xfrm xmlns:a="http://schemas.openxmlformats.org/drawingml/2006/main">
            <a:off x="571500"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개체·관계·문서 매핑 저장</a:t>
            </a:r>
          </a:p>
        </p:txBody>
      </p:sp>
      <p:sp>
        <p:nvSpPr>
          <p:cNvPr id="8" name="">
            <a:extLst xmlns:a="http://schemas.openxmlformats.org/drawingml/2006/main">
              <a:ext uri="{FF2B5EF4-FFF2-40B4-BE49-F238E27FC236}">
                <a16:creationId xmlns:a16="http://schemas.microsoft.com/office/drawing/2014/main" id="{E46BCD58-4892-4BEF-97E9-2EC2F520D779}"/>
              </a:ext>
            </a:extLst>
          </p:cNvPr>
          <p:cNvSpPr>
            <a:spLocks xmlns:a="http://schemas.openxmlformats.org/drawingml/2006/main" noGrp="1"/>
          </p:cNvSpPr>
          <p:nvPr/>
        </p:nvSpPr>
        <p:spPr>
          <a:xfrm xmlns:a="http://schemas.openxmlformats.org/drawingml/2006/main">
            <a:off x="571500"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모델이 읽을 형태로 변환</a:t>
            </a:r>
          </a:p>
        </p:txBody>
      </p:sp>
      <p:sp>
        <p:nvSpPr>
          <p:cNvPr id="10" name="">
            <a:extLst xmlns:a="http://schemas.openxmlformats.org/drawingml/2006/main">
              <a:ext uri="{FF2B5EF4-FFF2-40B4-BE49-F238E27FC236}">
                <a16:creationId xmlns:a16="http://schemas.microsoft.com/office/drawing/2014/main" id="{48AAA85D-7339-4B28-B8D0-F9A47AC9C506}"/>
              </a:ext>
            </a:extLst>
          </p:cNvPr>
          <p:cNvSpPr>
            <a:spLocks xmlns:a="http://schemas.openxmlformats.org/drawingml/2006/main" noGrp="1"/>
          </p:cNvSpPr>
          <p:nvPr/>
        </p:nvSpPr>
        <p:spPr>
          <a:xfrm xmlns:a="http://schemas.openxmlformats.org/drawingml/2006/main">
            <a:off x="571500"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학습된 검색 모델 불러오기</a:t>
            </a:r>
          </a:p>
        </p:txBody>
      </p:sp>
      <p:sp>
        <p:nvSpPr>
          <p:cNvPr id="12" name="">
            <a:extLst xmlns:a="http://schemas.openxmlformats.org/drawingml/2006/main">
              <a:ext uri="{FF2B5EF4-FFF2-40B4-BE49-F238E27FC236}">
                <a16:creationId xmlns:a16="http://schemas.microsoft.com/office/drawing/2014/main" id="{516DB87C-984D-4DA6-A9C1-D48F25358B41}"/>
              </a:ext>
            </a:extLst>
          </p:cNvPr>
          <p:cNvSpPr>
            <a:spLocks xmlns:a="http://schemas.openxmlformats.org/drawingml/2006/main" noGrp="1"/>
          </p:cNvSpPr>
          <p:nvPr/>
        </p:nvSpPr>
        <p:spPr>
          <a:xfrm xmlns:a="http://schemas.openxmlformats.org/drawingml/2006/main">
            <a:off x="571500"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새 문서 그래프에 적용 준비</a:t>
            </a:r>
          </a:p>
        </p:txBody>
      </p:sp>
      <p:sp>
        <p:nvSpPr>
          <p:cNvPr id="14" name="">
            <a:extLst xmlns:a="http://schemas.openxmlformats.org/drawingml/2006/main">
              <a:ext uri="{FF2B5EF4-FFF2-40B4-BE49-F238E27FC236}">
                <a16:creationId xmlns:a16="http://schemas.microsoft.com/office/drawing/2014/main" id="{ECA18BA2-A64F-4FB9-9665-82311A36E30D}"/>
              </a:ext>
            </a:extLst>
          </p:cNvPr>
          <p:cNvSpPr>
            <a:spLocks xmlns:a="http://schemas.openxmlformats.org/drawingml/2006/main" noGrp="1"/>
          </p:cNvSpPr>
          <p:nvPr/>
        </p:nvSpPr>
        <p:spPr>
          <a:xfrm xmlns:a="http://schemas.openxmlformats.org/drawingml/2006/main">
            <a:off x="6524625"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DE5CA"/>
                </a:solidFill>
                <a:latin typeface="Noto Sans KR"/>
                <a:ea typeface="Noto Sans KR"/>
                <a:cs typeface="Noto Sans KR"/>
              </a:defRPr>
            </a:defPPr>
            <a:lvl1pPr>
              <a:buNone/>
              <a:defRPr sz="1275" b="1">
                <a:solidFill>
                  <a:srgbClr val="8DE5CA"/>
                </a:solidFill>
                <a:latin typeface="Noto Sans KR"/>
                <a:ea typeface="Noto Sans KR"/>
                <a:cs typeface="Noto Sans KR"/>
              </a:defRPr>
            </a:lvl1pPr>
            <a:lvl2pPr>
              <a:buNone/>
              <a:defRPr sz="1275" b="1">
                <a:solidFill>
                  <a:srgbClr val="8DE5CA"/>
                </a:solidFill>
                <a:latin typeface="Noto Sans KR"/>
                <a:ea typeface="Noto Sans KR"/>
                <a:cs typeface="Noto Sans KR"/>
              </a:defRPr>
            </a:lvl2pPr>
            <a:lvl3pPr>
              <a:buNone/>
              <a:defRPr sz="1275" b="1">
                <a:solidFill>
                  <a:srgbClr val="8DE5CA"/>
                </a:solidFill>
                <a:latin typeface="Noto Sans KR"/>
                <a:ea typeface="Noto Sans KR"/>
                <a:cs typeface="Noto Sans KR"/>
              </a:defRPr>
            </a:lvl3pPr>
            <a:lvl4pPr>
              <a:buNone/>
              <a:defRPr sz="1275" b="1">
                <a:solidFill>
                  <a:srgbClr val="8DE5CA"/>
                </a:solidFill>
                <a:latin typeface="Noto Sans KR"/>
                <a:ea typeface="Noto Sans KR"/>
                <a:cs typeface="Noto Sans KR"/>
              </a:defRPr>
            </a:lvl4pPr>
            <a:lvl5pPr>
              <a:buNone/>
              <a:defRPr sz="1275" b="1">
                <a:solidFill>
                  <a:srgbClr val="8DE5CA"/>
                </a:solidFill>
                <a:latin typeface="Noto Sans KR"/>
                <a:ea typeface="Noto Sans KR"/>
                <a:cs typeface="Noto Sans KR"/>
              </a:defRPr>
            </a:lvl5pPr>
            <a:lvl6pPr>
              <a:buNone/>
              <a:defRPr sz="1275" b="1">
                <a:solidFill>
                  <a:srgbClr val="8DE5CA"/>
                </a:solidFill>
                <a:latin typeface="Noto Sans KR"/>
                <a:ea typeface="Noto Sans KR"/>
                <a:cs typeface="Noto Sans KR"/>
              </a:defRPr>
            </a:lvl6pPr>
            <a:lvl7pPr>
              <a:buNone/>
              <a:defRPr sz="1275" b="1">
                <a:solidFill>
                  <a:srgbClr val="8DE5CA"/>
                </a:solidFill>
                <a:latin typeface="Noto Sans KR"/>
                <a:ea typeface="Noto Sans KR"/>
                <a:cs typeface="Noto Sans KR"/>
              </a:defRPr>
            </a:lvl7pPr>
            <a:lvl8pPr>
              <a:buNone/>
              <a:defRPr sz="1275" b="1">
                <a:solidFill>
                  <a:srgbClr val="8DE5CA"/>
                </a:solidFill>
                <a:latin typeface="Noto Sans KR"/>
                <a:ea typeface="Noto Sans KR"/>
                <a:cs typeface="Noto Sans KR"/>
              </a:defRPr>
            </a:lvl8pPr>
            <a:lvl9pPr>
              <a:buNone/>
              <a:defRPr sz="1275" b="1">
                <a:solidFill>
                  <a:srgbClr val="8DE5CA"/>
                </a:solidFill>
                <a:latin typeface="Noto Sans KR"/>
                <a:ea typeface="Noto Sans KR"/>
                <a:cs typeface="Noto Sans KR"/>
              </a:defRPr>
            </a:lvl9pPr>
          </a:lstStyle>
          <a:p xmlns:a="http://schemas.openxmlformats.org/drawingml/2006/main">
            <a:pPr>
              <a:buNone/>
              <a:defRPr sz="1275" b="1">
                <a:solidFill>
                  <a:srgbClr val="8DE5CA"/>
                </a:solidFill>
                <a:latin typeface="Noto Sans KR"/>
                <a:ea typeface="Noto Sans KR"/>
                <a:cs typeface="Noto Sans KR"/>
              </a:defRPr>
            </a:pPr>
            <a:r>
              <a:rPr sz="1275" b="1">
                <a:solidFill>
                  <a:srgbClr val="8DE5CA"/>
                </a:solidFill>
                <a:latin typeface="Noto Sans KR"/>
                <a:ea typeface="Noto Sans KR"/>
                <a:cs typeface="Noto Sans KR"/>
              </a:rPr>
              <a:t>질문이 오면 검색하고 답변</a:t>
            </a:r>
          </a:p>
        </p:txBody>
      </p:sp>
      <p:sp>
        <p:nvSpPr>
          <p:cNvPr id="15" name="">
            <a:extLst xmlns:a="http://schemas.openxmlformats.org/drawingml/2006/main">
              <a:ext uri="{FF2B5EF4-FFF2-40B4-BE49-F238E27FC236}">
                <a16:creationId xmlns:a16="http://schemas.microsoft.com/office/drawing/2014/main" id="{FFEEC8CF-BB65-4319-B4A8-BDF2580C5BB5}"/>
              </a:ext>
            </a:extLst>
          </p:cNvPr>
          <p:cNvSpPr>
            <a:spLocks xmlns:a="http://schemas.openxmlformats.org/drawingml/2006/main" noGrp="1"/>
          </p:cNvSpPr>
          <p:nvPr/>
        </p:nvSpPr>
        <p:spPr>
          <a:xfrm xmlns:a="http://schemas.openxmlformats.org/drawingml/2006/main">
            <a:off x="6524625"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질문과 개체 연결</a:t>
            </a:r>
          </a:p>
        </p:txBody>
      </p:sp>
      <p:sp>
        <p:nvSpPr>
          <p:cNvPr id="16" name="">
            <a:extLst xmlns:a="http://schemas.openxmlformats.org/drawingml/2006/main">
              <a:ext uri="{FF2B5EF4-FFF2-40B4-BE49-F238E27FC236}">
                <a16:creationId xmlns:a16="http://schemas.microsoft.com/office/drawing/2014/main" id="{AD38EB12-E16D-4015-92BA-1340A7ECF641}"/>
              </a:ext>
            </a:extLst>
          </p:cNvPr>
          <p:cNvSpPr>
            <a:spLocks xmlns:a="http://schemas.openxmlformats.org/drawingml/2006/main" noGrp="1"/>
          </p:cNvSpPr>
          <p:nvPr/>
        </p:nvSpPr>
        <p:spPr>
          <a:xfrm xmlns:a="http://schemas.openxmlformats.org/drawingml/2006/main">
            <a:off x="6524625"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질문을 반영한 GNN 실행</a:t>
            </a:r>
          </a:p>
        </p:txBody>
      </p:sp>
      <p:sp>
        <p:nvSpPr>
          <p:cNvPr id="18" name="">
            <a:extLst xmlns:a="http://schemas.openxmlformats.org/drawingml/2006/main">
              <a:ext uri="{FF2B5EF4-FFF2-40B4-BE49-F238E27FC236}">
                <a16:creationId xmlns:a16="http://schemas.microsoft.com/office/drawing/2014/main" id="{5EA72D75-A032-4466-BCCF-DFAC39161479}"/>
              </a:ext>
            </a:extLst>
          </p:cNvPr>
          <p:cNvSpPr>
            <a:spLocks xmlns:a="http://schemas.openxmlformats.org/drawingml/2006/main" noGrp="1"/>
          </p:cNvSpPr>
          <p:nvPr/>
        </p:nvSpPr>
        <p:spPr>
          <a:xfrm xmlns:a="http://schemas.openxmlformats.org/drawingml/2006/main">
            <a:off x="6524625"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이웃 정보로 개체 점수 계산</a:t>
            </a:r>
          </a:p>
        </p:txBody>
      </p:sp>
      <p:sp>
        <p:nvSpPr>
          <p:cNvPr id="20" name="">
            <a:extLst xmlns:a="http://schemas.openxmlformats.org/drawingml/2006/main">
              <a:ext uri="{FF2B5EF4-FFF2-40B4-BE49-F238E27FC236}">
                <a16:creationId xmlns:a16="http://schemas.microsoft.com/office/drawing/2014/main" id="{CB2E3254-BDF1-4578-BFBE-413D337C9301}"/>
              </a:ext>
            </a:extLst>
          </p:cNvPr>
          <p:cNvSpPr>
            <a:spLocks xmlns:a="http://schemas.openxmlformats.org/drawingml/2006/main" noGrp="1"/>
          </p:cNvSpPr>
          <p:nvPr/>
        </p:nvSpPr>
        <p:spPr>
          <a:xfrm xmlns:a="http://schemas.openxmlformats.org/drawingml/2006/main">
            <a:off x="6524625"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개체 점수로 문서 정렬</a:t>
            </a:r>
          </a:p>
        </p:txBody>
      </p:sp>
      <p:sp>
        <p:nvSpPr>
          <p:cNvPr id="22" name="">
            <a:extLst xmlns:a="http://schemas.openxmlformats.org/drawingml/2006/main">
              <a:ext uri="{FF2B5EF4-FFF2-40B4-BE49-F238E27FC236}">
                <a16:creationId xmlns:a16="http://schemas.microsoft.com/office/drawing/2014/main" id="{A68E4808-8698-4CF4-A391-0ABA8D7A0944}"/>
              </a:ext>
            </a:extLst>
          </p:cNvPr>
          <p:cNvSpPr>
            <a:spLocks xmlns:a="http://schemas.openxmlformats.org/drawingml/2006/main" noGrp="1"/>
          </p:cNvSpPr>
          <p:nvPr/>
        </p:nvSpPr>
        <p:spPr>
          <a:xfrm xmlns:a="http://schemas.openxmlformats.org/drawingml/2006/main">
            <a:off x="6524625"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검색 문서로 답변 작성</a:t>
            </a:r>
          </a:p>
        </p:txBody>
      </p:sp>
      <p:sp>
        <p:nvSpPr>
          <p:cNvPr id="24" name="">
            <a:extLst xmlns:a="http://schemas.openxmlformats.org/drawingml/2006/main">
              <a:ext uri="{FF2B5EF4-FFF2-40B4-BE49-F238E27FC236}">
                <a16:creationId xmlns:a16="http://schemas.microsoft.com/office/drawing/2014/main" id="{FABFD892-2E7C-4EF1-8B84-0C89D9B82D2B}"/>
              </a:ext>
            </a:extLst>
          </p:cNvPr>
          <p:cNvSpPr>
            <a:spLocks xmlns:a="http://schemas.openxmlformats.org/drawingml/2006/main" noGrp="1"/>
          </p:cNvSpPr>
          <p:nvPr/>
        </p:nvSpPr>
        <p:spPr>
          <a:xfrm xmlns:a="http://schemas.openxmlformats.org/drawingml/2006/main">
            <a:off x="571500" y="57340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350" b="0">
                <a:solidFill>
                  <a:srgbClr val="A4DDCA"/>
                </a:solidFill>
                <a:latin typeface="Noto Sans KR"/>
                <a:ea typeface="Noto Sans KR"/>
                <a:cs typeface="Noto Sans KR"/>
              </a:defRPr>
            </a:defPPr>
            <a:lvl1pPr>
              <a:buNone/>
              <a:defRPr sz="1200" b="0">
                <a:solidFill>
                  <a:srgbClr val="9BB4C0"/>
                </a:solidFill>
                <a:latin typeface="Noto Sans KR"/>
                <a:ea typeface="Noto Sans KR"/>
                <a:cs typeface="Noto Sans KR"/>
              </a:defRPr>
            </a:lvl1pPr>
            <a:lvl2pPr>
              <a:buNone/>
              <a:defRPr sz="1200" b="0">
                <a:solidFill>
                  <a:srgbClr val="9BB4C0"/>
                </a:solidFill>
                <a:latin typeface="Noto Sans KR"/>
                <a:ea typeface="Noto Sans KR"/>
                <a:cs typeface="Noto Sans KR"/>
              </a:defRPr>
            </a:lvl2pPr>
            <a:lvl3pPr>
              <a:buNone/>
              <a:defRPr sz="1200" b="0">
                <a:solidFill>
                  <a:srgbClr val="9BB4C0"/>
                </a:solidFill>
                <a:latin typeface="Noto Sans KR"/>
                <a:ea typeface="Noto Sans KR"/>
                <a:cs typeface="Noto Sans KR"/>
              </a:defRPr>
            </a:lvl3pPr>
            <a:lvl4pPr>
              <a:buNone/>
              <a:defRPr sz="1200" b="0">
                <a:solidFill>
                  <a:srgbClr val="9BB4C0"/>
                </a:solidFill>
                <a:latin typeface="Noto Sans KR"/>
                <a:ea typeface="Noto Sans KR"/>
                <a:cs typeface="Noto Sans KR"/>
              </a:defRPr>
            </a:lvl4pPr>
            <a:lvl5pPr>
              <a:buNone/>
              <a:defRPr sz="1200" b="0">
                <a:solidFill>
                  <a:srgbClr val="9BB4C0"/>
                </a:solidFill>
                <a:latin typeface="Noto Sans KR"/>
                <a:ea typeface="Noto Sans KR"/>
                <a:cs typeface="Noto Sans KR"/>
              </a:defRPr>
            </a:lvl5pPr>
            <a:lvl6pPr>
              <a:buNone/>
              <a:defRPr sz="1200" b="0">
                <a:solidFill>
                  <a:srgbClr val="9BB4C0"/>
                </a:solidFill>
                <a:latin typeface="Noto Sans KR"/>
                <a:ea typeface="Noto Sans KR"/>
                <a:cs typeface="Noto Sans KR"/>
              </a:defRPr>
            </a:lvl6pPr>
            <a:lvl7pPr>
              <a:buNone/>
              <a:defRPr sz="1200" b="0">
                <a:solidFill>
                  <a:srgbClr val="9BB4C0"/>
                </a:solidFill>
                <a:latin typeface="Noto Sans KR"/>
                <a:ea typeface="Noto Sans KR"/>
                <a:cs typeface="Noto Sans KR"/>
              </a:defRPr>
            </a:lvl7pPr>
            <a:lvl8pPr>
              <a:buNone/>
              <a:defRPr sz="1200" b="0">
                <a:solidFill>
                  <a:srgbClr val="9BB4C0"/>
                </a:solidFill>
                <a:latin typeface="Noto Sans KR"/>
                <a:ea typeface="Noto Sans KR"/>
                <a:cs typeface="Noto Sans KR"/>
              </a:defRPr>
            </a:lvl8pPr>
            <a:lvl9pPr>
              <a:buNone/>
              <a:defRPr sz="1200" b="0">
                <a:solidFill>
                  <a:srgbClr val="9BB4C0"/>
                </a:solidFill>
                <a:latin typeface="Noto Sans KR"/>
                <a:ea typeface="Noto Sans KR"/>
                <a:cs typeface="Noto Sans KR"/>
              </a:defRPr>
            </a:lvl9pPr>
          </a:lstStyle>
          <a:p xmlns:a="http://schemas.openxmlformats.org/drawingml/2006/main">
            <a:pPr>
              <a:buNone/>
              <a:defRPr sz="1350" b="0">
                <a:solidFill>
                  <a:srgbClr val="A4DDCA"/>
                </a:solidFill>
                <a:latin typeface="Noto Sans KR"/>
                <a:ea typeface="Noto Sans KR"/>
                <a:cs typeface="Noto Sans KR"/>
              </a:defRPr>
            </a:pPr>
            <a:r>
              <a:rPr sz="1350" b="0">
                <a:solidFill>
                  <a:srgbClr val="A4DDCA"/>
                </a:solidFill>
                <a:latin typeface="Noto Sans KR"/>
                <a:ea typeface="Noto Sans KR"/>
                <a:cs typeface="Noto Sans KR"/>
              </a:rPr>
              <a:t>핵심 차별점: 어디로 검색할지 모델이 학습</a:t>
            </a:r>
          </a:p>
        </p:txBody>
      </p:sp>
    </p:spTree>
    <p:extLst>
      <p:ext uri="{BB962C8B-B14F-4D97-AF65-F5344CB8AC3E}">
        <p14:creationId xmlns:p14="http://schemas.microsoft.com/office/powerpoint/2010/main" val="1033633796"/>
      </p:ext>
    </p:extLst>
  </p:cSld>
</p:sld>
</file>

<file path=ppt/slides/slide28.xml><?xml version="1.0" encoding="utf-8"?>
<p:sld xmlns:p="http://schemas.openxmlformats.org/presentationml/2006/main">
  <p:cSld>
    <p:bg>
      <p:bgPr>
        <a:solidFill xmlns:a="http://schemas.openxmlformats.org/drawingml/2006/main">
          <a:srgbClr val="071824"/>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A1E6D1D6-38A5-4A0B-8AFE-A15A93CABA58}"/>
              </a:ext>
            </a:extLst>
          </p:cNvPr>
          <p:cNvCxnSpPr>
            <a:stCxn xmlns:a="http://schemas.openxmlformats.org/drawingml/2006/main" id="20" idx="2"/>
            <a:endCxn xmlns:a="http://schemas.openxmlformats.org/drawingml/2006/main" id="22" idx="0"/>
          </p:cNvCxnSpPr>
          <p:nvPr/>
        </p:nvCxnSpPr>
        <p:spPr>
          <a:xfrm xmlns:a="http://schemas.openxmlformats.org/drawingml/2006/main">
            <a:off x="9072563" y="463867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9370886C-A512-4D69-8F2D-190B508432C9}"/>
              </a:ext>
            </a:extLst>
          </p:cNvPr>
          <p:cNvCxnSpPr>
            <a:stCxn xmlns:a="http://schemas.openxmlformats.org/drawingml/2006/main" id="18" idx="2"/>
            <a:endCxn xmlns:a="http://schemas.openxmlformats.org/drawingml/2006/main" id="20" idx="0"/>
          </p:cNvCxnSpPr>
          <p:nvPr/>
        </p:nvCxnSpPr>
        <p:spPr>
          <a:xfrm xmlns:a="http://schemas.openxmlformats.org/drawingml/2006/main">
            <a:off x="9072563" y="398145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F9E2737C-193C-4A1D-B7D8-AA52C023DAF6}"/>
              </a:ext>
            </a:extLst>
          </p:cNvPr>
          <p:cNvCxnSpPr>
            <a:stCxn xmlns:a="http://schemas.openxmlformats.org/drawingml/2006/main" id="16" idx="2"/>
            <a:endCxn xmlns:a="http://schemas.openxmlformats.org/drawingml/2006/main" id="18" idx="0"/>
          </p:cNvCxnSpPr>
          <p:nvPr/>
        </p:nvCxnSpPr>
        <p:spPr>
          <a:xfrm xmlns:a="http://schemas.openxmlformats.org/drawingml/2006/main">
            <a:off x="9072563" y="332422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554AD47E-256C-49FB-9DAA-AA865B20F5B2}"/>
              </a:ext>
            </a:extLst>
          </p:cNvPr>
          <p:cNvCxnSpPr>
            <a:stCxn xmlns:a="http://schemas.openxmlformats.org/drawingml/2006/main" id="15" idx="2"/>
            <a:endCxn xmlns:a="http://schemas.openxmlformats.org/drawingml/2006/main" id="16" idx="0"/>
          </p:cNvCxnSpPr>
          <p:nvPr/>
        </p:nvCxnSpPr>
        <p:spPr>
          <a:xfrm xmlns:a="http://schemas.openxmlformats.org/drawingml/2006/main">
            <a:off x="9072563" y="266700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19FEC469-2533-494F-A7E7-107D62DA8069}"/>
              </a:ext>
            </a:extLst>
          </p:cNvPr>
          <p:cNvCxnSpPr>
            <a:stCxn xmlns:a="http://schemas.openxmlformats.org/drawingml/2006/main" id="10" idx="2"/>
            <a:endCxn xmlns:a="http://schemas.openxmlformats.org/drawingml/2006/main" id="12" idx="0"/>
          </p:cNvCxnSpPr>
          <p:nvPr/>
        </p:nvCxnSpPr>
        <p:spPr>
          <a:xfrm xmlns:a="http://schemas.openxmlformats.org/drawingml/2006/main">
            <a:off x="3119438" y="463867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D6A6B9B6-41F5-4CA5-9998-5EDD6A59ACA9}"/>
              </a:ext>
            </a:extLst>
          </p:cNvPr>
          <p:cNvCxnSpPr>
            <a:stCxn xmlns:a="http://schemas.openxmlformats.org/drawingml/2006/main" id="8" idx="2"/>
            <a:endCxn xmlns:a="http://schemas.openxmlformats.org/drawingml/2006/main" id="10" idx="0"/>
          </p:cNvCxnSpPr>
          <p:nvPr/>
        </p:nvCxnSpPr>
        <p:spPr>
          <a:xfrm xmlns:a="http://schemas.openxmlformats.org/drawingml/2006/main">
            <a:off x="3119438" y="398145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C02E85FE-655C-4636-82EE-B3619E6600F0}"/>
              </a:ext>
            </a:extLst>
          </p:cNvPr>
          <p:cNvCxnSpPr>
            <a:stCxn xmlns:a="http://schemas.openxmlformats.org/drawingml/2006/main" id="6" idx="2"/>
            <a:endCxn xmlns:a="http://schemas.openxmlformats.org/drawingml/2006/main" id="8" idx="0"/>
          </p:cNvCxnSpPr>
          <p:nvPr/>
        </p:nvCxnSpPr>
        <p:spPr>
          <a:xfrm xmlns:a="http://schemas.openxmlformats.org/drawingml/2006/main">
            <a:off x="3119438" y="332422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C6C250AC-5416-45A5-9742-3CDF490055C3}"/>
              </a:ext>
            </a:extLst>
          </p:cNvPr>
          <p:cNvCxnSpPr>
            <a:stCxn xmlns:a="http://schemas.openxmlformats.org/drawingml/2006/main" id="5" idx="2"/>
            <a:endCxn xmlns:a="http://schemas.openxmlformats.org/drawingml/2006/main" id="6" idx="0"/>
          </p:cNvCxnSpPr>
          <p:nvPr/>
        </p:nvCxnSpPr>
        <p:spPr>
          <a:xfrm xmlns:a="http://schemas.openxmlformats.org/drawingml/2006/main">
            <a:off x="3119438" y="266700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sp>
        <p:nvSpPr>
          <p:cNvPr id="25" name="">
            <a:extLst xmlns:a="http://schemas.openxmlformats.org/drawingml/2006/main">
              <a:ext uri="{FF2B5EF4-FFF2-40B4-BE49-F238E27FC236}">
                <a16:creationId xmlns:a16="http://schemas.microsoft.com/office/drawing/2014/main" id="{8CDDEF45-D327-4327-AE52-5F04B058EC76}"/>
              </a:ext>
            </a:extLst>
          </p:cNvPr>
          <p:cNvSpPr>
            <a:spLocks xmlns:a="http://schemas.openxmlformats.org/drawingml/2006/main" noGrp="1"/>
          </p:cNvSpPr>
          <p:nvPr/>
        </p:nvSpPr>
        <p:spPr>
          <a:xfrm xmlns:a="http://schemas.openxmlformats.org/drawingml/2006/main">
            <a:off x="571500" y="285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8DE5CA"/>
                </a:solidFill>
                <a:latin typeface="Noto Sans KR"/>
                <a:ea typeface="Noto Sans KR"/>
                <a:cs typeface="Noto Sans KR"/>
              </a:defRPr>
            </a:defPPr>
            <a:lvl1pPr>
              <a:buNone/>
              <a:defRPr sz="900" b="1">
                <a:solidFill>
                  <a:srgbClr val="8DE5CA"/>
                </a:solidFill>
                <a:latin typeface="Noto Sans KR"/>
                <a:ea typeface="Noto Sans KR"/>
                <a:cs typeface="Noto Sans KR"/>
              </a:defRPr>
            </a:lvl1pPr>
            <a:lvl2pPr>
              <a:buNone/>
              <a:defRPr sz="900" b="1">
                <a:solidFill>
                  <a:srgbClr val="8DE5CA"/>
                </a:solidFill>
                <a:latin typeface="Noto Sans KR"/>
                <a:ea typeface="Noto Sans KR"/>
                <a:cs typeface="Noto Sans KR"/>
              </a:defRPr>
            </a:lvl2pPr>
            <a:lvl3pPr>
              <a:buNone/>
              <a:defRPr sz="900" b="1">
                <a:solidFill>
                  <a:srgbClr val="8DE5CA"/>
                </a:solidFill>
                <a:latin typeface="Noto Sans KR"/>
                <a:ea typeface="Noto Sans KR"/>
                <a:cs typeface="Noto Sans KR"/>
              </a:defRPr>
            </a:lvl3pPr>
            <a:lvl4pPr>
              <a:buNone/>
              <a:defRPr sz="900" b="1">
                <a:solidFill>
                  <a:srgbClr val="8DE5CA"/>
                </a:solidFill>
                <a:latin typeface="Noto Sans KR"/>
                <a:ea typeface="Noto Sans KR"/>
                <a:cs typeface="Noto Sans KR"/>
              </a:defRPr>
            </a:lvl4pPr>
            <a:lvl5pPr>
              <a:buNone/>
              <a:defRPr sz="900" b="1">
                <a:solidFill>
                  <a:srgbClr val="8DE5CA"/>
                </a:solidFill>
                <a:latin typeface="Noto Sans KR"/>
                <a:ea typeface="Noto Sans KR"/>
                <a:cs typeface="Noto Sans KR"/>
              </a:defRPr>
            </a:lvl5pPr>
            <a:lvl6pPr>
              <a:buNone/>
              <a:defRPr sz="900" b="1">
                <a:solidFill>
                  <a:srgbClr val="8DE5CA"/>
                </a:solidFill>
                <a:latin typeface="Noto Sans KR"/>
                <a:ea typeface="Noto Sans KR"/>
                <a:cs typeface="Noto Sans KR"/>
              </a:defRPr>
            </a:lvl6pPr>
            <a:lvl7pPr>
              <a:buNone/>
              <a:defRPr sz="900" b="1">
                <a:solidFill>
                  <a:srgbClr val="8DE5CA"/>
                </a:solidFill>
                <a:latin typeface="Noto Sans KR"/>
                <a:ea typeface="Noto Sans KR"/>
                <a:cs typeface="Noto Sans KR"/>
              </a:defRPr>
            </a:lvl7pPr>
            <a:lvl8pPr>
              <a:buNone/>
              <a:defRPr sz="900" b="1">
                <a:solidFill>
                  <a:srgbClr val="8DE5CA"/>
                </a:solidFill>
                <a:latin typeface="Noto Sans KR"/>
                <a:ea typeface="Noto Sans KR"/>
                <a:cs typeface="Noto Sans KR"/>
              </a:defRPr>
            </a:lvl8pPr>
            <a:lvl9pPr>
              <a:buNone/>
              <a:defRPr sz="900" b="1">
                <a:solidFill>
                  <a:srgbClr val="8DE5CA"/>
                </a:solidFill>
                <a:latin typeface="Noto Sans KR"/>
                <a:ea typeface="Noto Sans KR"/>
                <a:cs typeface="Noto Sans KR"/>
              </a:defRPr>
            </a:lvl9pPr>
          </a:lstStyle>
          <a:p xmlns:a="http://schemas.openxmlformats.org/drawingml/2006/main">
            <a:pPr>
              <a:buNone/>
              <a:defRPr sz="900" b="1">
                <a:solidFill>
                  <a:srgbClr val="8DE5CA"/>
                </a:solidFill>
                <a:latin typeface="Noto Sans KR"/>
                <a:ea typeface="Noto Sans KR"/>
                <a:cs typeface="Noto Sans KR"/>
              </a:defRPr>
            </a:pPr>
            <a:r>
              <a:rPr sz="900" b="1">
                <a:solidFill>
                  <a:srgbClr val="8DE5CA"/>
                </a:solidFill>
                <a:latin typeface="Noto Sans KR"/>
                <a:ea typeface="Noto Sans KR"/>
                <a:cs typeface="Noto Sans KR"/>
              </a:rPr>
              <a:t>02 / 학습하는 검색</a:t>
            </a:r>
          </a:p>
        </p:txBody>
      </p:sp>
      <p:sp>
        <p:nvSpPr>
          <p:cNvPr id="2" name="">
            <a:extLst xmlns:a="http://schemas.openxmlformats.org/drawingml/2006/main">
              <a:ext uri="{FF2B5EF4-FFF2-40B4-BE49-F238E27FC236}">
                <a16:creationId xmlns:a16="http://schemas.microsoft.com/office/drawing/2014/main" id="{206F0C85-A2F3-4AAB-A79D-F899C3C3C00D}"/>
              </a:ext>
            </a:extLst>
          </p:cNvPr>
          <p:cNvSpPr>
            <a:spLocks xmlns:a="http://schemas.openxmlformats.org/drawingml/2006/main" noGrp="1"/>
          </p:cNvSpPr>
          <p:nvPr/>
        </p:nvSpPr>
        <p:spPr>
          <a:xfrm xmlns:a="http://schemas.openxmlformats.org/drawingml/2006/main">
            <a:off x="571500" y="7620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EAF5F3"/>
                </a:solidFill>
                <a:latin typeface="Noto Sans KR"/>
                <a:ea typeface="Noto Sans KR"/>
                <a:cs typeface="Noto Sans KR"/>
              </a:defRPr>
            </a:defPPr>
            <a:lvl1pPr>
              <a:buNone/>
              <a:defRPr sz="2850" b="1">
                <a:solidFill>
                  <a:srgbClr val="EAF5F3"/>
                </a:solidFill>
                <a:latin typeface="Noto Sans KR"/>
                <a:ea typeface="Noto Sans KR"/>
                <a:cs typeface="Noto Sans KR"/>
              </a:defRPr>
            </a:lvl1pPr>
            <a:lvl2pPr>
              <a:buNone/>
              <a:defRPr sz="2850" b="1">
                <a:solidFill>
                  <a:srgbClr val="EAF5F3"/>
                </a:solidFill>
                <a:latin typeface="Noto Sans KR"/>
                <a:ea typeface="Noto Sans KR"/>
                <a:cs typeface="Noto Sans KR"/>
              </a:defRPr>
            </a:lvl2pPr>
            <a:lvl3pPr>
              <a:buNone/>
              <a:defRPr sz="2850" b="1">
                <a:solidFill>
                  <a:srgbClr val="EAF5F3"/>
                </a:solidFill>
                <a:latin typeface="Noto Sans KR"/>
                <a:ea typeface="Noto Sans KR"/>
                <a:cs typeface="Noto Sans KR"/>
              </a:defRPr>
            </a:lvl3pPr>
            <a:lvl4pPr>
              <a:buNone/>
              <a:defRPr sz="2850" b="1">
                <a:solidFill>
                  <a:srgbClr val="EAF5F3"/>
                </a:solidFill>
                <a:latin typeface="Noto Sans KR"/>
                <a:ea typeface="Noto Sans KR"/>
                <a:cs typeface="Noto Sans KR"/>
              </a:defRPr>
            </a:lvl4pPr>
            <a:lvl5pPr>
              <a:buNone/>
              <a:defRPr sz="2850" b="1">
                <a:solidFill>
                  <a:srgbClr val="EAF5F3"/>
                </a:solidFill>
                <a:latin typeface="Noto Sans KR"/>
                <a:ea typeface="Noto Sans KR"/>
                <a:cs typeface="Noto Sans KR"/>
              </a:defRPr>
            </a:lvl5pPr>
            <a:lvl6pPr>
              <a:buNone/>
              <a:defRPr sz="2850" b="1">
                <a:solidFill>
                  <a:srgbClr val="EAF5F3"/>
                </a:solidFill>
                <a:latin typeface="Noto Sans KR"/>
                <a:ea typeface="Noto Sans KR"/>
                <a:cs typeface="Noto Sans KR"/>
              </a:defRPr>
            </a:lvl6pPr>
            <a:lvl7pPr>
              <a:buNone/>
              <a:defRPr sz="2850" b="1">
                <a:solidFill>
                  <a:srgbClr val="EAF5F3"/>
                </a:solidFill>
                <a:latin typeface="Noto Sans KR"/>
                <a:ea typeface="Noto Sans KR"/>
                <a:cs typeface="Noto Sans KR"/>
              </a:defRPr>
            </a:lvl7pPr>
            <a:lvl8pPr>
              <a:buNone/>
              <a:defRPr sz="2850" b="1">
                <a:solidFill>
                  <a:srgbClr val="EAF5F3"/>
                </a:solidFill>
                <a:latin typeface="Noto Sans KR"/>
                <a:ea typeface="Noto Sans KR"/>
                <a:cs typeface="Noto Sans KR"/>
              </a:defRPr>
            </a:lvl8pPr>
            <a:lvl9pPr>
              <a:buNone/>
              <a:defRPr sz="2850" b="1">
                <a:solidFill>
                  <a:srgbClr val="EAF5F3"/>
                </a:solidFill>
                <a:latin typeface="Noto Sans KR"/>
                <a:ea typeface="Noto Sans KR"/>
                <a:cs typeface="Noto Sans KR"/>
              </a:defRPr>
            </a:lvl9pPr>
          </a:lstStyle>
          <a:p xmlns:a="http://schemas.openxmlformats.org/drawingml/2006/main">
            <a:pPr>
              <a:buNone/>
              <a:defRPr sz="2850" b="1">
                <a:solidFill>
                  <a:srgbClr val="EAF5F3"/>
                </a:solidFill>
                <a:latin typeface="Noto Sans KR"/>
                <a:ea typeface="Noto Sans KR"/>
                <a:cs typeface="Noto Sans KR"/>
              </a:defRPr>
            </a:pPr>
            <a:r>
              <a:rPr sz="2850" b="1">
                <a:solidFill>
                  <a:srgbClr val="EAF5F3"/>
                </a:solidFill>
                <a:latin typeface="Noto Sans KR"/>
                <a:ea typeface="Noto Sans KR"/>
                <a:cs typeface="Noto Sans KR"/>
              </a:rPr>
              <a:t>G-reasoner의 전체 처리 순서</a:t>
            </a:r>
          </a:p>
        </p:txBody>
      </p:sp>
      <p:sp>
        <p:nvSpPr>
          <p:cNvPr id="3" name="">
            <a:extLst xmlns:a="http://schemas.openxmlformats.org/drawingml/2006/main">
              <a:ext uri="{FF2B5EF4-FFF2-40B4-BE49-F238E27FC236}">
                <a16:creationId xmlns:a16="http://schemas.microsoft.com/office/drawing/2014/main" id="{40EFFF45-D0A6-45E7-993C-C2CE8F057C5E}"/>
              </a:ext>
            </a:extLst>
          </p:cNvPr>
          <p:cNvSpPr>
            <a:spLocks xmlns:a="http://schemas.openxmlformats.org/drawingml/2006/main" noGrp="1"/>
          </p:cNvSpPr>
          <p:nvPr/>
        </p:nvSpPr>
        <p:spPr>
          <a:xfrm xmlns:a="http://schemas.openxmlformats.org/drawingml/2006/main">
            <a:off x="11144250" y="642937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DE5CA"/>
                </a:solidFill>
                <a:latin typeface="Noto Sans KR"/>
                <a:ea typeface="Noto Sans KR"/>
                <a:cs typeface="Noto Sans KR"/>
              </a:defRPr>
            </a:defPPr>
            <a:lvl1pPr>
              <a:buNone/>
              <a:defRPr sz="1050" b="0">
                <a:solidFill>
                  <a:srgbClr val="8DE5CA"/>
                </a:solidFill>
                <a:latin typeface="Noto Sans KR"/>
                <a:ea typeface="Noto Sans KR"/>
                <a:cs typeface="Noto Sans KR"/>
              </a:defRPr>
            </a:lvl1pPr>
            <a:lvl2pPr>
              <a:buNone/>
              <a:defRPr sz="1050" b="0">
                <a:solidFill>
                  <a:srgbClr val="8DE5CA"/>
                </a:solidFill>
                <a:latin typeface="Noto Sans KR"/>
                <a:ea typeface="Noto Sans KR"/>
                <a:cs typeface="Noto Sans KR"/>
              </a:defRPr>
            </a:lvl2pPr>
            <a:lvl3pPr>
              <a:buNone/>
              <a:defRPr sz="1050" b="0">
                <a:solidFill>
                  <a:srgbClr val="8DE5CA"/>
                </a:solidFill>
                <a:latin typeface="Noto Sans KR"/>
                <a:ea typeface="Noto Sans KR"/>
                <a:cs typeface="Noto Sans KR"/>
              </a:defRPr>
            </a:lvl3pPr>
            <a:lvl4pPr>
              <a:buNone/>
              <a:defRPr sz="1050" b="0">
                <a:solidFill>
                  <a:srgbClr val="8DE5CA"/>
                </a:solidFill>
                <a:latin typeface="Noto Sans KR"/>
                <a:ea typeface="Noto Sans KR"/>
                <a:cs typeface="Noto Sans KR"/>
              </a:defRPr>
            </a:lvl4pPr>
            <a:lvl5pPr>
              <a:buNone/>
              <a:defRPr sz="1050" b="0">
                <a:solidFill>
                  <a:srgbClr val="8DE5CA"/>
                </a:solidFill>
                <a:latin typeface="Noto Sans KR"/>
                <a:ea typeface="Noto Sans KR"/>
                <a:cs typeface="Noto Sans KR"/>
              </a:defRPr>
            </a:lvl5pPr>
            <a:lvl6pPr>
              <a:buNone/>
              <a:defRPr sz="1050" b="0">
                <a:solidFill>
                  <a:srgbClr val="8DE5CA"/>
                </a:solidFill>
                <a:latin typeface="Noto Sans KR"/>
                <a:ea typeface="Noto Sans KR"/>
                <a:cs typeface="Noto Sans KR"/>
              </a:defRPr>
            </a:lvl6pPr>
            <a:lvl7pPr>
              <a:buNone/>
              <a:defRPr sz="1050" b="0">
                <a:solidFill>
                  <a:srgbClr val="8DE5CA"/>
                </a:solidFill>
                <a:latin typeface="Noto Sans KR"/>
                <a:ea typeface="Noto Sans KR"/>
                <a:cs typeface="Noto Sans KR"/>
              </a:defRPr>
            </a:lvl7pPr>
            <a:lvl8pPr>
              <a:buNone/>
              <a:defRPr sz="1050" b="0">
                <a:solidFill>
                  <a:srgbClr val="8DE5CA"/>
                </a:solidFill>
                <a:latin typeface="Noto Sans KR"/>
                <a:ea typeface="Noto Sans KR"/>
                <a:cs typeface="Noto Sans KR"/>
              </a:defRPr>
            </a:lvl8pPr>
            <a:lvl9pPr>
              <a:buNone/>
              <a:defRPr sz="1050" b="0">
                <a:solidFill>
                  <a:srgbClr val="8DE5CA"/>
                </a:solidFill>
                <a:latin typeface="Noto Sans KR"/>
                <a:ea typeface="Noto Sans KR"/>
                <a:cs typeface="Noto Sans KR"/>
              </a:defRPr>
            </a:lvl9pPr>
          </a:lstStyle>
          <a:p xmlns:a="http://schemas.openxmlformats.org/drawingml/2006/main">
            <a:pPr>
              <a:buNone/>
              <a:defRPr sz="1050" b="0">
                <a:solidFill>
                  <a:srgbClr val="8DE5CA"/>
                </a:solidFill>
                <a:latin typeface="Noto Sans KR"/>
                <a:ea typeface="Noto Sans KR"/>
                <a:cs typeface="Noto Sans KR"/>
              </a:defRPr>
            </a:pPr>
            <a:r>
              <a:rPr sz="1050" b="0">
                <a:solidFill>
                  <a:srgbClr val="8DE5CA"/>
                </a:solidFill>
                <a:latin typeface="Noto Sans KR"/>
                <a:ea typeface="Noto Sans KR"/>
                <a:cs typeface="Noto Sans KR"/>
              </a:rPr>
              <a:t>28</a:t>
            </a:r>
          </a:p>
        </p:txBody>
      </p:sp>
      <p:sp>
        <p:nvSpPr>
          <p:cNvPr id="4" name="">
            <a:extLst xmlns:a="http://schemas.openxmlformats.org/drawingml/2006/main">
              <a:ext uri="{FF2B5EF4-FFF2-40B4-BE49-F238E27FC236}">
                <a16:creationId xmlns:a16="http://schemas.microsoft.com/office/drawing/2014/main" id="{ED2E7967-3D59-49E2-AB3B-F7F8DEFBCC9E}"/>
              </a:ext>
            </a:extLst>
          </p:cNvPr>
          <p:cNvSpPr>
            <a:spLocks xmlns:a="http://schemas.openxmlformats.org/drawingml/2006/main" noGrp="1"/>
          </p:cNvSpPr>
          <p:nvPr/>
        </p:nvSpPr>
        <p:spPr>
          <a:xfrm xmlns:a="http://schemas.openxmlformats.org/drawingml/2006/main">
            <a:off x="571500"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EBBF3"/>
                </a:solidFill>
                <a:latin typeface="Noto Sans KR"/>
                <a:ea typeface="Noto Sans KR"/>
                <a:cs typeface="Noto Sans KR"/>
              </a:defRPr>
            </a:defPPr>
            <a:lvl1pPr>
              <a:buNone/>
              <a:defRPr sz="1275" b="1">
                <a:solidFill>
                  <a:srgbClr val="8EBBF3"/>
                </a:solidFill>
                <a:latin typeface="Noto Sans KR"/>
                <a:ea typeface="Noto Sans KR"/>
                <a:cs typeface="Noto Sans KR"/>
              </a:defRPr>
            </a:lvl1pPr>
            <a:lvl2pPr>
              <a:buNone/>
              <a:defRPr sz="1275" b="1">
                <a:solidFill>
                  <a:srgbClr val="8EBBF3"/>
                </a:solidFill>
                <a:latin typeface="Noto Sans KR"/>
                <a:ea typeface="Noto Sans KR"/>
                <a:cs typeface="Noto Sans KR"/>
              </a:defRPr>
            </a:lvl2pPr>
            <a:lvl3pPr>
              <a:buNone/>
              <a:defRPr sz="1275" b="1">
                <a:solidFill>
                  <a:srgbClr val="8EBBF3"/>
                </a:solidFill>
                <a:latin typeface="Noto Sans KR"/>
                <a:ea typeface="Noto Sans KR"/>
                <a:cs typeface="Noto Sans KR"/>
              </a:defRPr>
            </a:lvl3pPr>
            <a:lvl4pPr>
              <a:buNone/>
              <a:defRPr sz="1275" b="1">
                <a:solidFill>
                  <a:srgbClr val="8EBBF3"/>
                </a:solidFill>
                <a:latin typeface="Noto Sans KR"/>
                <a:ea typeface="Noto Sans KR"/>
                <a:cs typeface="Noto Sans KR"/>
              </a:defRPr>
            </a:lvl4pPr>
            <a:lvl5pPr>
              <a:buNone/>
              <a:defRPr sz="1275" b="1">
                <a:solidFill>
                  <a:srgbClr val="8EBBF3"/>
                </a:solidFill>
                <a:latin typeface="Noto Sans KR"/>
                <a:ea typeface="Noto Sans KR"/>
                <a:cs typeface="Noto Sans KR"/>
              </a:defRPr>
            </a:lvl5pPr>
            <a:lvl6pPr>
              <a:buNone/>
              <a:defRPr sz="1275" b="1">
                <a:solidFill>
                  <a:srgbClr val="8EBBF3"/>
                </a:solidFill>
                <a:latin typeface="Noto Sans KR"/>
                <a:ea typeface="Noto Sans KR"/>
                <a:cs typeface="Noto Sans KR"/>
              </a:defRPr>
            </a:lvl6pPr>
            <a:lvl7pPr>
              <a:buNone/>
              <a:defRPr sz="1275" b="1">
                <a:solidFill>
                  <a:srgbClr val="8EBBF3"/>
                </a:solidFill>
                <a:latin typeface="Noto Sans KR"/>
                <a:ea typeface="Noto Sans KR"/>
                <a:cs typeface="Noto Sans KR"/>
              </a:defRPr>
            </a:lvl7pPr>
            <a:lvl8pPr>
              <a:buNone/>
              <a:defRPr sz="1275" b="1">
                <a:solidFill>
                  <a:srgbClr val="8EBBF3"/>
                </a:solidFill>
                <a:latin typeface="Noto Sans KR"/>
                <a:ea typeface="Noto Sans KR"/>
                <a:cs typeface="Noto Sans KR"/>
              </a:defRPr>
            </a:lvl8pPr>
            <a:lvl9pPr>
              <a:buNone/>
              <a:defRPr sz="1275" b="1">
                <a:solidFill>
                  <a:srgbClr val="8EBBF3"/>
                </a:solidFill>
                <a:latin typeface="Noto Sans KR"/>
                <a:ea typeface="Noto Sans KR"/>
                <a:cs typeface="Noto Sans KR"/>
              </a:defRPr>
            </a:lvl9pPr>
          </a:lstStyle>
          <a:p xmlns:a="http://schemas.openxmlformats.org/drawingml/2006/main">
            <a:pPr>
              <a:buNone/>
              <a:defRPr sz="1275" b="1">
                <a:solidFill>
                  <a:srgbClr val="8EBBF3"/>
                </a:solidFill>
                <a:latin typeface="Noto Sans KR"/>
                <a:ea typeface="Noto Sans KR"/>
                <a:cs typeface="Noto Sans KR"/>
              </a:defRPr>
            </a:pPr>
            <a:r>
              <a:rPr sz="1275" b="1">
                <a:solidFill>
                  <a:srgbClr val="8EBBF3"/>
                </a:solidFill>
                <a:latin typeface="Noto Sans KR"/>
                <a:ea typeface="Noto Sans KR"/>
                <a:cs typeface="Noto Sans KR"/>
              </a:rPr>
              <a:t>문서가 들어오면 미리 준비</a:t>
            </a:r>
          </a:p>
        </p:txBody>
      </p:sp>
      <p:sp>
        <p:nvSpPr>
          <p:cNvPr id="5" name="">
            <a:extLst xmlns:a="http://schemas.openxmlformats.org/drawingml/2006/main">
              <a:ext uri="{FF2B5EF4-FFF2-40B4-BE49-F238E27FC236}">
                <a16:creationId xmlns:a16="http://schemas.microsoft.com/office/drawing/2014/main" id="{37C15177-89C3-4BD7-8299-A779ACE3B9F2}"/>
              </a:ext>
            </a:extLst>
          </p:cNvPr>
          <p:cNvSpPr>
            <a:spLocks xmlns:a="http://schemas.openxmlformats.org/drawingml/2006/main" noGrp="1"/>
          </p:cNvSpPr>
          <p:nvPr/>
        </p:nvSpPr>
        <p:spPr>
          <a:xfrm xmlns:a="http://schemas.openxmlformats.org/drawingml/2006/main">
            <a:off x="571500"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개체 사이 지식 관계 구성</a:t>
            </a:r>
          </a:p>
        </p:txBody>
      </p:sp>
      <p:sp>
        <p:nvSpPr>
          <p:cNvPr id="6" name="">
            <a:extLst xmlns:a="http://schemas.openxmlformats.org/drawingml/2006/main">
              <a:ext uri="{FF2B5EF4-FFF2-40B4-BE49-F238E27FC236}">
                <a16:creationId xmlns:a16="http://schemas.microsoft.com/office/drawing/2014/main" id="{0EAED450-5A2F-481E-AF52-D4158CEA7D7C}"/>
              </a:ext>
            </a:extLst>
          </p:cNvPr>
          <p:cNvSpPr>
            <a:spLocks xmlns:a="http://schemas.openxmlformats.org/drawingml/2006/main" noGrp="1"/>
          </p:cNvSpPr>
          <p:nvPr/>
        </p:nvSpPr>
        <p:spPr>
          <a:xfrm xmlns:a="http://schemas.openxmlformats.org/drawingml/2006/main">
            <a:off x="571500"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원문 문서 연결</a:t>
            </a:r>
          </a:p>
        </p:txBody>
      </p:sp>
      <p:sp>
        <p:nvSpPr>
          <p:cNvPr id="8" name="">
            <a:extLst xmlns:a="http://schemas.openxmlformats.org/drawingml/2006/main">
              <a:ext uri="{FF2B5EF4-FFF2-40B4-BE49-F238E27FC236}">
                <a16:creationId xmlns:a16="http://schemas.microsoft.com/office/drawing/2014/main" id="{41DAE82F-E70B-41AD-A502-7647BEB4E10A}"/>
              </a:ext>
            </a:extLst>
          </p:cNvPr>
          <p:cNvSpPr>
            <a:spLocks xmlns:a="http://schemas.openxmlformats.org/drawingml/2006/main" noGrp="1"/>
          </p:cNvSpPr>
          <p:nvPr/>
        </p:nvSpPr>
        <p:spPr>
          <a:xfrm xmlns:a="http://schemas.openxmlformats.org/drawingml/2006/main">
            <a:off x="571500"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개체의 속성 정보 연결</a:t>
            </a:r>
          </a:p>
        </p:txBody>
      </p:sp>
      <p:sp>
        <p:nvSpPr>
          <p:cNvPr id="10" name="">
            <a:extLst xmlns:a="http://schemas.openxmlformats.org/drawingml/2006/main">
              <a:ext uri="{FF2B5EF4-FFF2-40B4-BE49-F238E27FC236}">
                <a16:creationId xmlns:a16="http://schemas.microsoft.com/office/drawing/2014/main" id="{ADBDE7D7-1446-490D-B04B-29D95FD5DF86}"/>
              </a:ext>
            </a:extLst>
          </p:cNvPr>
          <p:cNvSpPr>
            <a:spLocks xmlns:a="http://schemas.openxmlformats.org/drawingml/2006/main" noGrp="1"/>
          </p:cNvSpPr>
          <p:nvPr/>
        </p:nvSpPr>
        <p:spPr>
          <a:xfrm xmlns:a="http://schemas.openxmlformats.org/drawingml/2006/main">
            <a:off x="571500"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그룹 정보 연결</a:t>
            </a:r>
          </a:p>
        </p:txBody>
      </p:sp>
      <p:sp>
        <p:nvSpPr>
          <p:cNvPr id="12" name="">
            <a:extLst xmlns:a="http://schemas.openxmlformats.org/drawingml/2006/main">
              <a:ext uri="{FF2B5EF4-FFF2-40B4-BE49-F238E27FC236}">
                <a16:creationId xmlns:a16="http://schemas.microsoft.com/office/drawing/2014/main" id="{E8222DFA-1C95-48BB-ADBC-7C5047CE9456}"/>
              </a:ext>
            </a:extLst>
          </p:cNvPr>
          <p:cNvSpPr>
            <a:spLocks xmlns:a="http://schemas.openxmlformats.org/drawingml/2006/main" noGrp="1"/>
          </p:cNvSpPr>
          <p:nvPr/>
        </p:nvSpPr>
        <p:spPr>
          <a:xfrm xmlns:a="http://schemas.openxmlformats.org/drawingml/2006/main">
            <a:off x="571500"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네 구조를 QuadGraph로 통합</a:t>
            </a:r>
          </a:p>
        </p:txBody>
      </p:sp>
      <p:sp>
        <p:nvSpPr>
          <p:cNvPr id="14" name="">
            <a:extLst xmlns:a="http://schemas.openxmlformats.org/drawingml/2006/main">
              <a:ext uri="{FF2B5EF4-FFF2-40B4-BE49-F238E27FC236}">
                <a16:creationId xmlns:a16="http://schemas.microsoft.com/office/drawing/2014/main" id="{569C266E-0C10-46C9-8F30-E14E0AF5830B}"/>
              </a:ext>
            </a:extLst>
          </p:cNvPr>
          <p:cNvSpPr>
            <a:spLocks xmlns:a="http://schemas.openxmlformats.org/drawingml/2006/main" noGrp="1"/>
          </p:cNvSpPr>
          <p:nvPr/>
        </p:nvSpPr>
        <p:spPr>
          <a:xfrm xmlns:a="http://schemas.openxmlformats.org/drawingml/2006/main">
            <a:off x="6524625"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DE5CA"/>
                </a:solidFill>
                <a:latin typeface="Noto Sans KR"/>
                <a:ea typeface="Noto Sans KR"/>
                <a:cs typeface="Noto Sans KR"/>
              </a:defRPr>
            </a:defPPr>
            <a:lvl1pPr>
              <a:buNone/>
              <a:defRPr sz="1275" b="1">
                <a:solidFill>
                  <a:srgbClr val="8DE5CA"/>
                </a:solidFill>
                <a:latin typeface="Noto Sans KR"/>
                <a:ea typeface="Noto Sans KR"/>
                <a:cs typeface="Noto Sans KR"/>
              </a:defRPr>
            </a:lvl1pPr>
            <a:lvl2pPr>
              <a:buNone/>
              <a:defRPr sz="1275" b="1">
                <a:solidFill>
                  <a:srgbClr val="8DE5CA"/>
                </a:solidFill>
                <a:latin typeface="Noto Sans KR"/>
                <a:ea typeface="Noto Sans KR"/>
                <a:cs typeface="Noto Sans KR"/>
              </a:defRPr>
            </a:lvl2pPr>
            <a:lvl3pPr>
              <a:buNone/>
              <a:defRPr sz="1275" b="1">
                <a:solidFill>
                  <a:srgbClr val="8DE5CA"/>
                </a:solidFill>
                <a:latin typeface="Noto Sans KR"/>
                <a:ea typeface="Noto Sans KR"/>
                <a:cs typeface="Noto Sans KR"/>
              </a:defRPr>
            </a:lvl3pPr>
            <a:lvl4pPr>
              <a:buNone/>
              <a:defRPr sz="1275" b="1">
                <a:solidFill>
                  <a:srgbClr val="8DE5CA"/>
                </a:solidFill>
                <a:latin typeface="Noto Sans KR"/>
                <a:ea typeface="Noto Sans KR"/>
                <a:cs typeface="Noto Sans KR"/>
              </a:defRPr>
            </a:lvl4pPr>
            <a:lvl5pPr>
              <a:buNone/>
              <a:defRPr sz="1275" b="1">
                <a:solidFill>
                  <a:srgbClr val="8DE5CA"/>
                </a:solidFill>
                <a:latin typeface="Noto Sans KR"/>
                <a:ea typeface="Noto Sans KR"/>
                <a:cs typeface="Noto Sans KR"/>
              </a:defRPr>
            </a:lvl5pPr>
            <a:lvl6pPr>
              <a:buNone/>
              <a:defRPr sz="1275" b="1">
                <a:solidFill>
                  <a:srgbClr val="8DE5CA"/>
                </a:solidFill>
                <a:latin typeface="Noto Sans KR"/>
                <a:ea typeface="Noto Sans KR"/>
                <a:cs typeface="Noto Sans KR"/>
              </a:defRPr>
            </a:lvl6pPr>
            <a:lvl7pPr>
              <a:buNone/>
              <a:defRPr sz="1275" b="1">
                <a:solidFill>
                  <a:srgbClr val="8DE5CA"/>
                </a:solidFill>
                <a:latin typeface="Noto Sans KR"/>
                <a:ea typeface="Noto Sans KR"/>
                <a:cs typeface="Noto Sans KR"/>
              </a:defRPr>
            </a:lvl7pPr>
            <a:lvl8pPr>
              <a:buNone/>
              <a:defRPr sz="1275" b="1">
                <a:solidFill>
                  <a:srgbClr val="8DE5CA"/>
                </a:solidFill>
                <a:latin typeface="Noto Sans KR"/>
                <a:ea typeface="Noto Sans KR"/>
                <a:cs typeface="Noto Sans KR"/>
              </a:defRPr>
            </a:lvl8pPr>
            <a:lvl9pPr>
              <a:buNone/>
              <a:defRPr sz="1275" b="1">
                <a:solidFill>
                  <a:srgbClr val="8DE5CA"/>
                </a:solidFill>
                <a:latin typeface="Noto Sans KR"/>
                <a:ea typeface="Noto Sans KR"/>
                <a:cs typeface="Noto Sans KR"/>
              </a:defRPr>
            </a:lvl9pPr>
          </a:lstStyle>
          <a:p xmlns:a="http://schemas.openxmlformats.org/drawingml/2006/main">
            <a:pPr>
              <a:buNone/>
              <a:defRPr sz="1275" b="1">
                <a:solidFill>
                  <a:srgbClr val="8DE5CA"/>
                </a:solidFill>
                <a:latin typeface="Noto Sans KR"/>
                <a:ea typeface="Noto Sans KR"/>
                <a:cs typeface="Noto Sans KR"/>
              </a:defRPr>
            </a:pPr>
            <a:r>
              <a:rPr sz="1275" b="1">
                <a:solidFill>
                  <a:srgbClr val="8DE5CA"/>
                </a:solidFill>
                <a:latin typeface="Noto Sans KR"/>
                <a:ea typeface="Noto Sans KR"/>
                <a:cs typeface="Noto Sans KR"/>
              </a:rPr>
              <a:t>질문이 오면 검색하고 답변</a:t>
            </a:r>
          </a:p>
        </p:txBody>
      </p:sp>
      <p:sp>
        <p:nvSpPr>
          <p:cNvPr id="15" name="">
            <a:extLst xmlns:a="http://schemas.openxmlformats.org/drawingml/2006/main">
              <a:ext uri="{FF2B5EF4-FFF2-40B4-BE49-F238E27FC236}">
                <a16:creationId xmlns:a16="http://schemas.microsoft.com/office/drawing/2014/main" id="{92DEAABD-B17B-449B-BFC6-41E1477818A1}"/>
              </a:ext>
            </a:extLst>
          </p:cNvPr>
          <p:cNvSpPr>
            <a:spLocks xmlns:a="http://schemas.openxmlformats.org/drawingml/2006/main" noGrp="1"/>
          </p:cNvSpPr>
          <p:nvPr/>
        </p:nvSpPr>
        <p:spPr>
          <a:xfrm xmlns:a="http://schemas.openxmlformats.org/drawingml/2006/main">
            <a:off x="6524625"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질문을 벡터로 변환</a:t>
            </a:r>
          </a:p>
        </p:txBody>
      </p:sp>
      <p:sp>
        <p:nvSpPr>
          <p:cNvPr id="16" name="">
            <a:extLst xmlns:a="http://schemas.openxmlformats.org/drawingml/2006/main">
              <a:ext uri="{FF2B5EF4-FFF2-40B4-BE49-F238E27FC236}">
                <a16:creationId xmlns:a16="http://schemas.microsoft.com/office/drawing/2014/main" id="{CC2B116D-CF30-4FE4-8B90-0966FF3BBF79}"/>
              </a:ext>
            </a:extLst>
          </p:cNvPr>
          <p:cNvSpPr>
            <a:spLocks xmlns:a="http://schemas.openxmlformats.org/drawingml/2006/main" noGrp="1"/>
          </p:cNvSpPr>
          <p:nvPr/>
        </p:nvSpPr>
        <p:spPr>
          <a:xfrm xmlns:a="http://schemas.openxmlformats.org/drawingml/2006/main">
            <a:off x="6524625"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학습 모델로 그래프 정보 전달</a:t>
            </a:r>
          </a:p>
        </p:txBody>
      </p:sp>
      <p:sp>
        <p:nvSpPr>
          <p:cNvPr id="18" name="">
            <a:extLst xmlns:a="http://schemas.openxmlformats.org/drawingml/2006/main">
              <a:ext uri="{FF2B5EF4-FFF2-40B4-BE49-F238E27FC236}">
                <a16:creationId xmlns:a16="http://schemas.microsoft.com/office/drawing/2014/main" id="{13982F2C-D428-4256-8D43-FA709E1A9DB4}"/>
              </a:ext>
            </a:extLst>
          </p:cNvPr>
          <p:cNvSpPr>
            <a:spLocks xmlns:a="http://schemas.openxmlformats.org/drawingml/2006/main" noGrp="1"/>
          </p:cNvSpPr>
          <p:nvPr/>
        </p:nvSpPr>
        <p:spPr>
          <a:xfrm xmlns:a="http://schemas.openxmlformats.org/drawingml/2006/main">
            <a:off x="6524625"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관련 노드와 문서 예측</a:t>
            </a:r>
          </a:p>
        </p:txBody>
      </p:sp>
      <p:sp>
        <p:nvSpPr>
          <p:cNvPr id="20" name="">
            <a:extLst xmlns:a="http://schemas.openxmlformats.org/drawingml/2006/main">
              <a:ext uri="{FF2B5EF4-FFF2-40B4-BE49-F238E27FC236}">
                <a16:creationId xmlns:a16="http://schemas.microsoft.com/office/drawing/2014/main" id="{A30ABD75-E834-4097-AD9F-C56AAB754EB1}"/>
              </a:ext>
            </a:extLst>
          </p:cNvPr>
          <p:cNvSpPr>
            <a:spLocks xmlns:a="http://schemas.openxmlformats.org/drawingml/2006/main" noGrp="1"/>
          </p:cNvSpPr>
          <p:nvPr/>
        </p:nvSpPr>
        <p:spPr>
          <a:xfrm xmlns:a="http://schemas.openxmlformats.org/drawingml/2006/main">
            <a:off x="6524625"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답변에 필요한 근거 선택</a:t>
            </a:r>
          </a:p>
        </p:txBody>
      </p:sp>
      <p:sp>
        <p:nvSpPr>
          <p:cNvPr id="22" name="">
            <a:extLst xmlns:a="http://schemas.openxmlformats.org/drawingml/2006/main">
              <a:ext uri="{FF2B5EF4-FFF2-40B4-BE49-F238E27FC236}">
                <a16:creationId xmlns:a16="http://schemas.microsoft.com/office/drawing/2014/main" id="{AA38B5CC-BCE5-421C-B89B-1C27597A9A06}"/>
              </a:ext>
            </a:extLst>
          </p:cNvPr>
          <p:cNvSpPr>
            <a:spLocks xmlns:a="http://schemas.openxmlformats.org/drawingml/2006/main" noGrp="1"/>
          </p:cNvSpPr>
          <p:nvPr/>
        </p:nvSpPr>
        <p:spPr>
          <a:xfrm xmlns:a="http://schemas.openxmlformats.org/drawingml/2006/main">
            <a:off x="6524625"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선택한 근거로 답변 작성</a:t>
            </a:r>
          </a:p>
        </p:txBody>
      </p:sp>
      <p:sp>
        <p:nvSpPr>
          <p:cNvPr id="24" name="">
            <a:extLst xmlns:a="http://schemas.openxmlformats.org/drawingml/2006/main">
              <a:ext uri="{FF2B5EF4-FFF2-40B4-BE49-F238E27FC236}">
                <a16:creationId xmlns:a16="http://schemas.microsoft.com/office/drawing/2014/main" id="{A1CA9A62-1F46-494D-AD09-3962C79FA099}"/>
              </a:ext>
            </a:extLst>
          </p:cNvPr>
          <p:cNvSpPr>
            <a:spLocks xmlns:a="http://schemas.openxmlformats.org/drawingml/2006/main" noGrp="1"/>
          </p:cNvSpPr>
          <p:nvPr/>
        </p:nvSpPr>
        <p:spPr>
          <a:xfrm xmlns:a="http://schemas.openxmlformats.org/drawingml/2006/main">
            <a:off x="571500" y="57340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350" b="0">
                <a:solidFill>
                  <a:srgbClr val="A4DDCA"/>
                </a:solidFill>
                <a:latin typeface="Noto Sans KR"/>
                <a:ea typeface="Noto Sans KR"/>
                <a:cs typeface="Noto Sans KR"/>
              </a:defRPr>
            </a:defPPr>
            <a:lvl1pPr>
              <a:buNone/>
              <a:defRPr sz="1200" b="0">
                <a:solidFill>
                  <a:srgbClr val="9BB4C0"/>
                </a:solidFill>
                <a:latin typeface="Noto Sans KR"/>
                <a:ea typeface="Noto Sans KR"/>
                <a:cs typeface="Noto Sans KR"/>
              </a:defRPr>
            </a:lvl1pPr>
            <a:lvl2pPr>
              <a:buNone/>
              <a:defRPr sz="1200" b="0">
                <a:solidFill>
                  <a:srgbClr val="9BB4C0"/>
                </a:solidFill>
                <a:latin typeface="Noto Sans KR"/>
                <a:ea typeface="Noto Sans KR"/>
                <a:cs typeface="Noto Sans KR"/>
              </a:defRPr>
            </a:lvl2pPr>
            <a:lvl3pPr>
              <a:buNone/>
              <a:defRPr sz="1200" b="0">
                <a:solidFill>
                  <a:srgbClr val="9BB4C0"/>
                </a:solidFill>
                <a:latin typeface="Noto Sans KR"/>
                <a:ea typeface="Noto Sans KR"/>
                <a:cs typeface="Noto Sans KR"/>
              </a:defRPr>
            </a:lvl3pPr>
            <a:lvl4pPr>
              <a:buNone/>
              <a:defRPr sz="1200" b="0">
                <a:solidFill>
                  <a:srgbClr val="9BB4C0"/>
                </a:solidFill>
                <a:latin typeface="Noto Sans KR"/>
                <a:ea typeface="Noto Sans KR"/>
                <a:cs typeface="Noto Sans KR"/>
              </a:defRPr>
            </a:lvl4pPr>
            <a:lvl5pPr>
              <a:buNone/>
              <a:defRPr sz="1200" b="0">
                <a:solidFill>
                  <a:srgbClr val="9BB4C0"/>
                </a:solidFill>
                <a:latin typeface="Noto Sans KR"/>
                <a:ea typeface="Noto Sans KR"/>
                <a:cs typeface="Noto Sans KR"/>
              </a:defRPr>
            </a:lvl5pPr>
            <a:lvl6pPr>
              <a:buNone/>
              <a:defRPr sz="1200" b="0">
                <a:solidFill>
                  <a:srgbClr val="9BB4C0"/>
                </a:solidFill>
                <a:latin typeface="Noto Sans KR"/>
                <a:ea typeface="Noto Sans KR"/>
                <a:cs typeface="Noto Sans KR"/>
              </a:defRPr>
            </a:lvl6pPr>
            <a:lvl7pPr>
              <a:buNone/>
              <a:defRPr sz="1200" b="0">
                <a:solidFill>
                  <a:srgbClr val="9BB4C0"/>
                </a:solidFill>
                <a:latin typeface="Noto Sans KR"/>
                <a:ea typeface="Noto Sans KR"/>
                <a:cs typeface="Noto Sans KR"/>
              </a:defRPr>
            </a:lvl7pPr>
            <a:lvl8pPr>
              <a:buNone/>
              <a:defRPr sz="1200" b="0">
                <a:solidFill>
                  <a:srgbClr val="9BB4C0"/>
                </a:solidFill>
                <a:latin typeface="Noto Sans KR"/>
                <a:ea typeface="Noto Sans KR"/>
                <a:cs typeface="Noto Sans KR"/>
              </a:defRPr>
            </a:lvl8pPr>
            <a:lvl9pPr>
              <a:buNone/>
              <a:defRPr sz="1200" b="0">
                <a:solidFill>
                  <a:srgbClr val="9BB4C0"/>
                </a:solidFill>
                <a:latin typeface="Noto Sans KR"/>
                <a:ea typeface="Noto Sans KR"/>
                <a:cs typeface="Noto Sans KR"/>
              </a:defRPr>
            </a:lvl9pPr>
          </a:lstStyle>
          <a:p xmlns:a="http://schemas.openxmlformats.org/drawingml/2006/main">
            <a:pPr>
              <a:buNone/>
              <a:defRPr sz="1350" b="0">
                <a:solidFill>
                  <a:srgbClr val="A4DDCA"/>
                </a:solidFill>
                <a:latin typeface="Noto Sans KR"/>
                <a:ea typeface="Noto Sans KR"/>
                <a:cs typeface="Noto Sans KR"/>
              </a:defRPr>
            </a:pPr>
            <a:r>
              <a:rPr sz="1350" b="0">
                <a:solidFill>
                  <a:srgbClr val="A4DDCA"/>
                </a:solidFill>
                <a:latin typeface="Noto Sans KR"/>
                <a:ea typeface="Noto Sans KR"/>
                <a:cs typeface="Noto Sans KR"/>
              </a:rPr>
              <a:t>핵심 차별점: 여러 지식 구조를 한 그래프로 연결</a:t>
            </a:r>
          </a:p>
        </p:txBody>
      </p:sp>
    </p:spTree>
    <p:extLst>
      <p:ext uri="{BB962C8B-B14F-4D97-AF65-F5344CB8AC3E}">
        <p14:creationId xmlns:p14="http://schemas.microsoft.com/office/powerpoint/2010/main" val="1662042245"/>
      </p:ext>
    </p:extLst>
  </p:cSld>
</p:sld>
</file>

<file path=ppt/slides/slide29.xml><?xml version="1.0" encoding="utf-8"?>
<p:sld xmlns:p="http://schemas.openxmlformats.org/presentationml/2006/main">
  <p:cSld>
    <p:bg>
      <p:bgPr>
        <a:solidFill xmlns:a="http://schemas.openxmlformats.org/drawingml/2006/main">
          <a:srgbClr val="071824"/>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D75D5101-08EF-4299-847E-7A23841A92BE}"/>
              </a:ext>
            </a:extLst>
          </p:cNvPr>
          <p:cNvCxnSpPr>
            <a:stCxn xmlns:a="http://schemas.openxmlformats.org/drawingml/2006/main" id="20" idx="2"/>
            <a:endCxn xmlns:a="http://schemas.openxmlformats.org/drawingml/2006/main" id="22" idx="0"/>
          </p:cNvCxnSpPr>
          <p:nvPr/>
        </p:nvCxnSpPr>
        <p:spPr>
          <a:xfrm xmlns:a="http://schemas.openxmlformats.org/drawingml/2006/main">
            <a:off x="9072563" y="463867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862799E9-892F-4A8E-A10E-9F540162719B}"/>
              </a:ext>
            </a:extLst>
          </p:cNvPr>
          <p:cNvCxnSpPr>
            <a:stCxn xmlns:a="http://schemas.openxmlformats.org/drawingml/2006/main" id="18" idx="2"/>
            <a:endCxn xmlns:a="http://schemas.openxmlformats.org/drawingml/2006/main" id="20" idx="0"/>
          </p:cNvCxnSpPr>
          <p:nvPr/>
        </p:nvCxnSpPr>
        <p:spPr>
          <a:xfrm xmlns:a="http://schemas.openxmlformats.org/drawingml/2006/main">
            <a:off x="9072563" y="398145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45DA9540-DC9E-404A-97D1-7B758DE19234}"/>
              </a:ext>
            </a:extLst>
          </p:cNvPr>
          <p:cNvCxnSpPr>
            <a:stCxn xmlns:a="http://schemas.openxmlformats.org/drawingml/2006/main" id="16" idx="2"/>
            <a:endCxn xmlns:a="http://schemas.openxmlformats.org/drawingml/2006/main" id="18" idx="0"/>
          </p:cNvCxnSpPr>
          <p:nvPr/>
        </p:nvCxnSpPr>
        <p:spPr>
          <a:xfrm xmlns:a="http://schemas.openxmlformats.org/drawingml/2006/main">
            <a:off x="9072563" y="332422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6ADFF3B8-2C3B-4DA2-A9B9-C71606F2CF4D}"/>
              </a:ext>
            </a:extLst>
          </p:cNvPr>
          <p:cNvCxnSpPr>
            <a:stCxn xmlns:a="http://schemas.openxmlformats.org/drawingml/2006/main" id="15" idx="2"/>
            <a:endCxn xmlns:a="http://schemas.openxmlformats.org/drawingml/2006/main" id="16" idx="0"/>
          </p:cNvCxnSpPr>
          <p:nvPr/>
        </p:nvCxnSpPr>
        <p:spPr>
          <a:xfrm xmlns:a="http://schemas.openxmlformats.org/drawingml/2006/main">
            <a:off x="9072563" y="266700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27A26EF8-6EA1-43E4-872A-2562158847E8}"/>
              </a:ext>
            </a:extLst>
          </p:cNvPr>
          <p:cNvCxnSpPr>
            <a:stCxn xmlns:a="http://schemas.openxmlformats.org/drawingml/2006/main" id="10" idx="2"/>
            <a:endCxn xmlns:a="http://schemas.openxmlformats.org/drawingml/2006/main" id="12" idx="0"/>
          </p:cNvCxnSpPr>
          <p:nvPr/>
        </p:nvCxnSpPr>
        <p:spPr>
          <a:xfrm xmlns:a="http://schemas.openxmlformats.org/drawingml/2006/main">
            <a:off x="3119438" y="463867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EF137C6A-90C5-4D66-9E22-6E8E358CE64E}"/>
              </a:ext>
            </a:extLst>
          </p:cNvPr>
          <p:cNvCxnSpPr>
            <a:stCxn xmlns:a="http://schemas.openxmlformats.org/drawingml/2006/main" id="8" idx="2"/>
            <a:endCxn xmlns:a="http://schemas.openxmlformats.org/drawingml/2006/main" id="10" idx="0"/>
          </p:cNvCxnSpPr>
          <p:nvPr/>
        </p:nvCxnSpPr>
        <p:spPr>
          <a:xfrm xmlns:a="http://schemas.openxmlformats.org/drawingml/2006/main">
            <a:off x="3119438" y="398145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7DE6B2A3-09A6-43BF-9A95-853E05F15566}"/>
              </a:ext>
            </a:extLst>
          </p:cNvPr>
          <p:cNvCxnSpPr>
            <a:stCxn xmlns:a="http://schemas.openxmlformats.org/drawingml/2006/main" id="6" idx="2"/>
            <a:endCxn xmlns:a="http://schemas.openxmlformats.org/drawingml/2006/main" id="8" idx="0"/>
          </p:cNvCxnSpPr>
          <p:nvPr/>
        </p:nvCxnSpPr>
        <p:spPr>
          <a:xfrm xmlns:a="http://schemas.openxmlformats.org/drawingml/2006/main">
            <a:off x="3119438" y="332422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7AC6B982-68F2-4D13-848B-87D027B897B1}"/>
              </a:ext>
            </a:extLst>
          </p:cNvPr>
          <p:cNvCxnSpPr>
            <a:stCxn xmlns:a="http://schemas.openxmlformats.org/drawingml/2006/main" id="5" idx="2"/>
            <a:endCxn xmlns:a="http://schemas.openxmlformats.org/drawingml/2006/main" id="6" idx="0"/>
          </p:cNvCxnSpPr>
          <p:nvPr/>
        </p:nvCxnSpPr>
        <p:spPr>
          <a:xfrm xmlns:a="http://schemas.openxmlformats.org/drawingml/2006/main">
            <a:off x="3119438" y="266700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sp>
        <p:nvSpPr>
          <p:cNvPr id="25" name="">
            <a:extLst xmlns:a="http://schemas.openxmlformats.org/drawingml/2006/main">
              <a:ext uri="{FF2B5EF4-FFF2-40B4-BE49-F238E27FC236}">
                <a16:creationId xmlns:a16="http://schemas.microsoft.com/office/drawing/2014/main" id="{7E096587-04B4-4119-84AD-8893CA7AE0C7}"/>
              </a:ext>
            </a:extLst>
          </p:cNvPr>
          <p:cNvSpPr>
            <a:spLocks xmlns:a="http://schemas.openxmlformats.org/drawingml/2006/main" noGrp="1"/>
          </p:cNvSpPr>
          <p:nvPr/>
        </p:nvSpPr>
        <p:spPr>
          <a:xfrm xmlns:a="http://schemas.openxmlformats.org/drawingml/2006/main">
            <a:off x="571500" y="285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8DE5CA"/>
                </a:solidFill>
                <a:latin typeface="Noto Sans KR"/>
                <a:ea typeface="Noto Sans KR"/>
                <a:cs typeface="Noto Sans KR"/>
              </a:defRPr>
            </a:defPPr>
            <a:lvl1pPr>
              <a:buNone/>
              <a:defRPr sz="900" b="1">
                <a:solidFill>
                  <a:srgbClr val="8DE5CA"/>
                </a:solidFill>
                <a:latin typeface="Noto Sans KR"/>
                <a:ea typeface="Noto Sans KR"/>
                <a:cs typeface="Noto Sans KR"/>
              </a:defRPr>
            </a:lvl1pPr>
            <a:lvl2pPr>
              <a:buNone/>
              <a:defRPr sz="900" b="1">
                <a:solidFill>
                  <a:srgbClr val="8DE5CA"/>
                </a:solidFill>
                <a:latin typeface="Noto Sans KR"/>
                <a:ea typeface="Noto Sans KR"/>
                <a:cs typeface="Noto Sans KR"/>
              </a:defRPr>
            </a:lvl2pPr>
            <a:lvl3pPr>
              <a:buNone/>
              <a:defRPr sz="900" b="1">
                <a:solidFill>
                  <a:srgbClr val="8DE5CA"/>
                </a:solidFill>
                <a:latin typeface="Noto Sans KR"/>
                <a:ea typeface="Noto Sans KR"/>
                <a:cs typeface="Noto Sans KR"/>
              </a:defRPr>
            </a:lvl3pPr>
            <a:lvl4pPr>
              <a:buNone/>
              <a:defRPr sz="900" b="1">
                <a:solidFill>
                  <a:srgbClr val="8DE5CA"/>
                </a:solidFill>
                <a:latin typeface="Noto Sans KR"/>
                <a:ea typeface="Noto Sans KR"/>
                <a:cs typeface="Noto Sans KR"/>
              </a:defRPr>
            </a:lvl4pPr>
            <a:lvl5pPr>
              <a:buNone/>
              <a:defRPr sz="900" b="1">
                <a:solidFill>
                  <a:srgbClr val="8DE5CA"/>
                </a:solidFill>
                <a:latin typeface="Noto Sans KR"/>
                <a:ea typeface="Noto Sans KR"/>
                <a:cs typeface="Noto Sans KR"/>
              </a:defRPr>
            </a:lvl5pPr>
            <a:lvl6pPr>
              <a:buNone/>
              <a:defRPr sz="900" b="1">
                <a:solidFill>
                  <a:srgbClr val="8DE5CA"/>
                </a:solidFill>
                <a:latin typeface="Noto Sans KR"/>
                <a:ea typeface="Noto Sans KR"/>
                <a:cs typeface="Noto Sans KR"/>
              </a:defRPr>
            </a:lvl6pPr>
            <a:lvl7pPr>
              <a:buNone/>
              <a:defRPr sz="900" b="1">
                <a:solidFill>
                  <a:srgbClr val="8DE5CA"/>
                </a:solidFill>
                <a:latin typeface="Noto Sans KR"/>
                <a:ea typeface="Noto Sans KR"/>
                <a:cs typeface="Noto Sans KR"/>
              </a:defRPr>
            </a:lvl7pPr>
            <a:lvl8pPr>
              <a:buNone/>
              <a:defRPr sz="900" b="1">
                <a:solidFill>
                  <a:srgbClr val="8DE5CA"/>
                </a:solidFill>
                <a:latin typeface="Noto Sans KR"/>
                <a:ea typeface="Noto Sans KR"/>
                <a:cs typeface="Noto Sans KR"/>
              </a:defRPr>
            </a:lvl8pPr>
            <a:lvl9pPr>
              <a:buNone/>
              <a:defRPr sz="900" b="1">
                <a:solidFill>
                  <a:srgbClr val="8DE5CA"/>
                </a:solidFill>
                <a:latin typeface="Noto Sans KR"/>
                <a:ea typeface="Noto Sans KR"/>
                <a:cs typeface="Noto Sans KR"/>
              </a:defRPr>
            </a:lvl9pPr>
          </a:lstStyle>
          <a:p xmlns:a="http://schemas.openxmlformats.org/drawingml/2006/main">
            <a:pPr>
              <a:buNone/>
              <a:defRPr sz="900" b="1">
                <a:solidFill>
                  <a:srgbClr val="8DE5CA"/>
                </a:solidFill>
                <a:latin typeface="Noto Sans KR"/>
                <a:ea typeface="Noto Sans KR"/>
                <a:cs typeface="Noto Sans KR"/>
              </a:defRPr>
            </a:pPr>
            <a:r>
              <a:rPr sz="900" b="1">
                <a:solidFill>
                  <a:srgbClr val="8DE5CA"/>
                </a:solidFill>
                <a:latin typeface="Noto Sans KR"/>
                <a:ea typeface="Noto Sans KR"/>
                <a:cs typeface="Noto Sans KR"/>
              </a:rPr>
              <a:t>02 / 글과 표와 그림</a:t>
            </a:r>
          </a:p>
        </p:txBody>
      </p:sp>
      <p:sp>
        <p:nvSpPr>
          <p:cNvPr id="2" name="">
            <a:extLst xmlns:a="http://schemas.openxmlformats.org/drawingml/2006/main">
              <a:ext uri="{FF2B5EF4-FFF2-40B4-BE49-F238E27FC236}">
                <a16:creationId xmlns:a16="http://schemas.microsoft.com/office/drawing/2014/main" id="{11AF616D-3DFB-459D-9A2A-8C7F5C1D35CB}"/>
              </a:ext>
            </a:extLst>
          </p:cNvPr>
          <p:cNvSpPr>
            <a:spLocks xmlns:a="http://schemas.openxmlformats.org/drawingml/2006/main" noGrp="1"/>
          </p:cNvSpPr>
          <p:nvPr/>
        </p:nvSpPr>
        <p:spPr>
          <a:xfrm xmlns:a="http://schemas.openxmlformats.org/drawingml/2006/main">
            <a:off x="571500" y="7620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EAF5F3"/>
                </a:solidFill>
                <a:latin typeface="Noto Sans KR"/>
                <a:ea typeface="Noto Sans KR"/>
                <a:cs typeface="Noto Sans KR"/>
              </a:defRPr>
            </a:defPPr>
            <a:lvl1pPr>
              <a:buNone/>
              <a:defRPr sz="2850" b="1">
                <a:solidFill>
                  <a:srgbClr val="EAF5F3"/>
                </a:solidFill>
                <a:latin typeface="Noto Sans KR"/>
                <a:ea typeface="Noto Sans KR"/>
                <a:cs typeface="Noto Sans KR"/>
              </a:defRPr>
            </a:lvl1pPr>
            <a:lvl2pPr>
              <a:buNone/>
              <a:defRPr sz="2850" b="1">
                <a:solidFill>
                  <a:srgbClr val="EAF5F3"/>
                </a:solidFill>
                <a:latin typeface="Noto Sans KR"/>
                <a:ea typeface="Noto Sans KR"/>
                <a:cs typeface="Noto Sans KR"/>
              </a:defRPr>
            </a:lvl2pPr>
            <a:lvl3pPr>
              <a:buNone/>
              <a:defRPr sz="2850" b="1">
                <a:solidFill>
                  <a:srgbClr val="EAF5F3"/>
                </a:solidFill>
                <a:latin typeface="Noto Sans KR"/>
                <a:ea typeface="Noto Sans KR"/>
                <a:cs typeface="Noto Sans KR"/>
              </a:defRPr>
            </a:lvl3pPr>
            <a:lvl4pPr>
              <a:buNone/>
              <a:defRPr sz="2850" b="1">
                <a:solidFill>
                  <a:srgbClr val="EAF5F3"/>
                </a:solidFill>
                <a:latin typeface="Noto Sans KR"/>
                <a:ea typeface="Noto Sans KR"/>
                <a:cs typeface="Noto Sans KR"/>
              </a:defRPr>
            </a:lvl4pPr>
            <a:lvl5pPr>
              <a:buNone/>
              <a:defRPr sz="2850" b="1">
                <a:solidFill>
                  <a:srgbClr val="EAF5F3"/>
                </a:solidFill>
                <a:latin typeface="Noto Sans KR"/>
                <a:ea typeface="Noto Sans KR"/>
                <a:cs typeface="Noto Sans KR"/>
              </a:defRPr>
            </a:lvl5pPr>
            <a:lvl6pPr>
              <a:buNone/>
              <a:defRPr sz="2850" b="1">
                <a:solidFill>
                  <a:srgbClr val="EAF5F3"/>
                </a:solidFill>
                <a:latin typeface="Noto Sans KR"/>
                <a:ea typeface="Noto Sans KR"/>
                <a:cs typeface="Noto Sans KR"/>
              </a:defRPr>
            </a:lvl6pPr>
            <a:lvl7pPr>
              <a:buNone/>
              <a:defRPr sz="2850" b="1">
                <a:solidFill>
                  <a:srgbClr val="EAF5F3"/>
                </a:solidFill>
                <a:latin typeface="Noto Sans KR"/>
                <a:ea typeface="Noto Sans KR"/>
                <a:cs typeface="Noto Sans KR"/>
              </a:defRPr>
            </a:lvl7pPr>
            <a:lvl8pPr>
              <a:buNone/>
              <a:defRPr sz="2850" b="1">
                <a:solidFill>
                  <a:srgbClr val="EAF5F3"/>
                </a:solidFill>
                <a:latin typeface="Noto Sans KR"/>
                <a:ea typeface="Noto Sans KR"/>
                <a:cs typeface="Noto Sans KR"/>
              </a:defRPr>
            </a:lvl8pPr>
            <a:lvl9pPr>
              <a:buNone/>
              <a:defRPr sz="2850" b="1">
                <a:solidFill>
                  <a:srgbClr val="EAF5F3"/>
                </a:solidFill>
                <a:latin typeface="Noto Sans KR"/>
                <a:ea typeface="Noto Sans KR"/>
                <a:cs typeface="Noto Sans KR"/>
              </a:defRPr>
            </a:lvl9pPr>
          </a:lstStyle>
          <a:p xmlns:a="http://schemas.openxmlformats.org/drawingml/2006/main">
            <a:pPr>
              <a:buNone/>
              <a:defRPr sz="2850" b="1">
                <a:solidFill>
                  <a:srgbClr val="EAF5F3"/>
                </a:solidFill>
                <a:latin typeface="Noto Sans KR"/>
                <a:ea typeface="Noto Sans KR"/>
                <a:cs typeface="Noto Sans KR"/>
              </a:defRPr>
            </a:pPr>
            <a:r>
              <a:rPr sz="2850" b="1">
                <a:solidFill>
                  <a:srgbClr val="EAF5F3"/>
                </a:solidFill>
                <a:latin typeface="Noto Sans KR"/>
                <a:ea typeface="Noto Sans KR"/>
                <a:cs typeface="Noto Sans KR"/>
              </a:rPr>
              <a:t>RAG-Anything의 전체 처리 순서</a:t>
            </a:r>
          </a:p>
        </p:txBody>
      </p:sp>
      <p:sp>
        <p:nvSpPr>
          <p:cNvPr id="3" name="">
            <a:extLst xmlns:a="http://schemas.openxmlformats.org/drawingml/2006/main">
              <a:ext uri="{FF2B5EF4-FFF2-40B4-BE49-F238E27FC236}">
                <a16:creationId xmlns:a16="http://schemas.microsoft.com/office/drawing/2014/main" id="{53BDFA6F-B22A-4E42-B8B1-B1197872FB05}"/>
              </a:ext>
            </a:extLst>
          </p:cNvPr>
          <p:cNvSpPr>
            <a:spLocks xmlns:a="http://schemas.openxmlformats.org/drawingml/2006/main" noGrp="1"/>
          </p:cNvSpPr>
          <p:nvPr/>
        </p:nvSpPr>
        <p:spPr>
          <a:xfrm xmlns:a="http://schemas.openxmlformats.org/drawingml/2006/main">
            <a:off x="11144250" y="642937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DE5CA"/>
                </a:solidFill>
                <a:latin typeface="Noto Sans KR"/>
                <a:ea typeface="Noto Sans KR"/>
                <a:cs typeface="Noto Sans KR"/>
              </a:defRPr>
            </a:defPPr>
            <a:lvl1pPr>
              <a:buNone/>
              <a:defRPr sz="1050" b="0">
                <a:solidFill>
                  <a:srgbClr val="8DE5CA"/>
                </a:solidFill>
                <a:latin typeface="Noto Sans KR"/>
                <a:ea typeface="Noto Sans KR"/>
                <a:cs typeface="Noto Sans KR"/>
              </a:defRPr>
            </a:lvl1pPr>
            <a:lvl2pPr>
              <a:buNone/>
              <a:defRPr sz="1050" b="0">
                <a:solidFill>
                  <a:srgbClr val="8DE5CA"/>
                </a:solidFill>
                <a:latin typeface="Noto Sans KR"/>
                <a:ea typeface="Noto Sans KR"/>
                <a:cs typeface="Noto Sans KR"/>
              </a:defRPr>
            </a:lvl2pPr>
            <a:lvl3pPr>
              <a:buNone/>
              <a:defRPr sz="1050" b="0">
                <a:solidFill>
                  <a:srgbClr val="8DE5CA"/>
                </a:solidFill>
                <a:latin typeface="Noto Sans KR"/>
                <a:ea typeface="Noto Sans KR"/>
                <a:cs typeface="Noto Sans KR"/>
              </a:defRPr>
            </a:lvl3pPr>
            <a:lvl4pPr>
              <a:buNone/>
              <a:defRPr sz="1050" b="0">
                <a:solidFill>
                  <a:srgbClr val="8DE5CA"/>
                </a:solidFill>
                <a:latin typeface="Noto Sans KR"/>
                <a:ea typeface="Noto Sans KR"/>
                <a:cs typeface="Noto Sans KR"/>
              </a:defRPr>
            </a:lvl4pPr>
            <a:lvl5pPr>
              <a:buNone/>
              <a:defRPr sz="1050" b="0">
                <a:solidFill>
                  <a:srgbClr val="8DE5CA"/>
                </a:solidFill>
                <a:latin typeface="Noto Sans KR"/>
                <a:ea typeface="Noto Sans KR"/>
                <a:cs typeface="Noto Sans KR"/>
              </a:defRPr>
            </a:lvl5pPr>
            <a:lvl6pPr>
              <a:buNone/>
              <a:defRPr sz="1050" b="0">
                <a:solidFill>
                  <a:srgbClr val="8DE5CA"/>
                </a:solidFill>
                <a:latin typeface="Noto Sans KR"/>
                <a:ea typeface="Noto Sans KR"/>
                <a:cs typeface="Noto Sans KR"/>
              </a:defRPr>
            </a:lvl6pPr>
            <a:lvl7pPr>
              <a:buNone/>
              <a:defRPr sz="1050" b="0">
                <a:solidFill>
                  <a:srgbClr val="8DE5CA"/>
                </a:solidFill>
                <a:latin typeface="Noto Sans KR"/>
                <a:ea typeface="Noto Sans KR"/>
                <a:cs typeface="Noto Sans KR"/>
              </a:defRPr>
            </a:lvl7pPr>
            <a:lvl8pPr>
              <a:buNone/>
              <a:defRPr sz="1050" b="0">
                <a:solidFill>
                  <a:srgbClr val="8DE5CA"/>
                </a:solidFill>
                <a:latin typeface="Noto Sans KR"/>
                <a:ea typeface="Noto Sans KR"/>
                <a:cs typeface="Noto Sans KR"/>
              </a:defRPr>
            </a:lvl8pPr>
            <a:lvl9pPr>
              <a:buNone/>
              <a:defRPr sz="1050" b="0">
                <a:solidFill>
                  <a:srgbClr val="8DE5CA"/>
                </a:solidFill>
                <a:latin typeface="Noto Sans KR"/>
                <a:ea typeface="Noto Sans KR"/>
                <a:cs typeface="Noto Sans KR"/>
              </a:defRPr>
            </a:lvl9pPr>
          </a:lstStyle>
          <a:p xmlns:a="http://schemas.openxmlformats.org/drawingml/2006/main">
            <a:pPr>
              <a:buNone/>
              <a:defRPr sz="1050" b="0">
                <a:solidFill>
                  <a:srgbClr val="8DE5CA"/>
                </a:solidFill>
                <a:latin typeface="Noto Sans KR"/>
                <a:ea typeface="Noto Sans KR"/>
                <a:cs typeface="Noto Sans KR"/>
              </a:defRPr>
            </a:pPr>
            <a:r>
              <a:rPr sz="1050" b="0">
                <a:solidFill>
                  <a:srgbClr val="8DE5CA"/>
                </a:solidFill>
                <a:latin typeface="Noto Sans KR"/>
                <a:ea typeface="Noto Sans KR"/>
                <a:cs typeface="Noto Sans KR"/>
              </a:rPr>
              <a:t>29</a:t>
            </a:r>
          </a:p>
        </p:txBody>
      </p:sp>
      <p:sp>
        <p:nvSpPr>
          <p:cNvPr id="4" name="">
            <a:extLst xmlns:a="http://schemas.openxmlformats.org/drawingml/2006/main">
              <a:ext uri="{FF2B5EF4-FFF2-40B4-BE49-F238E27FC236}">
                <a16:creationId xmlns:a16="http://schemas.microsoft.com/office/drawing/2014/main" id="{B3BDA045-50DB-4D18-93F4-C74D80522FD7}"/>
              </a:ext>
            </a:extLst>
          </p:cNvPr>
          <p:cNvSpPr>
            <a:spLocks xmlns:a="http://schemas.openxmlformats.org/drawingml/2006/main" noGrp="1"/>
          </p:cNvSpPr>
          <p:nvPr/>
        </p:nvSpPr>
        <p:spPr>
          <a:xfrm xmlns:a="http://schemas.openxmlformats.org/drawingml/2006/main">
            <a:off x="571500"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EBBF3"/>
                </a:solidFill>
                <a:latin typeface="Noto Sans KR"/>
                <a:ea typeface="Noto Sans KR"/>
                <a:cs typeface="Noto Sans KR"/>
              </a:defRPr>
            </a:defPPr>
            <a:lvl1pPr>
              <a:buNone/>
              <a:defRPr sz="1275" b="1">
                <a:solidFill>
                  <a:srgbClr val="8EBBF3"/>
                </a:solidFill>
                <a:latin typeface="Noto Sans KR"/>
                <a:ea typeface="Noto Sans KR"/>
                <a:cs typeface="Noto Sans KR"/>
              </a:defRPr>
            </a:lvl1pPr>
            <a:lvl2pPr>
              <a:buNone/>
              <a:defRPr sz="1275" b="1">
                <a:solidFill>
                  <a:srgbClr val="8EBBF3"/>
                </a:solidFill>
                <a:latin typeface="Noto Sans KR"/>
                <a:ea typeface="Noto Sans KR"/>
                <a:cs typeface="Noto Sans KR"/>
              </a:defRPr>
            </a:lvl2pPr>
            <a:lvl3pPr>
              <a:buNone/>
              <a:defRPr sz="1275" b="1">
                <a:solidFill>
                  <a:srgbClr val="8EBBF3"/>
                </a:solidFill>
                <a:latin typeface="Noto Sans KR"/>
                <a:ea typeface="Noto Sans KR"/>
                <a:cs typeface="Noto Sans KR"/>
              </a:defRPr>
            </a:lvl3pPr>
            <a:lvl4pPr>
              <a:buNone/>
              <a:defRPr sz="1275" b="1">
                <a:solidFill>
                  <a:srgbClr val="8EBBF3"/>
                </a:solidFill>
                <a:latin typeface="Noto Sans KR"/>
                <a:ea typeface="Noto Sans KR"/>
                <a:cs typeface="Noto Sans KR"/>
              </a:defRPr>
            </a:lvl4pPr>
            <a:lvl5pPr>
              <a:buNone/>
              <a:defRPr sz="1275" b="1">
                <a:solidFill>
                  <a:srgbClr val="8EBBF3"/>
                </a:solidFill>
                <a:latin typeface="Noto Sans KR"/>
                <a:ea typeface="Noto Sans KR"/>
                <a:cs typeface="Noto Sans KR"/>
              </a:defRPr>
            </a:lvl5pPr>
            <a:lvl6pPr>
              <a:buNone/>
              <a:defRPr sz="1275" b="1">
                <a:solidFill>
                  <a:srgbClr val="8EBBF3"/>
                </a:solidFill>
                <a:latin typeface="Noto Sans KR"/>
                <a:ea typeface="Noto Sans KR"/>
                <a:cs typeface="Noto Sans KR"/>
              </a:defRPr>
            </a:lvl6pPr>
            <a:lvl7pPr>
              <a:buNone/>
              <a:defRPr sz="1275" b="1">
                <a:solidFill>
                  <a:srgbClr val="8EBBF3"/>
                </a:solidFill>
                <a:latin typeface="Noto Sans KR"/>
                <a:ea typeface="Noto Sans KR"/>
                <a:cs typeface="Noto Sans KR"/>
              </a:defRPr>
            </a:lvl7pPr>
            <a:lvl8pPr>
              <a:buNone/>
              <a:defRPr sz="1275" b="1">
                <a:solidFill>
                  <a:srgbClr val="8EBBF3"/>
                </a:solidFill>
                <a:latin typeface="Noto Sans KR"/>
                <a:ea typeface="Noto Sans KR"/>
                <a:cs typeface="Noto Sans KR"/>
              </a:defRPr>
            </a:lvl8pPr>
            <a:lvl9pPr>
              <a:buNone/>
              <a:defRPr sz="1275" b="1">
                <a:solidFill>
                  <a:srgbClr val="8EBBF3"/>
                </a:solidFill>
                <a:latin typeface="Noto Sans KR"/>
                <a:ea typeface="Noto Sans KR"/>
                <a:cs typeface="Noto Sans KR"/>
              </a:defRPr>
            </a:lvl9pPr>
          </a:lstStyle>
          <a:p xmlns:a="http://schemas.openxmlformats.org/drawingml/2006/main">
            <a:pPr>
              <a:buNone/>
              <a:defRPr sz="1275" b="1">
                <a:solidFill>
                  <a:srgbClr val="8EBBF3"/>
                </a:solidFill>
                <a:latin typeface="Noto Sans KR"/>
                <a:ea typeface="Noto Sans KR"/>
                <a:cs typeface="Noto Sans KR"/>
              </a:defRPr>
            </a:pPr>
            <a:r>
              <a:rPr sz="1275" b="1">
                <a:solidFill>
                  <a:srgbClr val="8EBBF3"/>
                </a:solidFill>
                <a:latin typeface="Noto Sans KR"/>
                <a:ea typeface="Noto Sans KR"/>
                <a:cs typeface="Noto Sans KR"/>
              </a:rPr>
              <a:t>문서가 들어오면 미리 준비</a:t>
            </a:r>
          </a:p>
        </p:txBody>
      </p:sp>
      <p:sp>
        <p:nvSpPr>
          <p:cNvPr id="5" name="">
            <a:extLst xmlns:a="http://schemas.openxmlformats.org/drawingml/2006/main">
              <a:ext uri="{FF2B5EF4-FFF2-40B4-BE49-F238E27FC236}">
                <a16:creationId xmlns:a16="http://schemas.microsoft.com/office/drawing/2014/main" id="{8977D500-E48D-42E4-9FD7-EC9FADD2797C}"/>
              </a:ext>
            </a:extLst>
          </p:cNvPr>
          <p:cNvSpPr>
            <a:spLocks xmlns:a="http://schemas.openxmlformats.org/drawingml/2006/main" noGrp="1"/>
          </p:cNvSpPr>
          <p:nvPr/>
        </p:nvSpPr>
        <p:spPr>
          <a:xfrm xmlns:a="http://schemas.openxmlformats.org/drawingml/2006/main">
            <a:off x="571500"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문서에서 글·표·그림 읽기</a:t>
            </a:r>
          </a:p>
        </p:txBody>
      </p:sp>
      <p:sp>
        <p:nvSpPr>
          <p:cNvPr id="6" name="">
            <a:extLst xmlns:a="http://schemas.openxmlformats.org/drawingml/2006/main">
              <a:ext uri="{FF2B5EF4-FFF2-40B4-BE49-F238E27FC236}">
                <a16:creationId xmlns:a16="http://schemas.microsoft.com/office/drawing/2014/main" id="{B795D30A-8663-4388-B5ED-8D74A8D288BC}"/>
              </a:ext>
            </a:extLst>
          </p:cNvPr>
          <p:cNvSpPr>
            <a:spLocks xmlns:a="http://schemas.openxmlformats.org/drawingml/2006/main" noGrp="1"/>
          </p:cNvSpPr>
          <p:nvPr/>
        </p:nvSpPr>
        <p:spPr>
          <a:xfrm xmlns:a="http://schemas.openxmlformats.org/drawingml/2006/main">
            <a:off x="571500"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요소별 종류 구분</a:t>
            </a:r>
          </a:p>
        </p:txBody>
      </p:sp>
      <p:sp>
        <p:nvSpPr>
          <p:cNvPr id="8" name="">
            <a:extLst xmlns:a="http://schemas.openxmlformats.org/drawingml/2006/main">
              <a:ext uri="{FF2B5EF4-FFF2-40B4-BE49-F238E27FC236}">
                <a16:creationId xmlns:a16="http://schemas.microsoft.com/office/drawing/2014/main" id="{E55DD656-CF04-4C71-8FF7-E4EA97F64211}"/>
              </a:ext>
            </a:extLst>
          </p:cNvPr>
          <p:cNvSpPr>
            <a:spLocks xmlns:a="http://schemas.openxmlformats.org/drawingml/2006/main" noGrp="1"/>
          </p:cNvSpPr>
          <p:nvPr/>
        </p:nvSpPr>
        <p:spPr>
          <a:xfrm xmlns:a="http://schemas.openxmlformats.org/drawingml/2006/main">
            <a:off x="571500"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각 요소의 내용을 설명·정리</a:t>
            </a:r>
          </a:p>
        </p:txBody>
      </p:sp>
      <p:sp>
        <p:nvSpPr>
          <p:cNvPr id="10" name="">
            <a:extLst xmlns:a="http://schemas.openxmlformats.org/drawingml/2006/main">
              <a:ext uri="{FF2B5EF4-FFF2-40B4-BE49-F238E27FC236}">
                <a16:creationId xmlns:a16="http://schemas.microsoft.com/office/drawing/2014/main" id="{7E455D21-A3B1-4F24-BB43-66EC6F7875BF}"/>
              </a:ext>
            </a:extLst>
          </p:cNvPr>
          <p:cNvSpPr>
            <a:spLocks xmlns:a="http://schemas.openxmlformats.org/drawingml/2006/main" noGrp="1"/>
          </p:cNvSpPr>
          <p:nvPr/>
        </p:nvSpPr>
        <p:spPr>
          <a:xfrm xmlns:a="http://schemas.openxmlformats.org/drawingml/2006/main">
            <a:off x="571500"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서로 다른 요소를 연결</a:t>
            </a:r>
          </a:p>
        </p:txBody>
      </p:sp>
      <p:sp>
        <p:nvSpPr>
          <p:cNvPr id="12" name="">
            <a:extLst xmlns:a="http://schemas.openxmlformats.org/drawingml/2006/main">
              <a:ext uri="{FF2B5EF4-FFF2-40B4-BE49-F238E27FC236}">
                <a16:creationId xmlns:a16="http://schemas.microsoft.com/office/drawing/2014/main" id="{1E02069B-2D00-4AD0-B2F3-6CF365E8C0ED}"/>
              </a:ext>
            </a:extLst>
          </p:cNvPr>
          <p:cNvSpPr>
            <a:spLocks xmlns:a="http://schemas.openxmlformats.org/drawingml/2006/main" noGrp="1"/>
          </p:cNvSpPr>
          <p:nvPr/>
        </p:nvSpPr>
        <p:spPr>
          <a:xfrm xmlns:a="http://schemas.openxmlformats.org/drawingml/2006/main">
            <a:off x="571500"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검색용 그래프와 벡터 저장</a:t>
            </a:r>
          </a:p>
        </p:txBody>
      </p:sp>
      <p:sp>
        <p:nvSpPr>
          <p:cNvPr id="14" name="">
            <a:extLst xmlns:a="http://schemas.openxmlformats.org/drawingml/2006/main">
              <a:ext uri="{FF2B5EF4-FFF2-40B4-BE49-F238E27FC236}">
                <a16:creationId xmlns:a16="http://schemas.microsoft.com/office/drawing/2014/main" id="{9EDD1180-F477-49CE-B91F-2C09F818A67E}"/>
              </a:ext>
            </a:extLst>
          </p:cNvPr>
          <p:cNvSpPr>
            <a:spLocks xmlns:a="http://schemas.openxmlformats.org/drawingml/2006/main" noGrp="1"/>
          </p:cNvSpPr>
          <p:nvPr/>
        </p:nvSpPr>
        <p:spPr>
          <a:xfrm xmlns:a="http://schemas.openxmlformats.org/drawingml/2006/main">
            <a:off x="6524625"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DE5CA"/>
                </a:solidFill>
                <a:latin typeface="Noto Sans KR"/>
                <a:ea typeface="Noto Sans KR"/>
                <a:cs typeface="Noto Sans KR"/>
              </a:defRPr>
            </a:defPPr>
            <a:lvl1pPr>
              <a:buNone/>
              <a:defRPr sz="1275" b="1">
                <a:solidFill>
                  <a:srgbClr val="8DE5CA"/>
                </a:solidFill>
                <a:latin typeface="Noto Sans KR"/>
                <a:ea typeface="Noto Sans KR"/>
                <a:cs typeface="Noto Sans KR"/>
              </a:defRPr>
            </a:lvl1pPr>
            <a:lvl2pPr>
              <a:buNone/>
              <a:defRPr sz="1275" b="1">
                <a:solidFill>
                  <a:srgbClr val="8DE5CA"/>
                </a:solidFill>
                <a:latin typeface="Noto Sans KR"/>
                <a:ea typeface="Noto Sans KR"/>
                <a:cs typeface="Noto Sans KR"/>
              </a:defRPr>
            </a:lvl2pPr>
            <a:lvl3pPr>
              <a:buNone/>
              <a:defRPr sz="1275" b="1">
                <a:solidFill>
                  <a:srgbClr val="8DE5CA"/>
                </a:solidFill>
                <a:latin typeface="Noto Sans KR"/>
                <a:ea typeface="Noto Sans KR"/>
                <a:cs typeface="Noto Sans KR"/>
              </a:defRPr>
            </a:lvl3pPr>
            <a:lvl4pPr>
              <a:buNone/>
              <a:defRPr sz="1275" b="1">
                <a:solidFill>
                  <a:srgbClr val="8DE5CA"/>
                </a:solidFill>
                <a:latin typeface="Noto Sans KR"/>
                <a:ea typeface="Noto Sans KR"/>
                <a:cs typeface="Noto Sans KR"/>
              </a:defRPr>
            </a:lvl4pPr>
            <a:lvl5pPr>
              <a:buNone/>
              <a:defRPr sz="1275" b="1">
                <a:solidFill>
                  <a:srgbClr val="8DE5CA"/>
                </a:solidFill>
                <a:latin typeface="Noto Sans KR"/>
                <a:ea typeface="Noto Sans KR"/>
                <a:cs typeface="Noto Sans KR"/>
              </a:defRPr>
            </a:lvl5pPr>
            <a:lvl6pPr>
              <a:buNone/>
              <a:defRPr sz="1275" b="1">
                <a:solidFill>
                  <a:srgbClr val="8DE5CA"/>
                </a:solidFill>
                <a:latin typeface="Noto Sans KR"/>
                <a:ea typeface="Noto Sans KR"/>
                <a:cs typeface="Noto Sans KR"/>
              </a:defRPr>
            </a:lvl6pPr>
            <a:lvl7pPr>
              <a:buNone/>
              <a:defRPr sz="1275" b="1">
                <a:solidFill>
                  <a:srgbClr val="8DE5CA"/>
                </a:solidFill>
                <a:latin typeface="Noto Sans KR"/>
                <a:ea typeface="Noto Sans KR"/>
                <a:cs typeface="Noto Sans KR"/>
              </a:defRPr>
            </a:lvl7pPr>
            <a:lvl8pPr>
              <a:buNone/>
              <a:defRPr sz="1275" b="1">
                <a:solidFill>
                  <a:srgbClr val="8DE5CA"/>
                </a:solidFill>
                <a:latin typeface="Noto Sans KR"/>
                <a:ea typeface="Noto Sans KR"/>
                <a:cs typeface="Noto Sans KR"/>
              </a:defRPr>
            </a:lvl8pPr>
            <a:lvl9pPr>
              <a:buNone/>
              <a:defRPr sz="1275" b="1">
                <a:solidFill>
                  <a:srgbClr val="8DE5CA"/>
                </a:solidFill>
                <a:latin typeface="Noto Sans KR"/>
                <a:ea typeface="Noto Sans KR"/>
                <a:cs typeface="Noto Sans KR"/>
              </a:defRPr>
            </a:lvl9pPr>
          </a:lstStyle>
          <a:p xmlns:a="http://schemas.openxmlformats.org/drawingml/2006/main">
            <a:pPr>
              <a:buNone/>
              <a:defRPr sz="1275" b="1">
                <a:solidFill>
                  <a:srgbClr val="8DE5CA"/>
                </a:solidFill>
                <a:latin typeface="Noto Sans KR"/>
                <a:ea typeface="Noto Sans KR"/>
                <a:cs typeface="Noto Sans KR"/>
              </a:defRPr>
            </a:pPr>
            <a:r>
              <a:rPr sz="1275" b="1">
                <a:solidFill>
                  <a:srgbClr val="8DE5CA"/>
                </a:solidFill>
                <a:latin typeface="Noto Sans KR"/>
                <a:ea typeface="Noto Sans KR"/>
                <a:cs typeface="Noto Sans KR"/>
              </a:rPr>
              <a:t>질문이 오면 검색하고 답변</a:t>
            </a:r>
          </a:p>
        </p:txBody>
      </p:sp>
      <p:sp>
        <p:nvSpPr>
          <p:cNvPr id="15" name="">
            <a:extLst xmlns:a="http://schemas.openxmlformats.org/drawingml/2006/main">
              <a:ext uri="{FF2B5EF4-FFF2-40B4-BE49-F238E27FC236}">
                <a16:creationId xmlns:a16="http://schemas.microsoft.com/office/drawing/2014/main" id="{600D1A80-43F5-4A82-BB06-C4364C996F30}"/>
              </a:ext>
            </a:extLst>
          </p:cNvPr>
          <p:cNvSpPr>
            <a:spLocks xmlns:a="http://schemas.openxmlformats.org/drawingml/2006/main" noGrp="1"/>
          </p:cNvSpPr>
          <p:nvPr/>
        </p:nvSpPr>
        <p:spPr>
          <a:xfrm xmlns:a="http://schemas.openxmlformats.org/drawingml/2006/main">
            <a:off x="6524625"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질문의 내용과 형태 파악</a:t>
            </a:r>
          </a:p>
        </p:txBody>
      </p:sp>
      <p:sp>
        <p:nvSpPr>
          <p:cNvPr id="16" name="">
            <a:extLst xmlns:a="http://schemas.openxmlformats.org/drawingml/2006/main">
              <a:ext uri="{FF2B5EF4-FFF2-40B4-BE49-F238E27FC236}">
                <a16:creationId xmlns:a16="http://schemas.microsoft.com/office/drawing/2014/main" id="{04DFC006-1C36-443C-9499-BEE686FDE088}"/>
              </a:ext>
            </a:extLst>
          </p:cNvPr>
          <p:cNvSpPr>
            <a:spLocks xmlns:a="http://schemas.openxmlformats.org/drawingml/2006/main" noGrp="1"/>
          </p:cNvSpPr>
          <p:nvPr/>
        </p:nvSpPr>
        <p:spPr>
          <a:xfrm xmlns:a="http://schemas.openxmlformats.org/drawingml/2006/main">
            <a:off x="6524625"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관련 개체와 관계 검색</a:t>
            </a:r>
          </a:p>
        </p:txBody>
      </p:sp>
      <p:sp>
        <p:nvSpPr>
          <p:cNvPr id="18" name="">
            <a:extLst xmlns:a="http://schemas.openxmlformats.org/drawingml/2006/main">
              <a:ext uri="{FF2B5EF4-FFF2-40B4-BE49-F238E27FC236}">
                <a16:creationId xmlns:a16="http://schemas.microsoft.com/office/drawing/2014/main" id="{86497906-D263-46E4-BA8B-FAB0BA74A8CC}"/>
              </a:ext>
            </a:extLst>
          </p:cNvPr>
          <p:cNvSpPr>
            <a:spLocks xmlns:a="http://schemas.openxmlformats.org/drawingml/2006/main" noGrp="1"/>
          </p:cNvSpPr>
          <p:nvPr/>
        </p:nvSpPr>
        <p:spPr>
          <a:xfrm xmlns:a="http://schemas.openxmlformats.org/drawingml/2006/main">
            <a:off x="6524625"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관련 글·표·그림 가져오기</a:t>
            </a:r>
          </a:p>
        </p:txBody>
      </p:sp>
      <p:sp>
        <p:nvSpPr>
          <p:cNvPr id="20" name="">
            <a:extLst xmlns:a="http://schemas.openxmlformats.org/drawingml/2006/main">
              <a:ext uri="{FF2B5EF4-FFF2-40B4-BE49-F238E27FC236}">
                <a16:creationId xmlns:a16="http://schemas.microsoft.com/office/drawing/2014/main" id="{35B8AC4B-2C7C-4D8F-8055-D55A7B3CA019}"/>
              </a:ext>
            </a:extLst>
          </p:cNvPr>
          <p:cNvSpPr>
            <a:spLocks xmlns:a="http://schemas.openxmlformats.org/drawingml/2006/main" noGrp="1"/>
          </p:cNvSpPr>
          <p:nvPr/>
        </p:nvSpPr>
        <p:spPr>
          <a:xfrm xmlns:a="http://schemas.openxmlformats.org/drawingml/2006/main">
            <a:off x="6524625"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서로 맞는 근거끼리 모으기</a:t>
            </a:r>
          </a:p>
        </p:txBody>
      </p:sp>
      <p:sp>
        <p:nvSpPr>
          <p:cNvPr id="22" name="">
            <a:extLst xmlns:a="http://schemas.openxmlformats.org/drawingml/2006/main">
              <a:ext uri="{FF2B5EF4-FFF2-40B4-BE49-F238E27FC236}">
                <a16:creationId xmlns:a16="http://schemas.microsoft.com/office/drawing/2014/main" id="{7C1B3806-BE30-4B97-A276-D83577936F64}"/>
              </a:ext>
            </a:extLst>
          </p:cNvPr>
          <p:cNvSpPr>
            <a:spLocks xmlns:a="http://schemas.openxmlformats.org/drawingml/2006/main" noGrp="1"/>
          </p:cNvSpPr>
          <p:nvPr/>
        </p:nvSpPr>
        <p:spPr>
          <a:xfrm xmlns:a="http://schemas.openxmlformats.org/drawingml/2006/main">
            <a:off x="6524625"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언어·시각 모델로 답변 작성</a:t>
            </a:r>
          </a:p>
        </p:txBody>
      </p:sp>
      <p:sp>
        <p:nvSpPr>
          <p:cNvPr id="24" name="">
            <a:extLst xmlns:a="http://schemas.openxmlformats.org/drawingml/2006/main">
              <a:ext uri="{FF2B5EF4-FFF2-40B4-BE49-F238E27FC236}">
                <a16:creationId xmlns:a16="http://schemas.microsoft.com/office/drawing/2014/main" id="{9BF8B059-B253-4068-9EB4-E9F2AF853204}"/>
              </a:ext>
            </a:extLst>
          </p:cNvPr>
          <p:cNvSpPr>
            <a:spLocks xmlns:a="http://schemas.openxmlformats.org/drawingml/2006/main" noGrp="1"/>
          </p:cNvSpPr>
          <p:nvPr/>
        </p:nvSpPr>
        <p:spPr>
          <a:xfrm xmlns:a="http://schemas.openxmlformats.org/drawingml/2006/main">
            <a:off x="571500" y="57340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350" b="0">
                <a:solidFill>
                  <a:srgbClr val="A4DDCA"/>
                </a:solidFill>
                <a:latin typeface="Noto Sans KR"/>
                <a:ea typeface="Noto Sans KR"/>
                <a:cs typeface="Noto Sans KR"/>
              </a:defRPr>
            </a:defPPr>
            <a:lvl1pPr>
              <a:buNone/>
              <a:defRPr sz="1200" b="0">
                <a:solidFill>
                  <a:srgbClr val="9BB4C0"/>
                </a:solidFill>
                <a:latin typeface="Noto Sans KR"/>
                <a:ea typeface="Noto Sans KR"/>
                <a:cs typeface="Noto Sans KR"/>
              </a:defRPr>
            </a:lvl1pPr>
            <a:lvl2pPr>
              <a:buNone/>
              <a:defRPr sz="1200" b="0">
                <a:solidFill>
                  <a:srgbClr val="9BB4C0"/>
                </a:solidFill>
                <a:latin typeface="Noto Sans KR"/>
                <a:ea typeface="Noto Sans KR"/>
                <a:cs typeface="Noto Sans KR"/>
              </a:defRPr>
            </a:lvl2pPr>
            <a:lvl3pPr>
              <a:buNone/>
              <a:defRPr sz="1200" b="0">
                <a:solidFill>
                  <a:srgbClr val="9BB4C0"/>
                </a:solidFill>
                <a:latin typeface="Noto Sans KR"/>
                <a:ea typeface="Noto Sans KR"/>
                <a:cs typeface="Noto Sans KR"/>
              </a:defRPr>
            </a:lvl3pPr>
            <a:lvl4pPr>
              <a:buNone/>
              <a:defRPr sz="1200" b="0">
                <a:solidFill>
                  <a:srgbClr val="9BB4C0"/>
                </a:solidFill>
                <a:latin typeface="Noto Sans KR"/>
                <a:ea typeface="Noto Sans KR"/>
                <a:cs typeface="Noto Sans KR"/>
              </a:defRPr>
            </a:lvl4pPr>
            <a:lvl5pPr>
              <a:buNone/>
              <a:defRPr sz="1200" b="0">
                <a:solidFill>
                  <a:srgbClr val="9BB4C0"/>
                </a:solidFill>
                <a:latin typeface="Noto Sans KR"/>
                <a:ea typeface="Noto Sans KR"/>
                <a:cs typeface="Noto Sans KR"/>
              </a:defRPr>
            </a:lvl5pPr>
            <a:lvl6pPr>
              <a:buNone/>
              <a:defRPr sz="1200" b="0">
                <a:solidFill>
                  <a:srgbClr val="9BB4C0"/>
                </a:solidFill>
                <a:latin typeface="Noto Sans KR"/>
                <a:ea typeface="Noto Sans KR"/>
                <a:cs typeface="Noto Sans KR"/>
              </a:defRPr>
            </a:lvl6pPr>
            <a:lvl7pPr>
              <a:buNone/>
              <a:defRPr sz="1200" b="0">
                <a:solidFill>
                  <a:srgbClr val="9BB4C0"/>
                </a:solidFill>
                <a:latin typeface="Noto Sans KR"/>
                <a:ea typeface="Noto Sans KR"/>
                <a:cs typeface="Noto Sans KR"/>
              </a:defRPr>
            </a:lvl7pPr>
            <a:lvl8pPr>
              <a:buNone/>
              <a:defRPr sz="1200" b="0">
                <a:solidFill>
                  <a:srgbClr val="9BB4C0"/>
                </a:solidFill>
                <a:latin typeface="Noto Sans KR"/>
                <a:ea typeface="Noto Sans KR"/>
                <a:cs typeface="Noto Sans KR"/>
              </a:defRPr>
            </a:lvl8pPr>
            <a:lvl9pPr>
              <a:buNone/>
              <a:defRPr sz="1200" b="0">
                <a:solidFill>
                  <a:srgbClr val="9BB4C0"/>
                </a:solidFill>
                <a:latin typeface="Noto Sans KR"/>
                <a:ea typeface="Noto Sans KR"/>
                <a:cs typeface="Noto Sans KR"/>
              </a:defRPr>
            </a:lvl9pPr>
          </a:lstStyle>
          <a:p xmlns:a="http://schemas.openxmlformats.org/drawingml/2006/main">
            <a:pPr>
              <a:buNone/>
              <a:defRPr sz="1350" b="0">
                <a:solidFill>
                  <a:srgbClr val="A4DDCA"/>
                </a:solidFill>
                <a:latin typeface="Noto Sans KR"/>
                <a:ea typeface="Noto Sans KR"/>
                <a:cs typeface="Noto Sans KR"/>
              </a:defRPr>
            </a:pPr>
            <a:r>
              <a:rPr sz="1350" b="0">
                <a:solidFill>
                  <a:srgbClr val="A4DDCA"/>
                </a:solidFill>
                <a:latin typeface="Noto Sans KR"/>
                <a:ea typeface="Noto Sans KR"/>
                <a:cs typeface="Noto Sans KR"/>
              </a:rPr>
              <a:t>핵심 차별점: 글·표·그림을 함께 검색</a:t>
            </a:r>
          </a:p>
        </p:txBody>
      </p:sp>
    </p:spTree>
    <p:extLst>
      <p:ext uri="{BB962C8B-B14F-4D97-AF65-F5344CB8AC3E}">
        <p14:creationId xmlns:p14="http://schemas.microsoft.com/office/powerpoint/2010/main" val="1175252784"/>
      </p:ext>
    </p:extLst>
  </p:cSld>
</p:sld>
</file>

<file path=ppt/slides/slide30.xml><?xml version="1.0" encoding="utf-8"?>
<p:sld xmlns:p="http://schemas.openxmlformats.org/presentationml/2006/main">
  <p:cSld>
    <p:bg>
      <p:bgPr>
        <a:solidFill xmlns:a="http://schemas.openxmlformats.org/drawingml/2006/main">
          <a:srgbClr val="071824"/>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D405E8B3-71C9-4988-A286-D2A9388A5381}"/>
              </a:ext>
            </a:extLst>
          </p:cNvPr>
          <p:cNvCxnSpPr>
            <a:stCxn xmlns:a="http://schemas.openxmlformats.org/drawingml/2006/main" id="20" idx="2"/>
            <a:endCxn xmlns:a="http://schemas.openxmlformats.org/drawingml/2006/main" id="22" idx="0"/>
          </p:cNvCxnSpPr>
          <p:nvPr/>
        </p:nvCxnSpPr>
        <p:spPr>
          <a:xfrm xmlns:a="http://schemas.openxmlformats.org/drawingml/2006/main">
            <a:off x="9072563" y="463867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55625423-12CB-4AF4-BB41-F0816EB836A0}"/>
              </a:ext>
            </a:extLst>
          </p:cNvPr>
          <p:cNvCxnSpPr>
            <a:stCxn xmlns:a="http://schemas.openxmlformats.org/drawingml/2006/main" id="18" idx="2"/>
            <a:endCxn xmlns:a="http://schemas.openxmlformats.org/drawingml/2006/main" id="20" idx="0"/>
          </p:cNvCxnSpPr>
          <p:nvPr/>
        </p:nvCxnSpPr>
        <p:spPr>
          <a:xfrm xmlns:a="http://schemas.openxmlformats.org/drawingml/2006/main">
            <a:off x="9072563" y="398145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2C837777-F8DA-40E2-A63C-0DDC74A90BEA}"/>
              </a:ext>
            </a:extLst>
          </p:cNvPr>
          <p:cNvCxnSpPr>
            <a:stCxn xmlns:a="http://schemas.openxmlformats.org/drawingml/2006/main" id="16" idx="2"/>
            <a:endCxn xmlns:a="http://schemas.openxmlformats.org/drawingml/2006/main" id="18" idx="0"/>
          </p:cNvCxnSpPr>
          <p:nvPr/>
        </p:nvCxnSpPr>
        <p:spPr>
          <a:xfrm xmlns:a="http://schemas.openxmlformats.org/drawingml/2006/main">
            <a:off x="9072563" y="3324225"/>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A20D7688-C876-4DF1-9A08-E0E6128BA020}"/>
              </a:ext>
            </a:extLst>
          </p:cNvPr>
          <p:cNvCxnSpPr>
            <a:stCxn xmlns:a="http://schemas.openxmlformats.org/drawingml/2006/main" id="15" idx="2"/>
            <a:endCxn xmlns:a="http://schemas.openxmlformats.org/drawingml/2006/main" id="16" idx="0"/>
          </p:cNvCxnSpPr>
          <p:nvPr/>
        </p:nvCxnSpPr>
        <p:spPr>
          <a:xfrm xmlns:a="http://schemas.openxmlformats.org/drawingml/2006/main">
            <a:off x="9072563" y="2667000"/>
            <a:ext cx="0" cy="133350"/>
          </a:xfrm>
          <a:prstGeom xmlns:a="http://schemas.openxmlformats.org/drawingml/2006/main" prst="straightConnector1">
            <a:avLst/>
          </a:prstGeom>
          <a:ln xmlns:a="http://schemas.openxmlformats.org/drawingml/2006/main" w="14288">
            <a:solidFill>
              <a:srgbClr val="8DE5CA"/>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4CA4D5ED-9D11-462B-B4D9-F8EE6E6ED323}"/>
              </a:ext>
            </a:extLst>
          </p:cNvPr>
          <p:cNvCxnSpPr>
            <a:stCxn xmlns:a="http://schemas.openxmlformats.org/drawingml/2006/main" id="10" idx="2"/>
            <a:endCxn xmlns:a="http://schemas.openxmlformats.org/drawingml/2006/main" id="12" idx="0"/>
          </p:cNvCxnSpPr>
          <p:nvPr/>
        </p:nvCxnSpPr>
        <p:spPr>
          <a:xfrm xmlns:a="http://schemas.openxmlformats.org/drawingml/2006/main">
            <a:off x="3119438" y="463867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B94C7D95-92B6-4638-8069-16423F193C53}"/>
              </a:ext>
            </a:extLst>
          </p:cNvPr>
          <p:cNvCxnSpPr>
            <a:stCxn xmlns:a="http://schemas.openxmlformats.org/drawingml/2006/main" id="8" idx="2"/>
            <a:endCxn xmlns:a="http://schemas.openxmlformats.org/drawingml/2006/main" id="10" idx="0"/>
          </p:cNvCxnSpPr>
          <p:nvPr/>
        </p:nvCxnSpPr>
        <p:spPr>
          <a:xfrm xmlns:a="http://schemas.openxmlformats.org/drawingml/2006/main">
            <a:off x="3119438" y="398145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216EDB6B-8BBF-4CDF-9E6F-32F8E01E1BA2}"/>
              </a:ext>
            </a:extLst>
          </p:cNvPr>
          <p:cNvCxnSpPr>
            <a:stCxn xmlns:a="http://schemas.openxmlformats.org/drawingml/2006/main" id="6" idx="2"/>
            <a:endCxn xmlns:a="http://schemas.openxmlformats.org/drawingml/2006/main" id="8" idx="0"/>
          </p:cNvCxnSpPr>
          <p:nvPr/>
        </p:nvCxnSpPr>
        <p:spPr>
          <a:xfrm xmlns:a="http://schemas.openxmlformats.org/drawingml/2006/main">
            <a:off x="3119438" y="3324225"/>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B65FEC6E-AC02-4A47-9639-5030BB2DFA1A}"/>
              </a:ext>
            </a:extLst>
          </p:cNvPr>
          <p:cNvCxnSpPr>
            <a:stCxn xmlns:a="http://schemas.openxmlformats.org/drawingml/2006/main" id="5" idx="2"/>
            <a:endCxn xmlns:a="http://schemas.openxmlformats.org/drawingml/2006/main" id="6" idx="0"/>
          </p:cNvCxnSpPr>
          <p:nvPr/>
        </p:nvCxnSpPr>
        <p:spPr>
          <a:xfrm xmlns:a="http://schemas.openxmlformats.org/drawingml/2006/main">
            <a:off x="3119438" y="2667000"/>
            <a:ext cx="0" cy="133350"/>
          </a:xfrm>
          <a:prstGeom xmlns:a="http://schemas.openxmlformats.org/drawingml/2006/main" prst="straightConnector1">
            <a:avLst/>
          </a:prstGeom>
          <a:ln xmlns:a="http://schemas.openxmlformats.org/drawingml/2006/main" w="14288">
            <a:solidFill>
              <a:srgbClr val="8EBBF3"/>
            </a:solidFill>
            <a:prstDash val="solid"/>
            <a:tailEnd type="arrow" w="med" len="med"/>
          </a:ln>
        </p:spPr>
      </p:cxnSp>
      <p:sp>
        <p:nvSpPr>
          <p:cNvPr id="25" name="">
            <a:extLst xmlns:a="http://schemas.openxmlformats.org/drawingml/2006/main">
              <a:ext uri="{FF2B5EF4-FFF2-40B4-BE49-F238E27FC236}">
                <a16:creationId xmlns:a16="http://schemas.microsoft.com/office/drawing/2014/main" id="{0EF54B4C-E447-4565-B7DD-28EFBDD22A44}"/>
              </a:ext>
            </a:extLst>
          </p:cNvPr>
          <p:cNvSpPr>
            <a:spLocks xmlns:a="http://schemas.openxmlformats.org/drawingml/2006/main" noGrp="1"/>
          </p:cNvSpPr>
          <p:nvPr/>
        </p:nvSpPr>
        <p:spPr>
          <a:xfrm xmlns:a="http://schemas.openxmlformats.org/drawingml/2006/main">
            <a:off x="571500" y="285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8DE5CA"/>
                </a:solidFill>
                <a:latin typeface="Noto Sans KR"/>
                <a:ea typeface="Noto Sans KR"/>
                <a:cs typeface="Noto Sans KR"/>
              </a:defRPr>
            </a:defPPr>
            <a:lvl1pPr>
              <a:buNone/>
              <a:defRPr sz="900" b="1">
                <a:solidFill>
                  <a:srgbClr val="8DE5CA"/>
                </a:solidFill>
                <a:latin typeface="Noto Sans KR"/>
                <a:ea typeface="Noto Sans KR"/>
                <a:cs typeface="Noto Sans KR"/>
              </a:defRPr>
            </a:lvl1pPr>
            <a:lvl2pPr>
              <a:buNone/>
              <a:defRPr sz="900" b="1">
                <a:solidFill>
                  <a:srgbClr val="8DE5CA"/>
                </a:solidFill>
                <a:latin typeface="Noto Sans KR"/>
                <a:ea typeface="Noto Sans KR"/>
                <a:cs typeface="Noto Sans KR"/>
              </a:defRPr>
            </a:lvl2pPr>
            <a:lvl3pPr>
              <a:buNone/>
              <a:defRPr sz="900" b="1">
                <a:solidFill>
                  <a:srgbClr val="8DE5CA"/>
                </a:solidFill>
                <a:latin typeface="Noto Sans KR"/>
                <a:ea typeface="Noto Sans KR"/>
                <a:cs typeface="Noto Sans KR"/>
              </a:defRPr>
            </a:lvl3pPr>
            <a:lvl4pPr>
              <a:buNone/>
              <a:defRPr sz="900" b="1">
                <a:solidFill>
                  <a:srgbClr val="8DE5CA"/>
                </a:solidFill>
                <a:latin typeface="Noto Sans KR"/>
                <a:ea typeface="Noto Sans KR"/>
                <a:cs typeface="Noto Sans KR"/>
              </a:defRPr>
            </a:lvl4pPr>
            <a:lvl5pPr>
              <a:buNone/>
              <a:defRPr sz="900" b="1">
                <a:solidFill>
                  <a:srgbClr val="8DE5CA"/>
                </a:solidFill>
                <a:latin typeface="Noto Sans KR"/>
                <a:ea typeface="Noto Sans KR"/>
                <a:cs typeface="Noto Sans KR"/>
              </a:defRPr>
            </a:lvl5pPr>
            <a:lvl6pPr>
              <a:buNone/>
              <a:defRPr sz="900" b="1">
                <a:solidFill>
                  <a:srgbClr val="8DE5CA"/>
                </a:solidFill>
                <a:latin typeface="Noto Sans KR"/>
                <a:ea typeface="Noto Sans KR"/>
                <a:cs typeface="Noto Sans KR"/>
              </a:defRPr>
            </a:lvl6pPr>
            <a:lvl7pPr>
              <a:buNone/>
              <a:defRPr sz="900" b="1">
                <a:solidFill>
                  <a:srgbClr val="8DE5CA"/>
                </a:solidFill>
                <a:latin typeface="Noto Sans KR"/>
                <a:ea typeface="Noto Sans KR"/>
                <a:cs typeface="Noto Sans KR"/>
              </a:defRPr>
            </a:lvl7pPr>
            <a:lvl8pPr>
              <a:buNone/>
              <a:defRPr sz="900" b="1">
                <a:solidFill>
                  <a:srgbClr val="8DE5CA"/>
                </a:solidFill>
                <a:latin typeface="Noto Sans KR"/>
                <a:ea typeface="Noto Sans KR"/>
                <a:cs typeface="Noto Sans KR"/>
              </a:defRPr>
            </a:lvl8pPr>
            <a:lvl9pPr>
              <a:buNone/>
              <a:defRPr sz="900" b="1">
                <a:solidFill>
                  <a:srgbClr val="8DE5CA"/>
                </a:solidFill>
                <a:latin typeface="Noto Sans KR"/>
                <a:ea typeface="Noto Sans KR"/>
                <a:cs typeface="Noto Sans KR"/>
              </a:defRPr>
            </a:lvl9pPr>
          </a:lstStyle>
          <a:p xmlns:a="http://schemas.openxmlformats.org/drawingml/2006/main">
            <a:pPr>
              <a:buNone/>
              <a:defRPr sz="900" b="1">
                <a:solidFill>
                  <a:srgbClr val="8DE5CA"/>
                </a:solidFill>
                <a:latin typeface="Noto Sans KR"/>
                <a:ea typeface="Noto Sans KR"/>
                <a:cs typeface="Noto Sans KR"/>
              </a:defRPr>
            </a:pPr>
            <a:r>
              <a:rPr sz="900" b="1">
                <a:solidFill>
                  <a:srgbClr val="8DE5CA"/>
                </a:solidFill>
                <a:latin typeface="Noto Sans KR"/>
                <a:ea typeface="Noto Sans KR"/>
                <a:cs typeface="Noto Sans KR"/>
              </a:rPr>
              <a:t>02 / 평가와 실습 정리</a:t>
            </a:r>
          </a:p>
        </p:txBody>
      </p:sp>
      <p:sp>
        <p:nvSpPr>
          <p:cNvPr id="2" name="">
            <a:extLst xmlns:a="http://schemas.openxmlformats.org/drawingml/2006/main">
              <a:ext uri="{FF2B5EF4-FFF2-40B4-BE49-F238E27FC236}">
                <a16:creationId xmlns:a16="http://schemas.microsoft.com/office/drawing/2014/main" id="{6A551841-0C65-4FFA-B555-F48A50888903}"/>
              </a:ext>
            </a:extLst>
          </p:cNvPr>
          <p:cNvSpPr>
            <a:spLocks xmlns:a="http://schemas.openxmlformats.org/drawingml/2006/main" noGrp="1"/>
          </p:cNvSpPr>
          <p:nvPr/>
        </p:nvSpPr>
        <p:spPr>
          <a:xfrm xmlns:a="http://schemas.openxmlformats.org/drawingml/2006/main">
            <a:off x="571500" y="7620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EAF5F3"/>
                </a:solidFill>
                <a:latin typeface="Noto Sans KR"/>
                <a:ea typeface="Noto Sans KR"/>
                <a:cs typeface="Noto Sans KR"/>
              </a:defRPr>
            </a:defPPr>
            <a:lvl1pPr>
              <a:buNone/>
              <a:defRPr sz="2850" b="1">
                <a:solidFill>
                  <a:srgbClr val="EAF5F3"/>
                </a:solidFill>
                <a:latin typeface="Noto Sans KR"/>
                <a:ea typeface="Noto Sans KR"/>
                <a:cs typeface="Noto Sans KR"/>
              </a:defRPr>
            </a:lvl1pPr>
            <a:lvl2pPr>
              <a:buNone/>
              <a:defRPr sz="2850" b="1">
                <a:solidFill>
                  <a:srgbClr val="EAF5F3"/>
                </a:solidFill>
                <a:latin typeface="Noto Sans KR"/>
                <a:ea typeface="Noto Sans KR"/>
                <a:cs typeface="Noto Sans KR"/>
              </a:defRPr>
            </a:lvl2pPr>
            <a:lvl3pPr>
              <a:buNone/>
              <a:defRPr sz="2850" b="1">
                <a:solidFill>
                  <a:srgbClr val="EAF5F3"/>
                </a:solidFill>
                <a:latin typeface="Noto Sans KR"/>
                <a:ea typeface="Noto Sans KR"/>
                <a:cs typeface="Noto Sans KR"/>
              </a:defRPr>
            </a:lvl3pPr>
            <a:lvl4pPr>
              <a:buNone/>
              <a:defRPr sz="2850" b="1">
                <a:solidFill>
                  <a:srgbClr val="EAF5F3"/>
                </a:solidFill>
                <a:latin typeface="Noto Sans KR"/>
                <a:ea typeface="Noto Sans KR"/>
                <a:cs typeface="Noto Sans KR"/>
              </a:defRPr>
            </a:lvl4pPr>
            <a:lvl5pPr>
              <a:buNone/>
              <a:defRPr sz="2850" b="1">
                <a:solidFill>
                  <a:srgbClr val="EAF5F3"/>
                </a:solidFill>
                <a:latin typeface="Noto Sans KR"/>
                <a:ea typeface="Noto Sans KR"/>
                <a:cs typeface="Noto Sans KR"/>
              </a:defRPr>
            </a:lvl5pPr>
            <a:lvl6pPr>
              <a:buNone/>
              <a:defRPr sz="2850" b="1">
                <a:solidFill>
                  <a:srgbClr val="EAF5F3"/>
                </a:solidFill>
                <a:latin typeface="Noto Sans KR"/>
                <a:ea typeface="Noto Sans KR"/>
                <a:cs typeface="Noto Sans KR"/>
              </a:defRPr>
            </a:lvl6pPr>
            <a:lvl7pPr>
              <a:buNone/>
              <a:defRPr sz="2850" b="1">
                <a:solidFill>
                  <a:srgbClr val="EAF5F3"/>
                </a:solidFill>
                <a:latin typeface="Noto Sans KR"/>
                <a:ea typeface="Noto Sans KR"/>
                <a:cs typeface="Noto Sans KR"/>
              </a:defRPr>
            </a:lvl7pPr>
            <a:lvl8pPr>
              <a:buNone/>
              <a:defRPr sz="2850" b="1">
                <a:solidFill>
                  <a:srgbClr val="EAF5F3"/>
                </a:solidFill>
                <a:latin typeface="Noto Sans KR"/>
                <a:ea typeface="Noto Sans KR"/>
                <a:cs typeface="Noto Sans KR"/>
              </a:defRPr>
            </a:lvl8pPr>
            <a:lvl9pPr>
              <a:buNone/>
              <a:defRPr sz="2850" b="1">
                <a:solidFill>
                  <a:srgbClr val="EAF5F3"/>
                </a:solidFill>
                <a:latin typeface="Noto Sans KR"/>
                <a:ea typeface="Noto Sans KR"/>
                <a:cs typeface="Noto Sans KR"/>
              </a:defRPr>
            </a:lvl9pPr>
          </a:lstStyle>
          <a:p xmlns:a="http://schemas.openxmlformats.org/drawingml/2006/main">
            <a:pPr>
              <a:buNone/>
              <a:defRPr sz="2850" b="1">
                <a:solidFill>
                  <a:srgbClr val="EAF5F3"/>
                </a:solidFill>
                <a:latin typeface="Noto Sans KR"/>
                <a:ea typeface="Noto Sans KR"/>
                <a:cs typeface="Noto Sans KR"/>
              </a:defRPr>
            </a:pPr>
            <a:r>
              <a:rPr sz="2850" b="1">
                <a:solidFill>
                  <a:srgbClr val="EAF5F3"/>
                </a:solidFill>
                <a:latin typeface="Noto Sans KR"/>
                <a:ea typeface="Noto Sans KR"/>
                <a:cs typeface="Noto Sans KR"/>
              </a:rPr>
              <a:t>그래프 도입 가치를 비교하는 평가 순서</a:t>
            </a:r>
          </a:p>
        </p:txBody>
      </p:sp>
      <p:sp>
        <p:nvSpPr>
          <p:cNvPr id="3" name="">
            <a:extLst xmlns:a="http://schemas.openxmlformats.org/drawingml/2006/main">
              <a:ext uri="{FF2B5EF4-FFF2-40B4-BE49-F238E27FC236}">
                <a16:creationId xmlns:a16="http://schemas.microsoft.com/office/drawing/2014/main" id="{C4BD04C0-CA3B-470F-9281-CF689D50716F}"/>
              </a:ext>
            </a:extLst>
          </p:cNvPr>
          <p:cNvSpPr>
            <a:spLocks xmlns:a="http://schemas.openxmlformats.org/drawingml/2006/main" noGrp="1"/>
          </p:cNvSpPr>
          <p:nvPr/>
        </p:nvSpPr>
        <p:spPr>
          <a:xfrm xmlns:a="http://schemas.openxmlformats.org/drawingml/2006/main">
            <a:off x="11144250" y="642937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8DE5CA"/>
                </a:solidFill>
                <a:latin typeface="Noto Sans KR"/>
                <a:ea typeface="Noto Sans KR"/>
                <a:cs typeface="Noto Sans KR"/>
              </a:defRPr>
            </a:defPPr>
            <a:lvl1pPr>
              <a:buNone/>
              <a:defRPr sz="1050" b="0">
                <a:solidFill>
                  <a:srgbClr val="8DE5CA"/>
                </a:solidFill>
                <a:latin typeface="Noto Sans KR"/>
                <a:ea typeface="Noto Sans KR"/>
                <a:cs typeface="Noto Sans KR"/>
              </a:defRPr>
            </a:lvl1pPr>
            <a:lvl2pPr>
              <a:buNone/>
              <a:defRPr sz="1050" b="0">
                <a:solidFill>
                  <a:srgbClr val="8DE5CA"/>
                </a:solidFill>
                <a:latin typeface="Noto Sans KR"/>
                <a:ea typeface="Noto Sans KR"/>
                <a:cs typeface="Noto Sans KR"/>
              </a:defRPr>
            </a:lvl2pPr>
            <a:lvl3pPr>
              <a:buNone/>
              <a:defRPr sz="1050" b="0">
                <a:solidFill>
                  <a:srgbClr val="8DE5CA"/>
                </a:solidFill>
                <a:latin typeface="Noto Sans KR"/>
                <a:ea typeface="Noto Sans KR"/>
                <a:cs typeface="Noto Sans KR"/>
              </a:defRPr>
            </a:lvl3pPr>
            <a:lvl4pPr>
              <a:buNone/>
              <a:defRPr sz="1050" b="0">
                <a:solidFill>
                  <a:srgbClr val="8DE5CA"/>
                </a:solidFill>
                <a:latin typeface="Noto Sans KR"/>
                <a:ea typeface="Noto Sans KR"/>
                <a:cs typeface="Noto Sans KR"/>
              </a:defRPr>
            </a:lvl4pPr>
            <a:lvl5pPr>
              <a:buNone/>
              <a:defRPr sz="1050" b="0">
                <a:solidFill>
                  <a:srgbClr val="8DE5CA"/>
                </a:solidFill>
                <a:latin typeface="Noto Sans KR"/>
                <a:ea typeface="Noto Sans KR"/>
                <a:cs typeface="Noto Sans KR"/>
              </a:defRPr>
            </a:lvl5pPr>
            <a:lvl6pPr>
              <a:buNone/>
              <a:defRPr sz="1050" b="0">
                <a:solidFill>
                  <a:srgbClr val="8DE5CA"/>
                </a:solidFill>
                <a:latin typeface="Noto Sans KR"/>
                <a:ea typeface="Noto Sans KR"/>
                <a:cs typeface="Noto Sans KR"/>
              </a:defRPr>
            </a:lvl6pPr>
            <a:lvl7pPr>
              <a:buNone/>
              <a:defRPr sz="1050" b="0">
                <a:solidFill>
                  <a:srgbClr val="8DE5CA"/>
                </a:solidFill>
                <a:latin typeface="Noto Sans KR"/>
                <a:ea typeface="Noto Sans KR"/>
                <a:cs typeface="Noto Sans KR"/>
              </a:defRPr>
            </a:lvl7pPr>
            <a:lvl8pPr>
              <a:buNone/>
              <a:defRPr sz="1050" b="0">
                <a:solidFill>
                  <a:srgbClr val="8DE5CA"/>
                </a:solidFill>
                <a:latin typeface="Noto Sans KR"/>
                <a:ea typeface="Noto Sans KR"/>
                <a:cs typeface="Noto Sans KR"/>
              </a:defRPr>
            </a:lvl8pPr>
            <a:lvl9pPr>
              <a:buNone/>
              <a:defRPr sz="1050" b="0">
                <a:solidFill>
                  <a:srgbClr val="8DE5CA"/>
                </a:solidFill>
                <a:latin typeface="Noto Sans KR"/>
                <a:ea typeface="Noto Sans KR"/>
                <a:cs typeface="Noto Sans KR"/>
              </a:defRPr>
            </a:lvl9pPr>
          </a:lstStyle>
          <a:p xmlns:a="http://schemas.openxmlformats.org/drawingml/2006/main">
            <a:pPr>
              <a:buNone/>
              <a:defRPr sz="1050" b="0">
                <a:solidFill>
                  <a:srgbClr val="8DE5CA"/>
                </a:solidFill>
                <a:latin typeface="Noto Sans KR"/>
                <a:ea typeface="Noto Sans KR"/>
                <a:cs typeface="Noto Sans KR"/>
              </a:defRPr>
            </a:pPr>
            <a:r>
              <a:rPr sz="1050" b="0">
                <a:solidFill>
                  <a:srgbClr val="8DE5CA"/>
                </a:solidFill>
                <a:latin typeface="Noto Sans KR"/>
                <a:ea typeface="Noto Sans KR"/>
                <a:cs typeface="Noto Sans KR"/>
              </a:rPr>
              <a:t>30</a:t>
            </a:r>
          </a:p>
        </p:txBody>
      </p:sp>
      <p:sp>
        <p:nvSpPr>
          <p:cNvPr id="4" name="">
            <a:extLst xmlns:a="http://schemas.openxmlformats.org/drawingml/2006/main">
              <a:ext uri="{FF2B5EF4-FFF2-40B4-BE49-F238E27FC236}">
                <a16:creationId xmlns:a16="http://schemas.microsoft.com/office/drawing/2014/main" id="{B21E88FF-A907-4026-B006-4416D3E26AE3}"/>
              </a:ext>
            </a:extLst>
          </p:cNvPr>
          <p:cNvSpPr>
            <a:spLocks xmlns:a="http://schemas.openxmlformats.org/drawingml/2006/main" noGrp="1"/>
          </p:cNvSpPr>
          <p:nvPr/>
        </p:nvSpPr>
        <p:spPr>
          <a:xfrm xmlns:a="http://schemas.openxmlformats.org/drawingml/2006/main">
            <a:off x="571500"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EBBF3"/>
                </a:solidFill>
                <a:latin typeface="Noto Sans KR"/>
                <a:ea typeface="Noto Sans KR"/>
                <a:cs typeface="Noto Sans KR"/>
              </a:defRPr>
            </a:defPPr>
            <a:lvl1pPr>
              <a:buNone/>
              <a:defRPr sz="1275" b="1">
                <a:solidFill>
                  <a:srgbClr val="8EBBF3"/>
                </a:solidFill>
                <a:latin typeface="Noto Sans KR"/>
                <a:ea typeface="Noto Sans KR"/>
                <a:cs typeface="Noto Sans KR"/>
              </a:defRPr>
            </a:lvl1pPr>
            <a:lvl2pPr>
              <a:buNone/>
              <a:defRPr sz="1275" b="1">
                <a:solidFill>
                  <a:srgbClr val="8EBBF3"/>
                </a:solidFill>
                <a:latin typeface="Noto Sans KR"/>
                <a:ea typeface="Noto Sans KR"/>
                <a:cs typeface="Noto Sans KR"/>
              </a:defRPr>
            </a:lvl2pPr>
            <a:lvl3pPr>
              <a:buNone/>
              <a:defRPr sz="1275" b="1">
                <a:solidFill>
                  <a:srgbClr val="8EBBF3"/>
                </a:solidFill>
                <a:latin typeface="Noto Sans KR"/>
                <a:ea typeface="Noto Sans KR"/>
                <a:cs typeface="Noto Sans KR"/>
              </a:defRPr>
            </a:lvl3pPr>
            <a:lvl4pPr>
              <a:buNone/>
              <a:defRPr sz="1275" b="1">
                <a:solidFill>
                  <a:srgbClr val="8EBBF3"/>
                </a:solidFill>
                <a:latin typeface="Noto Sans KR"/>
                <a:ea typeface="Noto Sans KR"/>
                <a:cs typeface="Noto Sans KR"/>
              </a:defRPr>
            </a:lvl4pPr>
            <a:lvl5pPr>
              <a:buNone/>
              <a:defRPr sz="1275" b="1">
                <a:solidFill>
                  <a:srgbClr val="8EBBF3"/>
                </a:solidFill>
                <a:latin typeface="Noto Sans KR"/>
                <a:ea typeface="Noto Sans KR"/>
                <a:cs typeface="Noto Sans KR"/>
              </a:defRPr>
            </a:lvl5pPr>
            <a:lvl6pPr>
              <a:buNone/>
              <a:defRPr sz="1275" b="1">
                <a:solidFill>
                  <a:srgbClr val="8EBBF3"/>
                </a:solidFill>
                <a:latin typeface="Noto Sans KR"/>
                <a:ea typeface="Noto Sans KR"/>
                <a:cs typeface="Noto Sans KR"/>
              </a:defRPr>
            </a:lvl6pPr>
            <a:lvl7pPr>
              <a:buNone/>
              <a:defRPr sz="1275" b="1">
                <a:solidFill>
                  <a:srgbClr val="8EBBF3"/>
                </a:solidFill>
                <a:latin typeface="Noto Sans KR"/>
                <a:ea typeface="Noto Sans KR"/>
                <a:cs typeface="Noto Sans KR"/>
              </a:defRPr>
            </a:lvl7pPr>
            <a:lvl8pPr>
              <a:buNone/>
              <a:defRPr sz="1275" b="1">
                <a:solidFill>
                  <a:srgbClr val="8EBBF3"/>
                </a:solidFill>
                <a:latin typeface="Noto Sans KR"/>
                <a:ea typeface="Noto Sans KR"/>
                <a:cs typeface="Noto Sans KR"/>
              </a:defRPr>
            </a:lvl8pPr>
            <a:lvl9pPr>
              <a:buNone/>
              <a:defRPr sz="1275" b="1">
                <a:solidFill>
                  <a:srgbClr val="8EBBF3"/>
                </a:solidFill>
                <a:latin typeface="Noto Sans KR"/>
                <a:ea typeface="Noto Sans KR"/>
                <a:cs typeface="Noto Sans KR"/>
              </a:defRPr>
            </a:lvl9pPr>
          </a:lstStyle>
          <a:p xmlns:a="http://schemas.openxmlformats.org/drawingml/2006/main">
            <a:pPr>
              <a:buNone/>
              <a:defRPr sz="1275" b="1">
                <a:solidFill>
                  <a:srgbClr val="8EBBF3"/>
                </a:solidFill>
                <a:latin typeface="Noto Sans KR"/>
                <a:ea typeface="Noto Sans KR"/>
                <a:cs typeface="Noto Sans KR"/>
              </a:defRPr>
            </a:pPr>
            <a:r>
              <a:rPr sz="1275" b="1">
                <a:solidFill>
                  <a:srgbClr val="8EBBF3"/>
                </a:solidFill>
                <a:latin typeface="Noto Sans KR"/>
                <a:ea typeface="Noto Sans KR"/>
                <a:cs typeface="Noto Sans KR"/>
              </a:rPr>
              <a:t>문서가 들어오면 미리 준비</a:t>
            </a:r>
          </a:p>
        </p:txBody>
      </p:sp>
      <p:sp>
        <p:nvSpPr>
          <p:cNvPr id="5" name="">
            <a:extLst xmlns:a="http://schemas.openxmlformats.org/drawingml/2006/main">
              <a:ext uri="{FF2B5EF4-FFF2-40B4-BE49-F238E27FC236}">
                <a16:creationId xmlns:a16="http://schemas.microsoft.com/office/drawing/2014/main" id="{7A3C85B2-5D39-456A-8625-02F8CA07A6D3}"/>
              </a:ext>
            </a:extLst>
          </p:cNvPr>
          <p:cNvSpPr>
            <a:spLocks xmlns:a="http://schemas.openxmlformats.org/drawingml/2006/main" noGrp="1"/>
          </p:cNvSpPr>
          <p:nvPr/>
        </p:nvSpPr>
        <p:spPr>
          <a:xfrm xmlns:a="http://schemas.openxmlformats.org/drawingml/2006/main">
            <a:off x="571500"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평가할 문서 집합 준비</a:t>
            </a:r>
          </a:p>
        </p:txBody>
      </p:sp>
      <p:sp>
        <p:nvSpPr>
          <p:cNvPr id="6" name="">
            <a:extLst xmlns:a="http://schemas.openxmlformats.org/drawingml/2006/main">
              <a:ext uri="{FF2B5EF4-FFF2-40B4-BE49-F238E27FC236}">
                <a16:creationId xmlns:a16="http://schemas.microsoft.com/office/drawing/2014/main" id="{78FD7C24-62C6-4A56-A8A8-A7FC71F1361D}"/>
              </a:ext>
            </a:extLst>
          </p:cNvPr>
          <p:cNvSpPr>
            <a:spLocks xmlns:a="http://schemas.openxmlformats.org/drawingml/2006/main" noGrp="1"/>
          </p:cNvSpPr>
          <p:nvPr/>
        </p:nvSpPr>
        <p:spPr>
          <a:xfrm xmlns:a="http://schemas.openxmlformats.org/drawingml/2006/main">
            <a:off x="571500"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질문을 유형별로 구성</a:t>
            </a:r>
          </a:p>
        </p:txBody>
      </p:sp>
      <p:sp>
        <p:nvSpPr>
          <p:cNvPr id="8" name="">
            <a:extLst xmlns:a="http://schemas.openxmlformats.org/drawingml/2006/main">
              <a:ext uri="{FF2B5EF4-FFF2-40B4-BE49-F238E27FC236}">
                <a16:creationId xmlns:a16="http://schemas.microsoft.com/office/drawing/2014/main" id="{24F0E313-C10B-4AE8-9F34-4043D13CC521}"/>
              </a:ext>
            </a:extLst>
          </p:cNvPr>
          <p:cNvSpPr>
            <a:spLocks xmlns:a="http://schemas.openxmlformats.org/drawingml/2006/main" noGrp="1"/>
          </p:cNvSpPr>
          <p:nvPr/>
        </p:nvSpPr>
        <p:spPr>
          <a:xfrm xmlns:a="http://schemas.openxmlformats.org/drawingml/2006/main">
            <a:off x="571500"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같은 조건의 검색기 준비</a:t>
            </a:r>
          </a:p>
        </p:txBody>
      </p:sp>
      <p:sp>
        <p:nvSpPr>
          <p:cNvPr id="10" name="">
            <a:extLst xmlns:a="http://schemas.openxmlformats.org/drawingml/2006/main">
              <a:ext uri="{FF2B5EF4-FFF2-40B4-BE49-F238E27FC236}">
                <a16:creationId xmlns:a16="http://schemas.microsoft.com/office/drawing/2014/main" id="{74BBDF4C-9D78-4EE4-B2B6-06A94D079FA4}"/>
              </a:ext>
            </a:extLst>
          </p:cNvPr>
          <p:cNvSpPr>
            <a:spLocks xmlns:a="http://schemas.openxmlformats.org/drawingml/2006/main" noGrp="1"/>
          </p:cNvSpPr>
          <p:nvPr/>
        </p:nvSpPr>
        <p:spPr>
          <a:xfrm xmlns:a="http://schemas.openxmlformats.org/drawingml/2006/main">
            <a:off x="571500"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품질·시간·비용 측정 준비</a:t>
            </a:r>
          </a:p>
        </p:txBody>
      </p:sp>
      <p:sp>
        <p:nvSpPr>
          <p:cNvPr id="12" name="">
            <a:extLst xmlns:a="http://schemas.openxmlformats.org/drawingml/2006/main">
              <a:ext uri="{FF2B5EF4-FFF2-40B4-BE49-F238E27FC236}">
                <a16:creationId xmlns:a16="http://schemas.microsoft.com/office/drawing/2014/main" id="{43E33B9E-898A-4678-A618-6F2C8854D832}"/>
              </a:ext>
            </a:extLst>
          </p:cNvPr>
          <p:cNvSpPr>
            <a:spLocks xmlns:a="http://schemas.openxmlformats.org/drawingml/2006/main" noGrp="1"/>
          </p:cNvSpPr>
          <p:nvPr/>
        </p:nvSpPr>
        <p:spPr>
          <a:xfrm xmlns:a="http://schemas.openxmlformats.org/drawingml/2006/main">
            <a:off x="571500"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그래프의 이득을 비교할 설계</a:t>
            </a:r>
          </a:p>
        </p:txBody>
      </p:sp>
      <p:sp>
        <p:nvSpPr>
          <p:cNvPr id="14" name="">
            <a:extLst xmlns:a="http://schemas.openxmlformats.org/drawingml/2006/main">
              <a:ext uri="{FF2B5EF4-FFF2-40B4-BE49-F238E27FC236}">
                <a16:creationId xmlns:a16="http://schemas.microsoft.com/office/drawing/2014/main" id="{C2975E61-4BBE-4D1E-BFDB-2AC0E9589920}"/>
              </a:ext>
            </a:extLst>
          </p:cNvPr>
          <p:cNvSpPr>
            <a:spLocks xmlns:a="http://schemas.openxmlformats.org/drawingml/2006/main" noGrp="1"/>
          </p:cNvSpPr>
          <p:nvPr/>
        </p:nvSpPr>
        <p:spPr>
          <a:xfrm xmlns:a="http://schemas.openxmlformats.org/drawingml/2006/main">
            <a:off x="6524625" y="16668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DE5CA"/>
                </a:solidFill>
                <a:latin typeface="Noto Sans KR"/>
                <a:ea typeface="Noto Sans KR"/>
                <a:cs typeface="Noto Sans KR"/>
              </a:defRPr>
            </a:defPPr>
            <a:lvl1pPr>
              <a:buNone/>
              <a:defRPr sz="1275" b="1">
                <a:solidFill>
                  <a:srgbClr val="8DE5CA"/>
                </a:solidFill>
                <a:latin typeface="Noto Sans KR"/>
                <a:ea typeface="Noto Sans KR"/>
                <a:cs typeface="Noto Sans KR"/>
              </a:defRPr>
            </a:lvl1pPr>
            <a:lvl2pPr>
              <a:buNone/>
              <a:defRPr sz="1275" b="1">
                <a:solidFill>
                  <a:srgbClr val="8DE5CA"/>
                </a:solidFill>
                <a:latin typeface="Noto Sans KR"/>
                <a:ea typeface="Noto Sans KR"/>
                <a:cs typeface="Noto Sans KR"/>
              </a:defRPr>
            </a:lvl2pPr>
            <a:lvl3pPr>
              <a:buNone/>
              <a:defRPr sz="1275" b="1">
                <a:solidFill>
                  <a:srgbClr val="8DE5CA"/>
                </a:solidFill>
                <a:latin typeface="Noto Sans KR"/>
                <a:ea typeface="Noto Sans KR"/>
                <a:cs typeface="Noto Sans KR"/>
              </a:defRPr>
            </a:lvl3pPr>
            <a:lvl4pPr>
              <a:buNone/>
              <a:defRPr sz="1275" b="1">
                <a:solidFill>
                  <a:srgbClr val="8DE5CA"/>
                </a:solidFill>
                <a:latin typeface="Noto Sans KR"/>
                <a:ea typeface="Noto Sans KR"/>
                <a:cs typeface="Noto Sans KR"/>
              </a:defRPr>
            </a:lvl4pPr>
            <a:lvl5pPr>
              <a:buNone/>
              <a:defRPr sz="1275" b="1">
                <a:solidFill>
                  <a:srgbClr val="8DE5CA"/>
                </a:solidFill>
                <a:latin typeface="Noto Sans KR"/>
                <a:ea typeface="Noto Sans KR"/>
                <a:cs typeface="Noto Sans KR"/>
              </a:defRPr>
            </a:lvl5pPr>
            <a:lvl6pPr>
              <a:buNone/>
              <a:defRPr sz="1275" b="1">
                <a:solidFill>
                  <a:srgbClr val="8DE5CA"/>
                </a:solidFill>
                <a:latin typeface="Noto Sans KR"/>
                <a:ea typeface="Noto Sans KR"/>
                <a:cs typeface="Noto Sans KR"/>
              </a:defRPr>
            </a:lvl6pPr>
            <a:lvl7pPr>
              <a:buNone/>
              <a:defRPr sz="1275" b="1">
                <a:solidFill>
                  <a:srgbClr val="8DE5CA"/>
                </a:solidFill>
                <a:latin typeface="Noto Sans KR"/>
                <a:ea typeface="Noto Sans KR"/>
                <a:cs typeface="Noto Sans KR"/>
              </a:defRPr>
            </a:lvl7pPr>
            <a:lvl8pPr>
              <a:buNone/>
              <a:defRPr sz="1275" b="1">
                <a:solidFill>
                  <a:srgbClr val="8DE5CA"/>
                </a:solidFill>
                <a:latin typeface="Noto Sans KR"/>
                <a:ea typeface="Noto Sans KR"/>
                <a:cs typeface="Noto Sans KR"/>
              </a:defRPr>
            </a:lvl8pPr>
            <a:lvl9pPr>
              <a:buNone/>
              <a:defRPr sz="1275" b="1">
                <a:solidFill>
                  <a:srgbClr val="8DE5CA"/>
                </a:solidFill>
                <a:latin typeface="Noto Sans KR"/>
                <a:ea typeface="Noto Sans KR"/>
                <a:cs typeface="Noto Sans KR"/>
              </a:defRPr>
            </a:lvl9pPr>
          </a:lstStyle>
          <a:p xmlns:a="http://schemas.openxmlformats.org/drawingml/2006/main">
            <a:pPr>
              <a:buNone/>
              <a:defRPr sz="1275" b="1">
                <a:solidFill>
                  <a:srgbClr val="8DE5CA"/>
                </a:solidFill>
                <a:latin typeface="Noto Sans KR"/>
                <a:ea typeface="Noto Sans KR"/>
                <a:cs typeface="Noto Sans KR"/>
              </a:defRPr>
            </a:pPr>
            <a:r>
              <a:rPr sz="1275" b="1">
                <a:solidFill>
                  <a:srgbClr val="8DE5CA"/>
                </a:solidFill>
                <a:latin typeface="Noto Sans KR"/>
                <a:ea typeface="Noto Sans KR"/>
                <a:cs typeface="Noto Sans KR"/>
              </a:rPr>
              <a:t>질문이 오면 검색하고 답변</a:t>
            </a:r>
          </a:p>
        </p:txBody>
      </p:sp>
      <p:sp>
        <p:nvSpPr>
          <p:cNvPr id="15" name="">
            <a:extLst xmlns:a="http://schemas.openxmlformats.org/drawingml/2006/main">
              <a:ext uri="{FF2B5EF4-FFF2-40B4-BE49-F238E27FC236}">
                <a16:creationId xmlns:a16="http://schemas.microsoft.com/office/drawing/2014/main" id="{91BF548E-C0FB-4CE5-BB90-AA1C76B7137D}"/>
              </a:ext>
            </a:extLst>
          </p:cNvPr>
          <p:cNvSpPr>
            <a:spLocks xmlns:a="http://schemas.openxmlformats.org/drawingml/2006/main" noGrp="1"/>
          </p:cNvSpPr>
          <p:nvPr/>
        </p:nvSpPr>
        <p:spPr>
          <a:xfrm xmlns:a="http://schemas.openxmlformats.org/drawingml/2006/main">
            <a:off x="6524625" y="21431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1. 평가 질문 선택</a:t>
            </a:r>
          </a:p>
        </p:txBody>
      </p:sp>
      <p:sp>
        <p:nvSpPr>
          <p:cNvPr id="16" name="">
            <a:extLst xmlns:a="http://schemas.openxmlformats.org/drawingml/2006/main">
              <a:ext uri="{FF2B5EF4-FFF2-40B4-BE49-F238E27FC236}">
                <a16:creationId xmlns:a16="http://schemas.microsoft.com/office/drawing/2014/main" id="{349B25D1-D828-4DD0-8A42-01F9C6A2D2AE}"/>
              </a:ext>
            </a:extLst>
          </p:cNvPr>
          <p:cNvSpPr>
            <a:spLocks xmlns:a="http://schemas.openxmlformats.org/drawingml/2006/main" noGrp="1"/>
          </p:cNvSpPr>
          <p:nvPr/>
        </p:nvSpPr>
        <p:spPr>
          <a:xfrm xmlns:a="http://schemas.openxmlformats.org/drawingml/2006/main">
            <a:off x="6524625" y="280035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2. 각 검색 시스템 실행</a:t>
            </a:r>
          </a:p>
        </p:txBody>
      </p:sp>
      <p:sp>
        <p:nvSpPr>
          <p:cNvPr id="18" name="">
            <a:extLst xmlns:a="http://schemas.openxmlformats.org/drawingml/2006/main">
              <a:ext uri="{FF2B5EF4-FFF2-40B4-BE49-F238E27FC236}">
                <a16:creationId xmlns:a16="http://schemas.microsoft.com/office/drawing/2014/main" id="{5F07CF09-A3BE-4C9B-BD45-25BDEA09B64A}"/>
              </a:ext>
            </a:extLst>
          </p:cNvPr>
          <p:cNvSpPr>
            <a:spLocks xmlns:a="http://schemas.openxmlformats.org/drawingml/2006/main" noGrp="1"/>
          </p:cNvSpPr>
          <p:nvPr/>
        </p:nvSpPr>
        <p:spPr>
          <a:xfrm xmlns:a="http://schemas.openxmlformats.org/drawingml/2006/main">
            <a:off x="6524625" y="345757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3. 찾아온 근거가 맞는지 평가</a:t>
            </a:r>
          </a:p>
        </p:txBody>
      </p:sp>
      <p:sp>
        <p:nvSpPr>
          <p:cNvPr id="20" name="">
            <a:extLst xmlns:a="http://schemas.openxmlformats.org/drawingml/2006/main">
              <a:ext uri="{FF2B5EF4-FFF2-40B4-BE49-F238E27FC236}">
                <a16:creationId xmlns:a16="http://schemas.microsoft.com/office/drawing/2014/main" id="{18428463-683D-4212-89F5-4AA21C90E6FD}"/>
              </a:ext>
            </a:extLst>
          </p:cNvPr>
          <p:cNvSpPr>
            <a:spLocks xmlns:a="http://schemas.openxmlformats.org/drawingml/2006/main" noGrp="1"/>
          </p:cNvSpPr>
          <p:nvPr/>
        </p:nvSpPr>
        <p:spPr>
          <a:xfrm xmlns:a="http://schemas.openxmlformats.org/drawingml/2006/main">
            <a:off x="6524625" y="4114800"/>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4. 답변 품질과 비용 비교</a:t>
            </a:r>
          </a:p>
        </p:txBody>
      </p:sp>
      <p:sp>
        <p:nvSpPr>
          <p:cNvPr id="22" name="">
            <a:extLst xmlns:a="http://schemas.openxmlformats.org/drawingml/2006/main">
              <a:ext uri="{FF2B5EF4-FFF2-40B4-BE49-F238E27FC236}">
                <a16:creationId xmlns:a16="http://schemas.microsoft.com/office/drawing/2014/main" id="{19EA944F-63B5-4D33-9028-D02682CF2056}"/>
              </a:ext>
            </a:extLst>
          </p:cNvPr>
          <p:cNvSpPr>
            <a:spLocks xmlns:a="http://schemas.openxmlformats.org/drawingml/2006/main" noGrp="1"/>
          </p:cNvSpPr>
          <p:nvPr/>
        </p:nvSpPr>
        <p:spPr>
          <a:xfrm xmlns:a="http://schemas.openxmlformats.org/drawingml/2006/main">
            <a:off x="6524625" y="4772025"/>
            <a:ext cx="5095875" cy="523875"/>
          </a:xfrm>
          <a:prstGeom xmlns:a="http://schemas.openxmlformats.org/drawingml/2006/main" prst="roundRect">
            <a:avLst>
              <a:gd name="adj" fmla="val 14545"/>
            </a:avLst>
          </a:prstGeom>
          <a:solidFill xmlns:a="http://schemas.openxmlformats.org/drawingml/2006/main">
            <a:srgbClr val="102A39"/>
          </a:solidFill>
          <a:ln xmlns:a="http://schemas.openxmlformats.org/drawingml/2006/main" w="9525">
            <a:solidFill>
              <a:srgbClr val="2A4B5E"/>
            </a:solidFill>
            <a:prstDash val="solid"/>
          </a:ln>
        </p:spPr>
        <p:txBody>
          <a:bodyPr xmlns:a="http://schemas.openxmlformats.org/drawingml/2006/main"/>
          <a:lstStyle xmlns:a="http://schemas.openxmlformats.org/drawingml/2006/main">
            <a:defPPr>
              <a:defRPr sz="1500">
                <a:solidFill>
                  <a:srgbClr val="EAF5F3"/>
                </a:solidFill>
                <a:latin typeface="Noto Sans KR"/>
                <a:ea typeface="Noto Sans KR"/>
                <a:cs typeface="Noto Sans KR"/>
              </a:defRPr>
            </a:defPPr>
            <a:lvl1pPr>
              <a:buNone/>
              <a:defRPr sz="1500">
                <a:solidFill>
                  <a:srgbClr val="EAF5F3"/>
                </a:solidFill>
                <a:latin typeface="Noto Sans KR"/>
                <a:ea typeface="Noto Sans KR"/>
                <a:cs typeface="Noto Sans KR"/>
              </a:defRPr>
            </a:lvl1pPr>
            <a:lvl2pPr>
              <a:buNone/>
              <a:defRPr sz="1500">
                <a:solidFill>
                  <a:srgbClr val="EAF5F3"/>
                </a:solidFill>
                <a:latin typeface="Noto Sans KR"/>
                <a:ea typeface="Noto Sans KR"/>
                <a:cs typeface="Noto Sans KR"/>
              </a:defRPr>
            </a:lvl2pPr>
            <a:lvl3pPr>
              <a:buNone/>
              <a:defRPr sz="1500">
                <a:solidFill>
                  <a:srgbClr val="EAF5F3"/>
                </a:solidFill>
                <a:latin typeface="Noto Sans KR"/>
                <a:ea typeface="Noto Sans KR"/>
                <a:cs typeface="Noto Sans KR"/>
              </a:defRPr>
            </a:lvl3pPr>
            <a:lvl4pPr>
              <a:buNone/>
              <a:defRPr sz="1500">
                <a:solidFill>
                  <a:srgbClr val="EAF5F3"/>
                </a:solidFill>
                <a:latin typeface="Noto Sans KR"/>
                <a:ea typeface="Noto Sans KR"/>
                <a:cs typeface="Noto Sans KR"/>
              </a:defRPr>
            </a:lvl4pPr>
            <a:lvl5pPr>
              <a:buNone/>
              <a:defRPr sz="1500">
                <a:solidFill>
                  <a:srgbClr val="EAF5F3"/>
                </a:solidFill>
                <a:latin typeface="Noto Sans KR"/>
                <a:ea typeface="Noto Sans KR"/>
                <a:cs typeface="Noto Sans KR"/>
              </a:defRPr>
            </a:lvl5pPr>
            <a:lvl6pPr>
              <a:buNone/>
              <a:defRPr sz="1500">
                <a:solidFill>
                  <a:srgbClr val="EAF5F3"/>
                </a:solidFill>
                <a:latin typeface="Noto Sans KR"/>
                <a:ea typeface="Noto Sans KR"/>
                <a:cs typeface="Noto Sans KR"/>
              </a:defRPr>
            </a:lvl6pPr>
            <a:lvl7pPr>
              <a:buNone/>
              <a:defRPr sz="1500">
                <a:solidFill>
                  <a:srgbClr val="EAF5F3"/>
                </a:solidFill>
                <a:latin typeface="Noto Sans KR"/>
                <a:ea typeface="Noto Sans KR"/>
                <a:cs typeface="Noto Sans KR"/>
              </a:defRPr>
            </a:lvl7pPr>
            <a:lvl8pPr>
              <a:buNone/>
              <a:defRPr sz="1500">
                <a:solidFill>
                  <a:srgbClr val="EAF5F3"/>
                </a:solidFill>
                <a:latin typeface="Noto Sans KR"/>
                <a:ea typeface="Noto Sans KR"/>
                <a:cs typeface="Noto Sans KR"/>
              </a:defRPr>
            </a:lvl8pPr>
            <a:lvl9pPr>
              <a:buNone/>
              <a:defRPr sz="1500">
                <a:solidFill>
                  <a:srgbClr val="EAF5F3"/>
                </a:solidFill>
                <a:latin typeface="Noto Sans KR"/>
                <a:ea typeface="Noto Sans KR"/>
                <a:cs typeface="Noto Sans KR"/>
              </a:defRPr>
            </a:lvl9pPr>
          </a:lstStyle>
          <a:p xmlns:a="http://schemas.openxmlformats.org/drawingml/2006/main">
            <a:pPr>
              <a:buNone/>
              <a:defRPr sz="1500">
                <a:solidFill>
                  <a:srgbClr val="EAF5F3"/>
                </a:solidFill>
                <a:latin typeface="Noto Sans KR"/>
                <a:ea typeface="Noto Sans KR"/>
                <a:cs typeface="Noto Sans KR"/>
              </a:defRPr>
            </a:pPr>
            <a:r>
              <a:rPr sz="1500">
                <a:solidFill>
                  <a:srgbClr val="EAF5F3"/>
                </a:solidFill>
                <a:latin typeface="Noto Sans KR"/>
                <a:ea typeface="Noto Sans KR"/>
                <a:cs typeface="Noto Sans KR"/>
              </a:rPr>
              <a:t>5. 유형별로 도입 가치를 분석</a:t>
            </a:r>
          </a:p>
        </p:txBody>
      </p:sp>
      <p:sp>
        <p:nvSpPr>
          <p:cNvPr id="24" name="">
            <a:extLst xmlns:a="http://schemas.openxmlformats.org/drawingml/2006/main">
              <a:ext uri="{FF2B5EF4-FFF2-40B4-BE49-F238E27FC236}">
                <a16:creationId xmlns:a16="http://schemas.microsoft.com/office/drawing/2014/main" id="{3A0157F2-02DF-4B83-9082-D6C716B8C08E}"/>
              </a:ext>
            </a:extLst>
          </p:cNvPr>
          <p:cNvSpPr>
            <a:spLocks xmlns:a="http://schemas.openxmlformats.org/drawingml/2006/main" noGrp="1"/>
          </p:cNvSpPr>
          <p:nvPr/>
        </p:nvSpPr>
        <p:spPr>
          <a:xfrm xmlns:a="http://schemas.openxmlformats.org/drawingml/2006/main">
            <a:off x="571500" y="57340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350" b="0">
                <a:solidFill>
                  <a:srgbClr val="A4DDCA"/>
                </a:solidFill>
                <a:latin typeface="Noto Sans KR"/>
                <a:ea typeface="Noto Sans KR"/>
                <a:cs typeface="Noto Sans KR"/>
              </a:defRPr>
            </a:defPPr>
            <a:lvl1pPr>
              <a:buNone/>
              <a:defRPr sz="1200" b="0">
                <a:solidFill>
                  <a:srgbClr val="9BB4C0"/>
                </a:solidFill>
                <a:latin typeface="Noto Sans KR"/>
                <a:ea typeface="Noto Sans KR"/>
                <a:cs typeface="Noto Sans KR"/>
              </a:defRPr>
            </a:lvl1pPr>
            <a:lvl2pPr>
              <a:buNone/>
              <a:defRPr sz="1200" b="0">
                <a:solidFill>
                  <a:srgbClr val="9BB4C0"/>
                </a:solidFill>
                <a:latin typeface="Noto Sans KR"/>
                <a:ea typeface="Noto Sans KR"/>
                <a:cs typeface="Noto Sans KR"/>
              </a:defRPr>
            </a:lvl2pPr>
            <a:lvl3pPr>
              <a:buNone/>
              <a:defRPr sz="1200" b="0">
                <a:solidFill>
                  <a:srgbClr val="9BB4C0"/>
                </a:solidFill>
                <a:latin typeface="Noto Sans KR"/>
                <a:ea typeface="Noto Sans KR"/>
                <a:cs typeface="Noto Sans KR"/>
              </a:defRPr>
            </a:lvl3pPr>
            <a:lvl4pPr>
              <a:buNone/>
              <a:defRPr sz="1200" b="0">
                <a:solidFill>
                  <a:srgbClr val="9BB4C0"/>
                </a:solidFill>
                <a:latin typeface="Noto Sans KR"/>
                <a:ea typeface="Noto Sans KR"/>
                <a:cs typeface="Noto Sans KR"/>
              </a:defRPr>
            </a:lvl4pPr>
            <a:lvl5pPr>
              <a:buNone/>
              <a:defRPr sz="1200" b="0">
                <a:solidFill>
                  <a:srgbClr val="9BB4C0"/>
                </a:solidFill>
                <a:latin typeface="Noto Sans KR"/>
                <a:ea typeface="Noto Sans KR"/>
                <a:cs typeface="Noto Sans KR"/>
              </a:defRPr>
            </a:lvl5pPr>
            <a:lvl6pPr>
              <a:buNone/>
              <a:defRPr sz="1200" b="0">
                <a:solidFill>
                  <a:srgbClr val="9BB4C0"/>
                </a:solidFill>
                <a:latin typeface="Noto Sans KR"/>
                <a:ea typeface="Noto Sans KR"/>
                <a:cs typeface="Noto Sans KR"/>
              </a:defRPr>
            </a:lvl6pPr>
            <a:lvl7pPr>
              <a:buNone/>
              <a:defRPr sz="1200" b="0">
                <a:solidFill>
                  <a:srgbClr val="9BB4C0"/>
                </a:solidFill>
                <a:latin typeface="Noto Sans KR"/>
                <a:ea typeface="Noto Sans KR"/>
                <a:cs typeface="Noto Sans KR"/>
              </a:defRPr>
            </a:lvl7pPr>
            <a:lvl8pPr>
              <a:buNone/>
              <a:defRPr sz="1200" b="0">
                <a:solidFill>
                  <a:srgbClr val="9BB4C0"/>
                </a:solidFill>
                <a:latin typeface="Noto Sans KR"/>
                <a:ea typeface="Noto Sans KR"/>
                <a:cs typeface="Noto Sans KR"/>
              </a:defRPr>
            </a:lvl8pPr>
            <a:lvl9pPr>
              <a:buNone/>
              <a:defRPr sz="1200" b="0">
                <a:solidFill>
                  <a:srgbClr val="9BB4C0"/>
                </a:solidFill>
                <a:latin typeface="Noto Sans KR"/>
                <a:ea typeface="Noto Sans KR"/>
                <a:cs typeface="Noto Sans KR"/>
              </a:defRPr>
            </a:lvl9pPr>
          </a:lstStyle>
          <a:p xmlns:a="http://schemas.openxmlformats.org/drawingml/2006/main">
            <a:pPr>
              <a:buNone/>
              <a:defRPr sz="1350" b="0">
                <a:solidFill>
                  <a:srgbClr val="A4DDCA"/>
                </a:solidFill>
                <a:latin typeface="Noto Sans KR"/>
                <a:ea typeface="Noto Sans KR"/>
                <a:cs typeface="Noto Sans KR"/>
              </a:defRPr>
            </a:pPr>
            <a:r>
              <a:rPr sz="1350" b="0">
                <a:solidFill>
                  <a:srgbClr val="A4DDCA"/>
                </a:solidFill>
                <a:latin typeface="Noto Sans KR"/>
                <a:ea typeface="Noto Sans KR"/>
                <a:cs typeface="Noto Sans KR"/>
              </a:rPr>
              <a:t>핵심 차별점: 질문 유형별 품질과 비용을 비교하는 평가 연구</a:t>
            </a:r>
          </a:p>
        </p:txBody>
      </p:sp>
    </p:spTree>
    <p:extLst>
      <p:ext uri="{BB962C8B-B14F-4D97-AF65-F5344CB8AC3E}">
        <p14:creationId xmlns:p14="http://schemas.microsoft.com/office/powerpoint/2010/main" val="19765149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2026-10-27T09:14:31.7950000Z</dcterms:created>
  <dcterms:modified xsi:type="dcterms:W3CDTF">2026-10-27T09:14:31.7950000Z</dcterms:modified>
</coreProperties>
</file>